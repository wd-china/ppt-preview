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 id="2147483673" r:id="rId4"/>
  </p:sldMasterIdLst>
  <p:notesMasterIdLst>
    <p:notesMasterId r:id="rId12"/>
  </p:notesMasterIdLst>
  <p:sldIdLst>
    <p:sldId id="777" r:id="rId5"/>
    <p:sldId id="713" r:id="rId6"/>
    <p:sldId id="778" r:id="rId7"/>
    <p:sldId id="779" r:id="rId8"/>
    <p:sldId id="782" r:id="rId9"/>
    <p:sldId id="781" r:id="rId10"/>
    <p:sldId id="716" r:id="rId11"/>
    <p:sldId id="717" r:id="rId13"/>
    <p:sldId id="789" r:id="rId14"/>
    <p:sldId id="718" r:id="rId15"/>
    <p:sldId id="719" r:id="rId16"/>
    <p:sldId id="768" r:id="rId17"/>
    <p:sldId id="720" r:id="rId18"/>
    <p:sldId id="767" r:id="rId19"/>
    <p:sldId id="722" r:id="rId20"/>
    <p:sldId id="769" r:id="rId21"/>
    <p:sldId id="728" r:id="rId22"/>
    <p:sldId id="729" r:id="rId23"/>
    <p:sldId id="730" r:id="rId24"/>
    <p:sldId id="770" r:id="rId25"/>
    <p:sldId id="771" r:id="rId26"/>
    <p:sldId id="772" r:id="rId27"/>
    <p:sldId id="773" r:id="rId28"/>
    <p:sldId id="774" r:id="rId29"/>
    <p:sldId id="775" r:id="rId30"/>
    <p:sldId id="776" r:id="rId31"/>
    <p:sldId id="731" r:id="rId32"/>
    <p:sldId id="764" r:id="rId33"/>
    <p:sldId id="785" r:id="rId34"/>
    <p:sldId id="791" r:id="rId35"/>
    <p:sldId id="790" r:id="rId36"/>
    <p:sldId id="739" r:id="rId37"/>
    <p:sldId id="740" r:id="rId38"/>
    <p:sldId id="741" r:id="rId39"/>
    <p:sldId id="742" r:id="rId40"/>
    <p:sldId id="743" r:id="rId41"/>
    <p:sldId id="744" r:id="rId42"/>
    <p:sldId id="745" r:id="rId43"/>
    <p:sldId id="746" r:id="rId44"/>
    <p:sldId id="747" r:id="rId45"/>
    <p:sldId id="795" r:id="rId46"/>
    <p:sldId id="787" r:id="rId47"/>
    <p:sldId id="748" r:id="rId48"/>
    <p:sldId id="796" r:id="rId49"/>
    <p:sldId id="751" r:id="rId50"/>
    <p:sldId id="752" r:id="rId51"/>
    <p:sldId id="753" r:id="rId52"/>
    <p:sldId id="754" r:id="rId53"/>
    <p:sldId id="755" r:id="rId54"/>
    <p:sldId id="756" r:id="rId55"/>
    <p:sldId id="757" r:id="rId56"/>
    <p:sldId id="758" r:id="rId57"/>
    <p:sldId id="792" r:id="rId58"/>
    <p:sldId id="760" r:id="rId59"/>
    <p:sldId id="761" r:id="rId60"/>
    <p:sldId id="765" r:id="rId61"/>
    <p:sldId id="793" r:id="rId62"/>
  </p:sldIdLst>
  <p:sldSz cx="12601575" cy="7200900"/>
  <p:notesSz cx="6858000" cy="9144000"/>
  <p:defaultTextStyle>
    <a:defPPr>
      <a:defRPr lang="en-US"/>
    </a:defPPr>
    <a:lvl1pPr marL="0" lvl="0" indent="0" algn="l" defTabSz="1130300" eaLnBrk="1" fontAlgn="base" latinLnBrk="0" hangingPunct="1">
      <a:lnSpc>
        <a:spcPct val="100000"/>
      </a:lnSpc>
      <a:spcBef>
        <a:spcPct val="0"/>
      </a:spcBef>
      <a:spcAft>
        <a:spcPct val="0"/>
      </a:spcAft>
      <a:buFont typeface="Arial" charset="0"/>
      <a:buNone/>
      <a:defRPr sz="2200" b="0" i="0" u="none" kern="1200" baseline="0">
        <a:solidFill>
          <a:schemeClr val="tx1"/>
        </a:solidFill>
        <a:latin typeface="Arial" charset="0"/>
        <a:ea typeface="宋体" charset="-122"/>
      </a:defRPr>
    </a:lvl1pPr>
    <a:lvl2pPr marL="565150" lvl="1" indent="-107950" algn="l" defTabSz="1130300" eaLnBrk="1" fontAlgn="base" latinLnBrk="0" hangingPunct="1">
      <a:lnSpc>
        <a:spcPct val="100000"/>
      </a:lnSpc>
      <a:spcBef>
        <a:spcPct val="0"/>
      </a:spcBef>
      <a:spcAft>
        <a:spcPct val="0"/>
      </a:spcAft>
      <a:buFont typeface="Arial" charset="0"/>
      <a:buNone/>
      <a:defRPr sz="2200" b="0" i="0" u="none" kern="1200" baseline="0">
        <a:solidFill>
          <a:schemeClr val="tx1"/>
        </a:solidFill>
        <a:latin typeface="Arial" charset="0"/>
        <a:ea typeface="宋体" charset="-122"/>
      </a:defRPr>
    </a:lvl2pPr>
    <a:lvl3pPr marL="1130300" lvl="2" indent="-215900" algn="l" defTabSz="1130300" eaLnBrk="1" fontAlgn="base" latinLnBrk="0" hangingPunct="1">
      <a:lnSpc>
        <a:spcPct val="100000"/>
      </a:lnSpc>
      <a:spcBef>
        <a:spcPct val="0"/>
      </a:spcBef>
      <a:spcAft>
        <a:spcPct val="0"/>
      </a:spcAft>
      <a:buFont typeface="Arial" charset="0"/>
      <a:buNone/>
      <a:defRPr sz="2200" b="0" i="0" u="none" kern="1200" baseline="0">
        <a:solidFill>
          <a:schemeClr val="tx1"/>
        </a:solidFill>
        <a:latin typeface="Arial" charset="0"/>
        <a:ea typeface="宋体" charset="-122"/>
      </a:defRPr>
    </a:lvl3pPr>
    <a:lvl4pPr marL="1697355" lvl="3" indent="-325755" algn="l" defTabSz="1130300" eaLnBrk="1" fontAlgn="base" latinLnBrk="0" hangingPunct="1">
      <a:lnSpc>
        <a:spcPct val="100000"/>
      </a:lnSpc>
      <a:spcBef>
        <a:spcPct val="0"/>
      </a:spcBef>
      <a:spcAft>
        <a:spcPct val="0"/>
      </a:spcAft>
      <a:buFont typeface="Arial" charset="0"/>
      <a:buNone/>
      <a:defRPr sz="2200" b="0" i="0" u="none" kern="1200" baseline="0">
        <a:solidFill>
          <a:schemeClr val="tx1"/>
        </a:solidFill>
        <a:latin typeface="Arial" charset="0"/>
        <a:ea typeface="宋体" charset="-122"/>
      </a:defRPr>
    </a:lvl4pPr>
    <a:lvl5pPr marL="2262505" lvl="4" indent="-433705" algn="l" defTabSz="1130300" eaLnBrk="1" fontAlgn="base" latinLnBrk="0" hangingPunct="1">
      <a:lnSpc>
        <a:spcPct val="100000"/>
      </a:lnSpc>
      <a:spcBef>
        <a:spcPct val="0"/>
      </a:spcBef>
      <a:spcAft>
        <a:spcPct val="0"/>
      </a:spcAft>
      <a:buFont typeface="Arial" charset="0"/>
      <a:buNone/>
      <a:defRPr sz="2200" b="0" i="0" u="none" kern="1200" baseline="0">
        <a:solidFill>
          <a:schemeClr val="tx1"/>
        </a:solidFill>
        <a:latin typeface="Arial" charset="0"/>
        <a:ea typeface="宋体" charset="-122"/>
      </a:defRPr>
    </a:lvl5pPr>
    <a:lvl6pPr marL="2286000" lvl="5" indent="-433705" algn="l" defTabSz="1130300" eaLnBrk="1" fontAlgn="base" latinLnBrk="0" hangingPunct="1">
      <a:lnSpc>
        <a:spcPct val="100000"/>
      </a:lnSpc>
      <a:spcBef>
        <a:spcPct val="0"/>
      </a:spcBef>
      <a:spcAft>
        <a:spcPct val="0"/>
      </a:spcAft>
      <a:buFont typeface="Arial" charset="0"/>
      <a:buNone/>
      <a:defRPr sz="2200" b="0" i="0" u="none" kern="1200" baseline="0">
        <a:solidFill>
          <a:schemeClr val="tx1"/>
        </a:solidFill>
        <a:latin typeface="Arial" charset="0"/>
        <a:ea typeface="宋体" charset="-122"/>
      </a:defRPr>
    </a:lvl6pPr>
    <a:lvl7pPr marL="2743200" lvl="6" indent="-433705" algn="l" defTabSz="1130300" eaLnBrk="1" fontAlgn="base" latinLnBrk="0" hangingPunct="1">
      <a:lnSpc>
        <a:spcPct val="100000"/>
      </a:lnSpc>
      <a:spcBef>
        <a:spcPct val="0"/>
      </a:spcBef>
      <a:spcAft>
        <a:spcPct val="0"/>
      </a:spcAft>
      <a:buFont typeface="Arial" charset="0"/>
      <a:buNone/>
      <a:defRPr sz="2200" b="0" i="0" u="none" kern="1200" baseline="0">
        <a:solidFill>
          <a:schemeClr val="tx1"/>
        </a:solidFill>
        <a:latin typeface="Arial" charset="0"/>
        <a:ea typeface="宋体" charset="-122"/>
      </a:defRPr>
    </a:lvl7pPr>
    <a:lvl8pPr marL="3200400" lvl="7" indent="-433705" algn="l" defTabSz="1130300" eaLnBrk="1" fontAlgn="base" latinLnBrk="0" hangingPunct="1">
      <a:lnSpc>
        <a:spcPct val="100000"/>
      </a:lnSpc>
      <a:spcBef>
        <a:spcPct val="0"/>
      </a:spcBef>
      <a:spcAft>
        <a:spcPct val="0"/>
      </a:spcAft>
      <a:buFont typeface="Arial" charset="0"/>
      <a:buNone/>
      <a:defRPr sz="2200" b="0" i="0" u="none" kern="1200" baseline="0">
        <a:solidFill>
          <a:schemeClr val="tx1"/>
        </a:solidFill>
        <a:latin typeface="Arial" charset="0"/>
        <a:ea typeface="宋体" charset="-122"/>
      </a:defRPr>
    </a:lvl8pPr>
    <a:lvl9pPr marL="3657600" lvl="8" indent="-433705" algn="l" defTabSz="1130300" eaLnBrk="1" fontAlgn="base" latinLnBrk="0" hangingPunct="1">
      <a:lnSpc>
        <a:spcPct val="100000"/>
      </a:lnSpc>
      <a:spcBef>
        <a:spcPct val="0"/>
      </a:spcBef>
      <a:spcAft>
        <a:spcPct val="0"/>
      </a:spcAft>
      <a:buFont typeface="Arial" charset="0"/>
      <a:buNone/>
      <a:defRPr sz="2200" b="0" i="0" u="none" kern="1200" baseline="0">
        <a:solidFill>
          <a:schemeClr val="tx1"/>
        </a:solidFill>
        <a:latin typeface="Arial" charset="0"/>
        <a:ea typeface="宋体" charset="-122"/>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howGuides="1">
      <p:cViewPr varScale="1">
        <p:scale>
          <a:sx n="59" d="100"/>
          <a:sy n="59" d="100"/>
        </p:scale>
        <p:origin x="-942" y="-78"/>
      </p:cViewPr>
      <p:guideLst>
        <p:guide orient="horz" pos="2268"/>
        <p:guide pos="3982"/>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5" Type="http://schemas.openxmlformats.org/officeDocument/2006/relationships/tableStyles" Target="tableStyles.xml"/><Relationship Id="rId64" Type="http://schemas.openxmlformats.org/officeDocument/2006/relationships/viewProps" Target="viewProps.xml"/><Relationship Id="rId63" Type="http://schemas.openxmlformats.org/officeDocument/2006/relationships/presProps" Target="presProps.xml"/><Relationship Id="rId62" Type="http://schemas.openxmlformats.org/officeDocument/2006/relationships/slide" Target="slides/slide57.xml"/><Relationship Id="rId61" Type="http://schemas.openxmlformats.org/officeDocument/2006/relationships/slide" Target="slides/slide56.xml"/><Relationship Id="rId60" Type="http://schemas.openxmlformats.org/officeDocument/2006/relationships/slide" Target="slides/slide55.xml"/><Relationship Id="rId6" Type="http://schemas.openxmlformats.org/officeDocument/2006/relationships/slide" Target="slides/slide2.xml"/><Relationship Id="rId59" Type="http://schemas.openxmlformats.org/officeDocument/2006/relationships/slide" Target="slides/slide54.xml"/><Relationship Id="rId58" Type="http://schemas.openxmlformats.org/officeDocument/2006/relationships/slide" Target="slides/slide53.xml"/><Relationship Id="rId57" Type="http://schemas.openxmlformats.org/officeDocument/2006/relationships/slide" Target="slides/slide52.xml"/><Relationship Id="rId56" Type="http://schemas.openxmlformats.org/officeDocument/2006/relationships/slide" Target="slides/slide51.xml"/><Relationship Id="rId55" Type="http://schemas.openxmlformats.org/officeDocument/2006/relationships/slide" Target="slides/slide50.xml"/><Relationship Id="rId54" Type="http://schemas.openxmlformats.org/officeDocument/2006/relationships/slide" Target="slides/slide49.xml"/><Relationship Id="rId53" Type="http://schemas.openxmlformats.org/officeDocument/2006/relationships/slide" Target="slides/slide48.xml"/><Relationship Id="rId52" Type="http://schemas.openxmlformats.org/officeDocument/2006/relationships/slide" Target="slides/slide47.xml"/><Relationship Id="rId51" Type="http://schemas.openxmlformats.org/officeDocument/2006/relationships/slide" Target="slides/slide46.xml"/><Relationship Id="rId50" Type="http://schemas.openxmlformats.org/officeDocument/2006/relationships/slide" Target="slides/slide45.xml"/><Relationship Id="rId5" Type="http://schemas.openxmlformats.org/officeDocument/2006/relationships/slide" Target="slides/slide1.xml"/><Relationship Id="rId49" Type="http://schemas.openxmlformats.org/officeDocument/2006/relationships/slide" Target="slides/slide44.xml"/><Relationship Id="rId48" Type="http://schemas.openxmlformats.org/officeDocument/2006/relationships/slide" Target="slides/slide43.xml"/><Relationship Id="rId47" Type="http://schemas.openxmlformats.org/officeDocument/2006/relationships/slide" Target="slides/slide42.xml"/><Relationship Id="rId46" Type="http://schemas.openxmlformats.org/officeDocument/2006/relationships/slide" Target="slides/slide41.xml"/><Relationship Id="rId45" Type="http://schemas.openxmlformats.org/officeDocument/2006/relationships/slide" Target="slides/slide40.xml"/><Relationship Id="rId44" Type="http://schemas.openxmlformats.org/officeDocument/2006/relationships/slide" Target="slides/slide39.xml"/><Relationship Id="rId43" Type="http://schemas.openxmlformats.org/officeDocument/2006/relationships/slide" Target="slides/slide38.xml"/><Relationship Id="rId42" Type="http://schemas.openxmlformats.org/officeDocument/2006/relationships/slide" Target="slides/slide37.xml"/><Relationship Id="rId41" Type="http://schemas.openxmlformats.org/officeDocument/2006/relationships/slide" Target="slides/slide36.xml"/><Relationship Id="rId40" Type="http://schemas.openxmlformats.org/officeDocument/2006/relationships/slide" Target="slides/slide35.xml"/><Relationship Id="rId4" Type="http://schemas.openxmlformats.org/officeDocument/2006/relationships/slideMaster" Target="slideMasters/slideMaster3.xml"/><Relationship Id="rId39" Type="http://schemas.openxmlformats.org/officeDocument/2006/relationships/slide" Target="slides/slide34.xml"/><Relationship Id="rId38" Type="http://schemas.openxmlformats.org/officeDocument/2006/relationships/slide" Target="slides/slide33.xml"/><Relationship Id="rId37" Type="http://schemas.openxmlformats.org/officeDocument/2006/relationships/slide" Target="slides/slide32.xml"/><Relationship Id="rId36" Type="http://schemas.openxmlformats.org/officeDocument/2006/relationships/slide" Target="slides/slide31.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notesMaster" Target="notesMasters/notesMaster1.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4098" name="页眉占位符 1"/>
          <p:cNvSpPr>
            <a14:cpLocks xmlns:a14="http://schemas.microsoft.com/office/drawing/2010/main" noGrp="1" noChangeArrowheads="1"/>
          </p:cNvSpPr>
          <p:nvPr>
            <p:ph type="hdr" sz="quarter"/>
          </p:nvPr>
        </p:nvSpPr>
        <p:spPr bwMode="auto">
          <a:xfrm>
            <a:off x="0" y="0"/>
            <a:ext cx="2971800" cy="457200"/>
          </a:xfrm>
          <a:prstGeom prst="rect">
            <a:avLst/>
          </a:prstGeom>
          <a:noFill/>
          <a:ln w="9525">
            <a:noFill/>
            <a:miter lim="800000"/>
          </a:ln>
        </p:spPr>
        <p:txBody>
          <a:bodyPr vert="horz" wrap="square" lIns="91440" tIns="45720" rIns="91440" bIns="45720" numCol="1" anchor="t" anchorCtr="0" compatLnSpc="1"/>
          <a:lstStyle>
            <a:lvl1pPr>
              <a:defRPr sz="1200">
                <a:latin typeface="Calibri" pitchFamily="34" charset="0"/>
              </a:defRPr>
            </a:lvl1pPr>
          </a:lstStyle>
          <a:p>
            <a:pPr marL="0" marR="0" lvl="0" indent="0" algn="l" defTabSz="1130300" rtl="0" eaLnBrk="1" fontAlgn="base" latinLnBrk="0" hangingPunct="1">
              <a:lnSpc>
                <a:spcPct val="100000"/>
              </a:lnSpc>
              <a:spcBef>
                <a:spcPct val="0"/>
              </a:spcBef>
              <a:spcAft>
                <a:spcPct val="0"/>
              </a:spcAft>
              <a:buClrTx/>
              <a:buSzTx/>
              <a:buFont typeface="Arial" charset="0"/>
              <a:buNone/>
              <a:defRPr/>
            </a:pPr>
            <a:endParaRPr kumimoji="0" lang="zh-CN" altLang="en-US" sz="1200" b="0" i="0" u="none" strike="noStrike" kern="1200" cap="none" spc="0" normalizeH="0" baseline="0" noProof="0">
              <a:ln>
                <a:noFill/>
              </a:ln>
              <a:solidFill>
                <a:schemeClr val="tx1"/>
              </a:solidFill>
              <a:effectLst/>
              <a:uLnTx/>
              <a:uFillTx/>
              <a:latin typeface="Calibri" pitchFamily="34" charset="0"/>
              <a:ea typeface="宋体" charset="-122"/>
              <a:cs typeface="+mn-cs"/>
            </a:endParaRPr>
          </a:p>
        </p:txBody>
      </p:sp>
      <p:sp>
        <p:nvSpPr>
          <p:cNvPr id="4099" name="日期占位符 2"/>
          <p:cNvSpPr>
            <a14:cpLocks xmlns:a14="http://schemas.microsoft.com/office/drawing/2010/main" noGrp="1" noChangeArrowheads="1"/>
          </p:cNvSpPr>
          <p:nvPr>
            <p:ph type="dt" idx="1"/>
          </p:nvPr>
        </p:nvSpPr>
        <p:spPr bwMode="auto">
          <a:xfrm>
            <a:off x="3884613" y="0"/>
            <a:ext cx="2971800" cy="457200"/>
          </a:xfrm>
          <a:prstGeom prst="rect">
            <a:avLst/>
          </a:prstGeom>
          <a:noFill/>
          <a:ln w="9525">
            <a:noFill/>
            <a:miter lim="800000"/>
          </a:ln>
        </p:spPr>
        <p:txBody>
          <a:bodyPr vert="horz" wrap="square" lIns="91440" tIns="45720" rIns="91440" bIns="45720" numCol="1" anchor="t" anchorCtr="0" compatLnSpc="1"/>
          <a:lstStyle>
            <a:lvl1pPr algn="r">
              <a:defRPr sz="1200">
                <a:latin typeface="Calibri" pitchFamily="34" charset="0"/>
              </a:defRPr>
            </a:lvl1pPr>
          </a:lstStyle>
          <a:p>
            <a:pPr marL="0" marR="0" lvl="0" indent="0" algn="r" defTabSz="1130300" rtl="0" eaLnBrk="1" fontAlgn="base" latinLnBrk="0" hangingPunct="1">
              <a:lnSpc>
                <a:spcPct val="100000"/>
              </a:lnSpc>
              <a:spcBef>
                <a:spcPct val="0"/>
              </a:spcBef>
              <a:spcAft>
                <a:spcPct val="0"/>
              </a:spcAft>
              <a:buClrTx/>
              <a:buSzTx/>
              <a:buFont typeface="Arial" charset="0"/>
              <a:buNone/>
              <a:defRPr/>
            </a:pPr>
            <a:fld id="{55175BE7-4F8D-4D52-A51B-3F05E3F20D1F}" type="datetimeFigureOut">
              <a:rPr kumimoji="0" lang="zh-CN" altLang="en-US" sz="1200" b="0" i="0" u="none" strike="noStrike" kern="1200" cap="none" spc="0" normalizeH="0" baseline="0" noProof="0">
                <a:ln>
                  <a:noFill/>
                </a:ln>
                <a:solidFill>
                  <a:schemeClr val="tx1"/>
                </a:solidFill>
                <a:effectLst/>
                <a:uLnTx/>
                <a:uFillTx/>
                <a:latin typeface="Calibri" pitchFamily="34" charset="0"/>
                <a:ea typeface="宋体" charset="-122"/>
                <a:cs typeface="+mn-cs"/>
              </a:rPr>
            </a:fld>
            <a:endParaRPr kumimoji="0" lang="zh-CN" altLang="en-US" sz="1200" b="0" i="0" u="none" strike="noStrike" kern="1200" cap="none" spc="0" normalizeH="0" baseline="0" noProof="0">
              <a:ln>
                <a:noFill/>
              </a:ln>
              <a:solidFill>
                <a:schemeClr val="tx1"/>
              </a:solidFill>
              <a:effectLst/>
              <a:uLnTx/>
              <a:uFillTx/>
              <a:latin typeface="Calibri" pitchFamily="34" charset="0"/>
              <a:ea typeface="宋体" charset="-122"/>
              <a:cs typeface="+mn-cs"/>
            </a:endParaRPr>
          </a:p>
        </p:txBody>
      </p:sp>
      <p:sp>
        <p:nvSpPr>
          <p:cNvPr id="5124" name="幻灯片图像占位符 3"/>
          <p:cNvSpPr>
            <a14:cpLocks xmlns:a14="http://schemas.microsoft.com/office/drawing/2010/main" noGrp="1"/>
          </p:cNvSpPr>
          <p:nvPr>
            <p:ph type="sldImg"/>
          </p:nvPr>
        </p:nvSpPr>
        <p:spPr>
          <a:xfrm>
            <a:off x="428625" y="685800"/>
            <a:ext cx="6000750" cy="3429000"/>
          </a:xfrm>
          <a:prstGeom prst="rect">
            <a:avLst/>
          </a:prstGeom>
          <a:noFill/>
          <a:ln w="9525">
            <a:noFill/>
          </a:ln>
        </p:spPr>
      </p:sp>
      <p:sp>
        <p:nvSpPr>
          <p:cNvPr id="4101" name="备注占位符 4"/>
          <p:cNvSpPr>
            <a14:cpLocks xmlns:a14="http://schemas.microsoft.com/office/drawing/2010/main" noGrp="1" noChangeArrowheads="1"/>
          </p:cNvSpPr>
          <p:nvPr>
            <p:ph type="body" sz="quarter" idx="3"/>
          </p:nvPr>
        </p:nvSpPr>
        <p:spPr bwMode="auto">
          <a:xfrm>
            <a:off x="685800" y="4343400"/>
            <a:ext cx="5486400" cy="4114800"/>
          </a:xfrm>
          <a:prstGeom prst="rect">
            <a:avLst/>
          </a:prstGeom>
          <a:noFill/>
          <a:ln w="9525">
            <a:noFill/>
            <a:miter lim="800000"/>
          </a:ln>
        </p:spPr>
        <p:txBody>
          <a:bodyPr vert="horz" wrap="square" lIns="91440" tIns="45720" rIns="91440" bIns="45720" numCol="1" anchor="ctr" anchorCtr="0" compatLnSpc="1"/>
          <a:lstStyle/>
          <a:p>
            <a:pPr marL="0" marR="0" lvl="0" indent="0" algn="l" defTabSz="1130300" rtl="0" eaLnBrk="0" fontAlgn="base" latinLnBrk="0" hangingPunct="0">
              <a:lnSpc>
                <a:spcPct val="100000"/>
              </a:lnSpc>
              <a:spcBef>
                <a:spcPct val="30000"/>
              </a:spcBef>
              <a:spcAft>
                <a:spcPct val="0"/>
              </a:spcAft>
              <a:buClrTx/>
              <a:buSzTx/>
              <a:buFontTx/>
              <a:buNone/>
              <a:defRPr/>
            </a:pPr>
            <a:r>
              <a:rPr kumimoji="0" lang="zh-CN" altLang="en-US" sz="1500" b="0" i="0" u="none" strike="noStrike" kern="1200" cap="none" spc="0" normalizeH="0" baseline="0" noProof="0" smtClean="0">
                <a:ln>
                  <a:noFill/>
                </a:ln>
                <a:solidFill>
                  <a:schemeClr val="tx1"/>
                </a:solidFill>
                <a:effectLst/>
                <a:uLnTx/>
                <a:uFillTx/>
                <a:latin typeface="Calibri" pitchFamily="34" charset="0"/>
                <a:ea typeface="宋体" charset="-122"/>
                <a:cs typeface="+mn-cs"/>
              </a:rPr>
              <a:t>单击此处编辑母版文本样式</a:t>
            </a:r>
            <a:endParaRPr kumimoji="0" lang="zh-CN" altLang="en-US" sz="1500" b="0" i="0" u="none" strike="noStrike" kern="1200" cap="none" spc="0" normalizeH="0" baseline="0" noProof="0" smtClean="0">
              <a:ln>
                <a:noFill/>
              </a:ln>
              <a:solidFill>
                <a:schemeClr val="tx1"/>
              </a:solidFill>
              <a:effectLst/>
              <a:uLnTx/>
              <a:uFillTx/>
              <a:latin typeface="Calibri" pitchFamily="34" charset="0"/>
              <a:ea typeface="宋体" charset="-122"/>
              <a:cs typeface="+mn-cs"/>
            </a:endParaRPr>
          </a:p>
          <a:p>
            <a:pPr marL="565150" marR="0" lvl="1" indent="0" algn="l" defTabSz="1130300" rtl="0" eaLnBrk="0" fontAlgn="base" latinLnBrk="0" hangingPunct="0">
              <a:lnSpc>
                <a:spcPct val="100000"/>
              </a:lnSpc>
              <a:spcBef>
                <a:spcPct val="30000"/>
              </a:spcBef>
              <a:spcAft>
                <a:spcPct val="0"/>
              </a:spcAft>
              <a:buClrTx/>
              <a:buSzTx/>
              <a:buFontTx/>
              <a:buNone/>
              <a:defRPr/>
            </a:pPr>
            <a:r>
              <a:rPr kumimoji="0" lang="zh-CN" altLang="en-US" sz="1500" b="0" i="0" u="none" strike="noStrike" kern="1200" cap="none" spc="0" normalizeH="0" baseline="0" noProof="0" smtClean="0">
                <a:ln>
                  <a:noFill/>
                </a:ln>
                <a:solidFill>
                  <a:schemeClr val="tx1"/>
                </a:solidFill>
                <a:effectLst/>
                <a:uLnTx/>
                <a:uFillTx/>
                <a:latin typeface="Calibri" pitchFamily="34" charset="0"/>
                <a:ea typeface="宋体" charset="-122"/>
                <a:cs typeface="+mn-cs"/>
              </a:rPr>
              <a:t>第二级</a:t>
            </a:r>
            <a:endParaRPr kumimoji="0" lang="zh-CN" altLang="en-US" sz="1500" b="0" i="0" u="none" strike="noStrike" kern="1200" cap="none" spc="0" normalizeH="0" baseline="0" noProof="0" smtClean="0">
              <a:ln>
                <a:noFill/>
              </a:ln>
              <a:solidFill>
                <a:schemeClr val="tx1"/>
              </a:solidFill>
              <a:effectLst/>
              <a:uLnTx/>
              <a:uFillTx/>
              <a:latin typeface="Calibri" pitchFamily="34" charset="0"/>
              <a:ea typeface="宋体" charset="-122"/>
              <a:cs typeface="+mn-cs"/>
            </a:endParaRPr>
          </a:p>
          <a:p>
            <a:pPr marL="1130300" marR="0" lvl="2" indent="0" algn="l" defTabSz="1130300" rtl="0" eaLnBrk="0" fontAlgn="base" latinLnBrk="0" hangingPunct="0">
              <a:lnSpc>
                <a:spcPct val="100000"/>
              </a:lnSpc>
              <a:spcBef>
                <a:spcPct val="30000"/>
              </a:spcBef>
              <a:spcAft>
                <a:spcPct val="0"/>
              </a:spcAft>
              <a:buClrTx/>
              <a:buSzTx/>
              <a:buFontTx/>
              <a:buNone/>
              <a:defRPr/>
            </a:pPr>
            <a:r>
              <a:rPr kumimoji="0" lang="zh-CN" altLang="en-US" sz="1500" b="0" i="0" u="none" strike="noStrike" kern="1200" cap="none" spc="0" normalizeH="0" baseline="0" noProof="0" smtClean="0">
                <a:ln>
                  <a:noFill/>
                </a:ln>
                <a:solidFill>
                  <a:schemeClr val="tx1"/>
                </a:solidFill>
                <a:effectLst/>
                <a:uLnTx/>
                <a:uFillTx/>
                <a:latin typeface="Calibri" pitchFamily="34" charset="0"/>
                <a:ea typeface="宋体" charset="-122"/>
                <a:cs typeface="+mn-cs"/>
              </a:rPr>
              <a:t>第三级</a:t>
            </a:r>
            <a:endParaRPr kumimoji="0" lang="zh-CN" altLang="en-US" sz="1500" b="0" i="0" u="none" strike="noStrike" kern="1200" cap="none" spc="0" normalizeH="0" baseline="0" noProof="0" smtClean="0">
              <a:ln>
                <a:noFill/>
              </a:ln>
              <a:solidFill>
                <a:schemeClr val="tx1"/>
              </a:solidFill>
              <a:effectLst/>
              <a:uLnTx/>
              <a:uFillTx/>
              <a:latin typeface="Calibri" pitchFamily="34" charset="0"/>
              <a:ea typeface="宋体" charset="-122"/>
              <a:cs typeface="+mn-cs"/>
            </a:endParaRPr>
          </a:p>
          <a:p>
            <a:pPr marL="1697355" marR="0" lvl="3" indent="0" algn="l" defTabSz="1130300" rtl="0" eaLnBrk="0" fontAlgn="base" latinLnBrk="0" hangingPunct="0">
              <a:lnSpc>
                <a:spcPct val="100000"/>
              </a:lnSpc>
              <a:spcBef>
                <a:spcPct val="30000"/>
              </a:spcBef>
              <a:spcAft>
                <a:spcPct val="0"/>
              </a:spcAft>
              <a:buClrTx/>
              <a:buSzTx/>
              <a:buFontTx/>
              <a:buNone/>
              <a:defRPr/>
            </a:pPr>
            <a:r>
              <a:rPr kumimoji="0" lang="zh-CN" altLang="en-US" sz="1500" b="0" i="0" u="none" strike="noStrike" kern="1200" cap="none" spc="0" normalizeH="0" baseline="0" noProof="0" smtClean="0">
                <a:ln>
                  <a:noFill/>
                </a:ln>
                <a:solidFill>
                  <a:schemeClr val="tx1"/>
                </a:solidFill>
                <a:effectLst/>
                <a:uLnTx/>
                <a:uFillTx/>
                <a:latin typeface="Calibri" pitchFamily="34" charset="0"/>
                <a:ea typeface="宋体" charset="-122"/>
                <a:cs typeface="+mn-cs"/>
              </a:rPr>
              <a:t>第四级</a:t>
            </a:r>
            <a:endParaRPr kumimoji="0" lang="zh-CN" altLang="en-US" sz="1500" b="0" i="0" u="none" strike="noStrike" kern="1200" cap="none" spc="0" normalizeH="0" baseline="0" noProof="0" smtClean="0">
              <a:ln>
                <a:noFill/>
              </a:ln>
              <a:solidFill>
                <a:schemeClr val="tx1"/>
              </a:solidFill>
              <a:effectLst/>
              <a:uLnTx/>
              <a:uFillTx/>
              <a:latin typeface="Calibri" pitchFamily="34" charset="0"/>
              <a:ea typeface="宋体" charset="-122"/>
              <a:cs typeface="+mn-cs"/>
            </a:endParaRPr>
          </a:p>
          <a:p>
            <a:pPr marL="2262505" marR="0" lvl="4" indent="0" algn="l" defTabSz="1130300" rtl="0" eaLnBrk="0" fontAlgn="base" latinLnBrk="0" hangingPunct="0">
              <a:lnSpc>
                <a:spcPct val="100000"/>
              </a:lnSpc>
              <a:spcBef>
                <a:spcPct val="30000"/>
              </a:spcBef>
              <a:spcAft>
                <a:spcPct val="0"/>
              </a:spcAft>
              <a:buClrTx/>
              <a:buSzTx/>
              <a:buFontTx/>
              <a:buNone/>
              <a:defRPr/>
            </a:pPr>
            <a:r>
              <a:rPr kumimoji="0" lang="zh-CN" altLang="en-US" sz="1500" b="0" i="0" u="none" strike="noStrike" kern="1200" cap="none" spc="0" normalizeH="0" baseline="0" noProof="0" smtClean="0">
                <a:ln>
                  <a:noFill/>
                </a:ln>
                <a:solidFill>
                  <a:schemeClr val="tx1"/>
                </a:solidFill>
                <a:effectLst/>
                <a:uLnTx/>
                <a:uFillTx/>
                <a:latin typeface="Calibri" pitchFamily="34" charset="0"/>
                <a:ea typeface="宋体" charset="-122"/>
                <a:cs typeface="+mn-cs"/>
              </a:rPr>
              <a:t>第五级</a:t>
            </a:r>
            <a:endParaRPr kumimoji="0" lang="zh-CN" altLang="en-US" sz="1500" b="0" i="0" u="none" strike="noStrike" kern="1200" cap="none" spc="0" normalizeH="0" baseline="0" noProof="0" smtClean="0">
              <a:ln>
                <a:noFill/>
              </a:ln>
              <a:solidFill>
                <a:schemeClr val="tx1"/>
              </a:solidFill>
              <a:effectLst/>
              <a:uLnTx/>
              <a:uFillTx/>
              <a:latin typeface="Calibri" pitchFamily="34" charset="0"/>
              <a:ea typeface="宋体" charset="-122"/>
              <a:cs typeface="+mn-cs"/>
            </a:endParaRPr>
          </a:p>
        </p:txBody>
      </p:sp>
      <p:sp>
        <p:nvSpPr>
          <p:cNvPr id="4102" name="页脚占位符 5"/>
          <p:cNvSpPr>
            <a14:cpLocks xmlns:a14="http://schemas.microsoft.com/office/drawing/2010/main" noGrp="1" noChangeArrowheads="1"/>
          </p:cNvSpPr>
          <p:nvPr>
            <p:ph type="ftr" sz="quarter" idx="4"/>
          </p:nvPr>
        </p:nvSpPr>
        <p:spPr bwMode="auto">
          <a:xfrm>
            <a:off x="0" y="8685213"/>
            <a:ext cx="2971800" cy="457200"/>
          </a:xfrm>
          <a:prstGeom prst="rect">
            <a:avLst/>
          </a:prstGeom>
          <a:noFill/>
          <a:ln w="9525">
            <a:noFill/>
            <a:miter lim="800000"/>
          </a:ln>
        </p:spPr>
        <p:txBody>
          <a:bodyPr vert="horz" wrap="square" lIns="91440" tIns="45720" rIns="91440" bIns="45720" numCol="1" anchor="b" anchorCtr="0" compatLnSpc="1"/>
          <a:lstStyle>
            <a:lvl1pPr>
              <a:defRPr sz="1200">
                <a:latin typeface="Calibri" pitchFamily="34" charset="0"/>
              </a:defRPr>
            </a:lvl1pPr>
          </a:lstStyle>
          <a:p>
            <a:pPr marL="0" marR="0" lvl="0" indent="0" algn="l" defTabSz="1130300" rtl="0" eaLnBrk="1" fontAlgn="base" latinLnBrk="0" hangingPunct="1">
              <a:lnSpc>
                <a:spcPct val="100000"/>
              </a:lnSpc>
              <a:spcBef>
                <a:spcPct val="0"/>
              </a:spcBef>
              <a:spcAft>
                <a:spcPct val="0"/>
              </a:spcAft>
              <a:buClrTx/>
              <a:buSzTx/>
              <a:buFont typeface="Arial" charset="0"/>
              <a:buNone/>
              <a:defRPr/>
            </a:pPr>
            <a:endParaRPr kumimoji="0" lang="zh-CN" altLang="en-US" sz="1200" b="0" i="0" u="none" strike="noStrike" kern="1200" cap="none" spc="0" normalizeH="0" baseline="0" noProof="0">
              <a:ln>
                <a:noFill/>
              </a:ln>
              <a:solidFill>
                <a:schemeClr val="tx1"/>
              </a:solidFill>
              <a:effectLst/>
              <a:uLnTx/>
              <a:uFillTx/>
              <a:latin typeface="Calibri" pitchFamily="34" charset="0"/>
              <a:ea typeface="宋体" charset="-122"/>
              <a:cs typeface="+mn-cs"/>
            </a:endParaRPr>
          </a:p>
        </p:txBody>
      </p:sp>
      <p:sp>
        <p:nvSpPr>
          <p:cNvPr id="4103" name="灯片编号占位符 6"/>
          <p:cNvSpPr>
            <a14:cpLocks xmlns:a14="http://schemas.microsoft.com/office/drawing/2010/main" noGrp="1" noChangeArrowheads="1"/>
          </p:cNvSpPr>
          <p:nvPr>
            <p:ph type="sldNum" sz="quarter" idx="5"/>
          </p:nvPr>
        </p:nvSpPr>
        <p:spPr bwMode="auto">
          <a:xfrm>
            <a:off x="3884613" y="8685213"/>
            <a:ext cx="2971800" cy="457200"/>
          </a:xfrm>
          <a:prstGeom prst="rect">
            <a:avLst/>
          </a:prstGeom>
          <a:noFill/>
          <a:ln w="9525">
            <a:noFill/>
            <a:miter lim="800000"/>
          </a:ln>
        </p:spPr>
        <p:txBody>
          <a:bodyPr vert="horz" wrap="square" lIns="91440" tIns="45720" rIns="91440" bIns="45720" numCol="1" anchor="b" anchorCtr="0" compatLnSpc="1"/>
          <a:p>
            <a:pPr lvl="0" algn="r" eaLnBrk="1" fontAlgn="base" hangingPunct="1"/>
            <a:fld id="{9A0DB2DC-4C9A-4742-B13C-FB6460FD3503}" type="slidenum">
              <a:rPr lang="zh-CN" altLang="en-US" sz="1200" strike="noStrike" noProof="1" dirty="0">
                <a:latin typeface="Calibri" pitchFamily="34" charset="0"/>
                <a:ea typeface="宋体" charset="-122"/>
                <a:cs typeface="+mn-ea"/>
              </a:rPr>
            </a:fld>
            <a:endParaRPr lang="zh-CN" altLang="en-US" sz="1200" strike="noStrike" noProof="1" dirty="0">
              <a:latin typeface="Calibri" pitchFamily="34" charset="0"/>
            </a:endParaRPr>
          </a:p>
        </p:txBody>
      </p:sp>
    </p:spTree>
  </p:cSld>
  <p:clrMap bg1="lt1" tx1="dk1" bg2="lt2" tx2="dk2" accent1="accent1" accent2="accent2" accent3="accent3" accent4="accent4" accent5="accent5" accent6="accent6" hlink="hlink" folHlink="folHlink"/>
  <p:hf sldNum="0" hdr="0" ftr="0" dt="0"/>
  <p:notesStyle>
    <a:lvl1pPr algn="l" defTabSz="1130300" rtl="0" eaLnBrk="0" fontAlgn="base" hangingPunct="0">
      <a:spcBef>
        <a:spcPct val="30000"/>
      </a:spcBef>
      <a:spcAft>
        <a:spcPct val="0"/>
      </a:spcAft>
      <a:defRPr sz="1500" kern="1200">
        <a:solidFill>
          <a:schemeClr val="tx1"/>
        </a:solidFill>
        <a:latin typeface="Calibri" pitchFamily="34" charset="0"/>
        <a:ea typeface="宋体" charset="-122"/>
        <a:cs typeface="+mn-cs"/>
      </a:defRPr>
    </a:lvl1pPr>
    <a:lvl2pPr marL="565150" algn="l" defTabSz="1130300" rtl="0" eaLnBrk="0" fontAlgn="base" hangingPunct="0">
      <a:spcBef>
        <a:spcPct val="30000"/>
      </a:spcBef>
      <a:spcAft>
        <a:spcPct val="0"/>
      </a:spcAft>
      <a:defRPr sz="1500" kern="1200">
        <a:solidFill>
          <a:schemeClr val="tx1"/>
        </a:solidFill>
        <a:latin typeface="Calibri" pitchFamily="34" charset="0"/>
        <a:ea typeface="宋体" charset="-122"/>
        <a:cs typeface="+mn-cs"/>
      </a:defRPr>
    </a:lvl2pPr>
    <a:lvl3pPr marL="1130300" algn="l" defTabSz="1130300" rtl="0" eaLnBrk="0" fontAlgn="base" hangingPunct="0">
      <a:spcBef>
        <a:spcPct val="30000"/>
      </a:spcBef>
      <a:spcAft>
        <a:spcPct val="0"/>
      </a:spcAft>
      <a:defRPr sz="1500" kern="1200">
        <a:solidFill>
          <a:schemeClr val="tx1"/>
        </a:solidFill>
        <a:latin typeface="Calibri" pitchFamily="34" charset="0"/>
        <a:ea typeface="宋体" charset="-122"/>
        <a:cs typeface="+mn-cs"/>
      </a:defRPr>
    </a:lvl3pPr>
    <a:lvl4pPr marL="1697355" algn="l" defTabSz="1130300" rtl="0" eaLnBrk="0" fontAlgn="base" hangingPunct="0">
      <a:spcBef>
        <a:spcPct val="30000"/>
      </a:spcBef>
      <a:spcAft>
        <a:spcPct val="0"/>
      </a:spcAft>
      <a:defRPr sz="1500" kern="1200">
        <a:solidFill>
          <a:schemeClr val="tx1"/>
        </a:solidFill>
        <a:latin typeface="Calibri" pitchFamily="34" charset="0"/>
        <a:ea typeface="宋体" charset="-122"/>
        <a:cs typeface="+mn-cs"/>
      </a:defRPr>
    </a:lvl4pPr>
    <a:lvl5pPr marL="2262505" algn="l" defTabSz="1130300" rtl="0" eaLnBrk="0" fontAlgn="base" hangingPunct="0">
      <a:spcBef>
        <a:spcPct val="30000"/>
      </a:spcBef>
      <a:spcAft>
        <a:spcPct val="0"/>
      </a:spcAft>
      <a:defRPr sz="1500" kern="1200">
        <a:solidFill>
          <a:schemeClr val="tx1"/>
        </a:solidFill>
        <a:latin typeface="Calibri" pitchFamily="34" charset="0"/>
        <a:ea typeface="宋体"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3" name="幻灯片图像占位符 1"/>
          <p:cNvSpPr>
            <a14:cpLocks xmlns:a14="http://schemas.microsoft.com/office/drawing/2010/main" noGrp="1" noRot="1" noChangeAspect="1"/>
          </p:cNvSpPr>
          <p:nvPr>
            <p:ph type="sldImg"/>
          </p:nvPr>
        </p:nvSpPr>
        <p:spPr>
          <a:ln/>
        </p:spPr>
      </p:sp>
      <p:sp>
        <p:nvSpPr>
          <p:cNvPr id="13314" name="备注占位符 2"/>
          <p:cNvSpPr>
            <a14:cpLocks xmlns:a14="http://schemas.microsoft.com/office/drawing/2010/main" noGrp="1"/>
          </p:cNvSpPr>
          <p:nvPr>
            <p:ph type="body"/>
          </p:nvPr>
        </p:nvSpPr>
        <p:spPr>
          <a:ln/>
        </p:spPr>
        <p:txBody>
          <a:bodyPr wrap="square" lIns="91440" tIns="45720" rIns="91440" bIns="45720" anchor="ctr"/>
          <a:p>
            <a:pPr lvl="0"/>
            <a:endParaRPr lang="zh-CN" altLang="en-US" dirty="0"/>
          </a:p>
        </p:txBody>
      </p:sp>
      <p:sp>
        <p:nvSpPr>
          <p:cNvPr id="13315" name="灯片编号占位符 3"/>
          <p:cNvSpPr txBox="1">
            <a14:cpLocks xmlns:a14="http://schemas.microsoft.com/office/drawing/2010/main" noGrp="1"/>
          </p:cNvSpPr>
          <p:nvPr>
            <p:ph type="sldNum" sz="quarter"/>
          </p:nvPr>
        </p:nvSpPr>
        <p:spPr>
          <a:xfrm>
            <a:off x="3884613" y="8685213"/>
            <a:ext cx="2971800" cy="457200"/>
          </a:xfrm>
          <a:prstGeom prst="rect">
            <a:avLst/>
          </a:prstGeom>
          <a:noFill/>
          <a:ln w="9525">
            <a:noFill/>
          </a:ln>
        </p:spPr>
        <p:txBody>
          <a:bodyPr wrap="square" lIns="91440" tIns="45720" rIns="91440" bIns="45720" anchor="b"/>
          <a:p>
            <a:pPr lvl="0" algn="r"/>
            <a:fld id="{9A0DB2DC-4C9A-4742-B13C-FB6460FD3503}" type="slidenum">
              <a:rPr lang="zh-CN" altLang="en-US" sz="1200" dirty="0">
                <a:latin typeface="Calibri" pitchFamily="34" charset="0"/>
              </a:rPr>
            </a:fld>
            <a:endParaRPr lang="zh-CN" altLang="en-US" sz="1200" dirty="0">
              <a:latin typeface="Calibri"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p:sp>
        <p:nvSpPr>
          <p:cNvPr id="25602" name="Rectangle 7"/>
          <p:cNvSpPr txBox="1">
            <a14:cpLocks xmlns:a14="http://schemas.microsoft.com/office/drawing/2010/main" noGrp="1"/>
          </p:cNvSpPr>
          <p:nvPr/>
        </p:nvSpPr>
        <p:spPr>
          <a:xfrm>
            <a:off x="3884613" y="8685213"/>
            <a:ext cx="2971800" cy="457200"/>
          </a:xfrm>
          <a:prstGeom prst="rect">
            <a:avLst/>
          </a:prstGeom>
          <a:noFill/>
          <a:ln w="9525">
            <a:noFill/>
          </a:ln>
        </p:spPr>
        <p:txBody>
          <a:bodyPr anchor="b"/>
          <a:p>
            <a:pPr lvl="0" algn="r" defTabSz="914400"/>
            <a:fld id="{9A0DB2DC-4C9A-4742-B13C-FB6460FD3503}" type="slidenum">
              <a:rPr lang="en-US" altLang="zh-CN" sz="1200" dirty="0"/>
            </a:fld>
            <a:endParaRPr lang="en-US" altLang="zh-CN" sz="1200" dirty="0"/>
          </a:p>
        </p:txBody>
      </p:sp>
      <p:sp>
        <p:nvSpPr>
          <p:cNvPr id="25603" name="Rectangle 2"/>
          <p:cNvSpPr>
            <a14:cpLocks xmlns:a14="http://schemas.microsoft.com/office/drawing/2010/main" noGrp="1" noRot="1"/>
          </p:cNvSpPr>
          <p:nvPr>
            <p:ph type="sldImg"/>
          </p:nvPr>
        </p:nvSpPr>
        <p:spPr>
          <a:ln>
            <a:solidFill>
              <a:srgbClr val="000000"/>
            </a:solidFill>
            <a:miter/>
          </a:ln>
        </p:spPr>
      </p:sp>
      <p:sp>
        <p:nvSpPr>
          <p:cNvPr id="25604" name="Rectangle 3"/>
          <p:cNvSpPr>
            <a14:cpLocks xmlns:a14="http://schemas.microsoft.com/office/drawing/2010/main" noGrp="1"/>
          </p:cNvSpPr>
          <p:nvPr>
            <p:ph type="body"/>
          </p:nvPr>
        </p:nvSpPr>
        <p:spPr>
          <a:ln/>
        </p:spPr>
        <p:txBody>
          <a:bodyPr wrap="square" lIns="91440" tIns="45720" rIns="91440" bIns="45720" anchor="t"/>
          <a:p>
            <a:pPr lvl="0" defTabSz="914400" eaLnBrk="1" hangingPunct="1"/>
            <a:r>
              <a:rPr lang="zh-CN" altLang="en-US" dirty="0"/>
              <a:t>遗传决定论、环境决定论分别重视了遗传素质、环境教育对心理发展的制约作用，但两者都因为片面强调一个因素的作用，走向极端而失去科学性。</a:t>
            </a:r>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p:sp>
        <p:nvSpPr>
          <p:cNvPr id="27650" name="Rectangle 7"/>
          <p:cNvSpPr txBox="1">
            <a14:cpLocks xmlns:a14="http://schemas.microsoft.com/office/drawing/2010/main" noGrp="1"/>
          </p:cNvSpPr>
          <p:nvPr/>
        </p:nvSpPr>
        <p:spPr>
          <a:xfrm>
            <a:off x="3884613" y="8685213"/>
            <a:ext cx="2971800" cy="457200"/>
          </a:xfrm>
          <a:prstGeom prst="rect">
            <a:avLst/>
          </a:prstGeom>
          <a:noFill/>
          <a:ln w="9525">
            <a:noFill/>
          </a:ln>
        </p:spPr>
        <p:txBody>
          <a:bodyPr anchor="b"/>
          <a:p>
            <a:pPr lvl="0" algn="r" defTabSz="914400"/>
            <a:fld id="{9A0DB2DC-4C9A-4742-B13C-FB6460FD3503}" type="slidenum">
              <a:rPr lang="en-US" altLang="zh-CN" sz="1200" dirty="0"/>
            </a:fld>
            <a:endParaRPr lang="en-US" altLang="zh-CN" sz="1200" dirty="0"/>
          </a:p>
        </p:txBody>
      </p:sp>
      <p:sp>
        <p:nvSpPr>
          <p:cNvPr id="27651" name="Rectangle 2"/>
          <p:cNvSpPr>
            <a14:cpLocks xmlns:a14="http://schemas.microsoft.com/office/drawing/2010/main" noGrp="1" noRot="1"/>
          </p:cNvSpPr>
          <p:nvPr>
            <p:ph type="sldImg"/>
          </p:nvPr>
        </p:nvSpPr>
        <p:spPr>
          <a:ln>
            <a:solidFill>
              <a:srgbClr val="000000"/>
            </a:solidFill>
            <a:miter/>
          </a:ln>
        </p:spPr>
      </p:sp>
      <p:sp>
        <p:nvSpPr>
          <p:cNvPr id="27652" name="Rectangle 3"/>
          <p:cNvSpPr>
            <a14:cpLocks xmlns:a14="http://schemas.microsoft.com/office/drawing/2010/main" noGrp="1"/>
          </p:cNvSpPr>
          <p:nvPr>
            <p:ph type="body"/>
          </p:nvPr>
        </p:nvSpPr>
        <p:spPr>
          <a:ln/>
        </p:spPr>
        <p:txBody>
          <a:bodyPr wrap="square" lIns="91440" tIns="45720" rIns="91440" bIns="45720" anchor="t"/>
          <a:p>
            <a:pPr lvl="0" defTabSz="914400" eaLnBrk="1" hangingPunct="1"/>
            <a:r>
              <a:rPr lang="zh-CN" altLang="en-US" dirty="0"/>
              <a:t>遗传决定心理发展的可能性，但环境决定心理发展的现实性。</a:t>
            </a:r>
            <a:endParaRPr lang="zh-CN" altLang="en-US" dirty="0"/>
          </a:p>
          <a:p>
            <a:pPr lvl="0" defTabSz="914400" eaLnBrk="1" hangingPunct="1"/>
            <a:r>
              <a:rPr lang="zh-CN" altLang="en-US" dirty="0"/>
              <a:t>过渡：有学者关注遗传与环境对个体心理发展的作用，也有学者关注心理发展的具体问题。</a:t>
            </a:r>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p:sp>
        <p:nvSpPr>
          <p:cNvPr id="36866" name="Rectangle 7"/>
          <p:cNvSpPr txBox="1">
            <a14:cpLocks xmlns:a14="http://schemas.microsoft.com/office/drawing/2010/main" noGrp="1"/>
          </p:cNvSpPr>
          <p:nvPr/>
        </p:nvSpPr>
        <p:spPr>
          <a:xfrm>
            <a:off x="3884613" y="8685213"/>
            <a:ext cx="2971800" cy="457200"/>
          </a:xfrm>
          <a:prstGeom prst="rect">
            <a:avLst/>
          </a:prstGeom>
          <a:noFill/>
          <a:ln w="9525">
            <a:noFill/>
          </a:ln>
        </p:spPr>
        <p:txBody>
          <a:bodyPr anchor="b"/>
          <a:p>
            <a:pPr lvl="0" algn="r" defTabSz="914400"/>
            <a:fld id="{9A0DB2DC-4C9A-4742-B13C-FB6460FD3503}" type="slidenum">
              <a:rPr lang="en-US" altLang="zh-CN" sz="1200" dirty="0"/>
            </a:fld>
            <a:endParaRPr lang="en-US" altLang="zh-CN" sz="1200" dirty="0"/>
          </a:p>
        </p:txBody>
      </p:sp>
      <p:sp>
        <p:nvSpPr>
          <p:cNvPr id="36867" name="Rectangle 2"/>
          <p:cNvSpPr>
            <a14:cpLocks xmlns:a14="http://schemas.microsoft.com/office/drawing/2010/main" noGrp="1" noRot="1"/>
          </p:cNvSpPr>
          <p:nvPr>
            <p:ph type="sldImg"/>
          </p:nvPr>
        </p:nvSpPr>
        <p:spPr>
          <a:ln>
            <a:solidFill>
              <a:srgbClr val="000000"/>
            </a:solidFill>
            <a:miter/>
          </a:ln>
        </p:spPr>
      </p:sp>
      <p:sp>
        <p:nvSpPr>
          <p:cNvPr id="36868" name="Rectangle 3"/>
          <p:cNvSpPr>
            <a14:cpLocks xmlns:a14="http://schemas.microsoft.com/office/drawing/2010/main" noGrp="1"/>
          </p:cNvSpPr>
          <p:nvPr>
            <p:ph type="body"/>
          </p:nvPr>
        </p:nvSpPr>
        <p:spPr>
          <a:ln/>
        </p:spPr>
        <p:txBody>
          <a:bodyPr wrap="square" lIns="91440" tIns="45720" rIns="91440" bIns="45720" anchor="t"/>
          <a:p>
            <a:pPr lvl="0" defTabSz="914400" eaLnBrk="1" hangingPunct="1"/>
            <a:r>
              <a:rPr lang="zh-CN" altLang="en-US" dirty="0"/>
              <a:t>学习是人格发展的主要因素，并且这种学习发生在与他人的相互作用之中，比如，在你的成长过程中，父母、老师等重要人物强化某一行为而忽视或者惩罚其他行为。</a:t>
            </a:r>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p:sp>
        <p:nvSpPr>
          <p:cNvPr id="56322" name="Rectangle 7"/>
          <p:cNvSpPr txBox="1">
            <a14:cpLocks xmlns:a14="http://schemas.microsoft.com/office/drawing/2010/main" noGrp="1"/>
          </p:cNvSpPr>
          <p:nvPr/>
        </p:nvSpPr>
        <p:spPr>
          <a:xfrm>
            <a:off x="3884613" y="8685213"/>
            <a:ext cx="2971800" cy="457200"/>
          </a:xfrm>
          <a:prstGeom prst="rect">
            <a:avLst/>
          </a:prstGeom>
          <a:noFill/>
          <a:ln w="9525">
            <a:noFill/>
          </a:ln>
        </p:spPr>
        <p:txBody>
          <a:bodyPr anchor="b"/>
          <a:p>
            <a:pPr lvl="0" algn="r" defTabSz="914400"/>
            <a:fld id="{9A0DB2DC-4C9A-4742-B13C-FB6460FD3503}" type="slidenum">
              <a:rPr lang="en-US" altLang="zh-CN" sz="1200" dirty="0"/>
            </a:fld>
            <a:endParaRPr lang="en-US" altLang="zh-CN" sz="1200" dirty="0"/>
          </a:p>
        </p:txBody>
      </p:sp>
      <p:sp>
        <p:nvSpPr>
          <p:cNvPr id="56323" name="Rectangle 2"/>
          <p:cNvSpPr>
            <a14:cpLocks xmlns:a14="http://schemas.microsoft.com/office/drawing/2010/main" noGrp="1" noRot="1"/>
          </p:cNvSpPr>
          <p:nvPr>
            <p:ph type="sldImg"/>
          </p:nvPr>
        </p:nvSpPr>
        <p:spPr>
          <a:ln>
            <a:solidFill>
              <a:srgbClr val="000000"/>
            </a:solidFill>
            <a:miter/>
          </a:ln>
        </p:spPr>
      </p:sp>
      <p:sp>
        <p:nvSpPr>
          <p:cNvPr id="56324" name="Rectangle 3"/>
          <p:cNvSpPr>
            <a14:cpLocks xmlns:a14="http://schemas.microsoft.com/office/drawing/2010/main" noGrp="1"/>
          </p:cNvSpPr>
          <p:nvPr>
            <p:ph type="body"/>
          </p:nvPr>
        </p:nvSpPr>
        <p:spPr>
          <a:ln/>
        </p:spPr>
        <p:txBody>
          <a:bodyPr wrap="square" lIns="91440" tIns="45720" rIns="91440" bIns="45720" anchor="t"/>
          <a:p>
            <a:pPr marL="228600" lvl="0" indent="-228600" defTabSz="914400" eaLnBrk="1" hangingPunct="1">
              <a:buAutoNum type="arabicPeriod"/>
            </a:pPr>
            <a:r>
              <a:rPr lang="zh-CN" altLang="en-US" b="1" dirty="0"/>
              <a:t>婴儿前期</a:t>
            </a:r>
            <a:r>
              <a:rPr lang="zh-CN" altLang="en-US" dirty="0"/>
              <a:t>，信任对怀疑，这一危机的特殊性在于婴儿对与其有关的现实世界基本特性的认识上。对婴儿来说，信任是一种情绪，一种相信自己的需要将会得到满足以及他人是有价值的经验状态。在</a:t>
            </a:r>
            <a:r>
              <a:rPr lang="zh-CN" altLang="en-US" b="1" dirty="0"/>
              <a:t>婴儿和照顾者之间建立的信</a:t>
            </a:r>
            <a:r>
              <a:rPr lang="zh-CN" altLang="en-US" dirty="0"/>
              <a:t>任，对婴儿的智力和社会性发展有重要的意义。通过与照顾者多次的交流，婴儿发展了成人是可分离的和永久性的概念。一旦婴儿与照顾者之间建立起信任关系，这种关系就成为婴儿进一步探索环境的安全来源。虽然婴儿有能力适应环境，但是他们不能引起环境的显著变化。父母和其他照顾者对建构最适宜婴儿生活的环境肩负重要的责任。</a:t>
            </a:r>
            <a:r>
              <a:rPr lang="en-US" altLang="zh-CN" dirty="0"/>
              <a:t>------</a:t>
            </a:r>
            <a:r>
              <a:rPr lang="zh-CN" altLang="en-US" b="1" dirty="0"/>
              <a:t>举例：照顾者稳定不变的重要性，反对随意更换照顾者。</a:t>
            </a:r>
            <a:endParaRPr lang="zh-CN" altLang="en-US" b="1" dirty="0"/>
          </a:p>
          <a:p>
            <a:pPr marL="228600" lvl="0" indent="-228600" defTabSz="914400" eaLnBrk="1" hangingPunct="1"/>
            <a:r>
              <a:rPr lang="zh-CN" altLang="en-US" b="1" dirty="0"/>
              <a:t>婴儿期的发展是强大的遗传因素所控制的发育、发展的模式与复杂变化的社会环境和物理环境间不断相互作用的结果。母亲的人格特点、夫妻在孩子养育中的投入程度，孩子养育环境的文化信仰、贫穷或经济压力以及父母的心理主观幸福感等等，都将对孩子形成乐观的或是脆弱的性格产生影响。随着婴儿能力的发展，与新环境的相互作用，新经验的产生与塑造以及对遗传潜能的指导也会对婴儿的思想和行为模式产生影响。</a:t>
            </a:r>
            <a:endParaRPr lang="zh-CN" altLang="en-US" b="1" dirty="0"/>
          </a:p>
          <a:p>
            <a:pPr marL="228600" lvl="0" indent="-228600" defTabSz="914400" eaLnBrk="1" hangingPunct="1"/>
            <a:r>
              <a:rPr lang="zh-CN" altLang="en-US" b="1" dirty="0"/>
              <a:t>从心理社会性发展观来看，婴儿期有</a:t>
            </a:r>
            <a:r>
              <a:rPr lang="en-US" altLang="zh-CN" b="1" dirty="0"/>
              <a:t>5</a:t>
            </a:r>
            <a:r>
              <a:rPr lang="zh-CN" altLang="en-US" b="1" dirty="0"/>
              <a:t>项尤为关键的发展任务，它们是：</a:t>
            </a:r>
            <a:endParaRPr lang="zh-CN" altLang="en-US" b="1" dirty="0"/>
          </a:p>
          <a:p>
            <a:pPr marL="228600" lvl="0" indent="-228600" defTabSz="914400" eaLnBrk="1" hangingPunct="1"/>
            <a:r>
              <a:rPr lang="en-US" altLang="zh-CN" b="1" dirty="0"/>
              <a:t>1. </a:t>
            </a:r>
            <a:r>
              <a:rPr lang="zh-CN" altLang="en-US" b="1" dirty="0"/>
              <a:t>感觉、知觉及运动技能的发展</a:t>
            </a:r>
            <a:endParaRPr lang="zh-CN" altLang="en-US" b="1" dirty="0"/>
          </a:p>
          <a:p>
            <a:pPr marL="228600" lvl="0" indent="-228600" defTabSz="914400" eaLnBrk="1" hangingPunct="1"/>
            <a:r>
              <a:rPr lang="en-US" altLang="zh-CN" b="1" dirty="0"/>
              <a:t>2. </a:t>
            </a:r>
            <a:r>
              <a:rPr lang="zh-CN" altLang="en-US" b="1" dirty="0"/>
              <a:t>依恋</a:t>
            </a:r>
            <a:endParaRPr lang="zh-CN" altLang="en-US" b="1" dirty="0"/>
          </a:p>
          <a:p>
            <a:pPr marL="228600" lvl="0" indent="-228600" defTabSz="914400" eaLnBrk="1" hangingPunct="1"/>
            <a:r>
              <a:rPr lang="en-US" altLang="zh-CN" b="1" dirty="0"/>
              <a:t>3. </a:t>
            </a:r>
            <a:r>
              <a:rPr lang="zh-CN" altLang="en-US" b="1" dirty="0"/>
              <a:t>感觉运动智力和早期因果图式</a:t>
            </a:r>
            <a:endParaRPr lang="zh-CN" altLang="en-US" b="1" dirty="0"/>
          </a:p>
          <a:p>
            <a:pPr marL="228600" lvl="0" indent="-228600" defTabSz="914400" eaLnBrk="1" hangingPunct="1"/>
            <a:r>
              <a:rPr lang="en-US" altLang="zh-CN" b="1" dirty="0"/>
              <a:t>4. </a:t>
            </a:r>
            <a:r>
              <a:rPr lang="zh-CN" altLang="en-US" b="1" dirty="0"/>
              <a:t>理解物体本质和产生分类</a:t>
            </a:r>
            <a:endParaRPr lang="zh-CN" altLang="en-US" b="1" dirty="0"/>
          </a:p>
          <a:p>
            <a:pPr marL="228600" lvl="0" indent="-228600" defTabSz="914400" eaLnBrk="1" hangingPunct="1"/>
            <a:r>
              <a:rPr lang="en-US" altLang="zh-CN" b="1" dirty="0"/>
              <a:t>5. </a:t>
            </a:r>
            <a:r>
              <a:rPr lang="zh-CN" altLang="en-US" b="1" dirty="0"/>
              <a:t>情绪发展</a:t>
            </a:r>
            <a:endParaRPr lang="zh-CN" altLang="en-US" b="1" dirty="0"/>
          </a:p>
          <a:p>
            <a:pPr marL="228600" lvl="0" indent="-228600" defTabSz="914400" eaLnBrk="1" hangingPunct="1"/>
            <a:endParaRPr lang="zh-CN" altLang="en-US" b="1" dirty="0"/>
          </a:p>
          <a:p>
            <a:pPr marL="228600" lvl="0" indent="-228600" defTabSz="914400" eaLnBrk="1" hangingPunct="1"/>
            <a:r>
              <a:rPr lang="zh-CN" altLang="en-US" b="1" dirty="0"/>
              <a:t>在婴儿期，信任对不信任这一心理社会性危机的特殊性主要表现在婴儿对与其有关的现实世界级别特性的认识上。</a:t>
            </a:r>
            <a:endParaRPr lang="zh-CN" altLang="en-US" b="1" dirty="0"/>
          </a:p>
          <a:p>
            <a:pPr marL="228600" lvl="0" indent="-228600" defTabSz="914400" eaLnBrk="1" hangingPunct="1"/>
            <a:r>
              <a:rPr lang="zh-CN" altLang="en-US" b="1" dirty="0"/>
              <a:t>信任：</a:t>
            </a:r>
            <a:r>
              <a:rPr lang="zh-CN" altLang="en-US" dirty="0"/>
              <a:t>对婴儿来说，信任是一种情绪，一种相信自己的需要将会得到满足以及他人是有价值的经验状态。在信任的框架中，婴儿不仅形成了在自己的生活环境中对一位主要的社会人物是可信的或是不可信的评价，而且也获得了对自己的价值和可信感的认识。随着时间的推移，婴儿的基本信任不仅扩大到对他人如何对待自己行为的预测上，也扩大到了自己迎接人生挑战能力的乐观性上。信任是一种综合的力量，它有助于在不确定的条件下将情绪、认知和行为综合，使个体自信地追求目标并把事情做得更好。</a:t>
            </a:r>
            <a:endParaRPr lang="zh-CN" altLang="en-US" dirty="0"/>
          </a:p>
          <a:p>
            <a:pPr marL="228600" lvl="0" indent="-228600" defTabSz="914400" eaLnBrk="1" hangingPunct="1"/>
            <a:r>
              <a:rPr lang="zh-CN" altLang="en-US" b="1" dirty="0"/>
              <a:t>不信任：</a:t>
            </a:r>
            <a:r>
              <a:rPr lang="zh-CN" altLang="en-US" dirty="0"/>
              <a:t>在婴儿期，不信任的经验至少来自于三个方面：婴儿的谨慎、对照顾者缺乏信心以及怀疑自己能否令人喜爱。在与人交流的过程中，婴儿的不信任本身会表现为退缩行为、哭泣、面无表情、冷淡和没有食欲等抑郁和悲伤的症状。</a:t>
            </a:r>
            <a:endParaRPr lang="zh-CN" altLang="en-US" dirty="0"/>
          </a:p>
          <a:p>
            <a:pPr marL="228600" lvl="0" indent="-228600" defTabSz="914400" eaLnBrk="1" hangingPunct="1"/>
            <a:r>
              <a:rPr lang="zh-CN" altLang="en-US" b="1" dirty="0"/>
              <a:t>心理社会性危机</a:t>
            </a:r>
            <a:endParaRPr lang="zh-CN" altLang="en-US" b="1" dirty="0"/>
          </a:p>
          <a:p>
            <a:pPr marL="228600" lvl="0" indent="-228600" defTabSz="914400" eaLnBrk="1" hangingPunct="1"/>
            <a:r>
              <a:rPr lang="zh-CN" altLang="en-US" b="1" dirty="0"/>
              <a:t>解决心理社会性危机的核心过程</a:t>
            </a:r>
            <a:endParaRPr lang="zh-CN" altLang="en-US" b="1" dirty="0"/>
          </a:p>
          <a:p>
            <a:pPr marL="228600" lvl="0" indent="-228600" defTabSz="914400" eaLnBrk="1" hangingPunct="1"/>
            <a:r>
              <a:rPr lang="zh-CN" altLang="en-US" b="1" dirty="0"/>
              <a:t>重要关系范围</a:t>
            </a:r>
            <a:endParaRPr lang="zh-CN" altLang="en-US" b="1" dirty="0"/>
          </a:p>
          <a:p>
            <a:pPr marL="228600" lvl="0" indent="-228600" defTabSz="914400" eaLnBrk="1" hangingPunct="1"/>
            <a:r>
              <a:rPr lang="zh-CN" altLang="en-US" b="1" dirty="0"/>
              <a:t>应对行为</a:t>
            </a:r>
            <a:endParaRPr lang="zh-CN" altLang="en-US" b="1" dirty="0"/>
          </a:p>
          <a:p>
            <a:pPr marL="228600" lvl="0" indent="-228600" defTabSz="914400" eaLnBrk="1" hangingPunct="1"/>
            <a:r>
              <a:rPr lang="zh-CN" altLang="en-US" b="1" dirty="0"/>
              <a:t>形成品质</a:t>
            </a:r>
            <a:endParaRPr lang="zh-CN" altLang="en-US" b="1" dirty="0"/>
          </a:p>
          <a:p>
            <a:pPr marL="228600" lvl="0" indent="-228600" defTabSz="914400" eaLnBrk="1" hangingPunct="1"/>
            <a:endParaRPr lang="zh-CN" altLang="en-US" b="1" dirty="0"/>
          </a:p>
          <a:p>
            <a:pPr marL="228600" lvl="0" indent="-228600" defTabSz="914400" eaLnBrk="1" hangingPunct="1"/>
            <a:endParaRPr lang="zh-CN" altLang="en-US" b="1" dirty="0"/>
          </a:p>
        </p:txBody>
      </p:sp>
    </p:spTree>
  </p:cSld>
  <p:clrMapOvr>
    <a:overrideClrMapping bg1="lt1" tx1="dk1" bg2="lt2" tx2="dk2" accent1="accent1" accent2="accent2" accent3="accent3" accent4="accent4" accent5="accent5" accent6="accent6" hlink="hlink" folHlink="folHlink"/>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p:sp>
        <p:nvSpPr>
          <p:cNvPr id="58370" name="Rectangle 7"/>
          <p:cNvSpPr txBox="1">
            <a14:cpLocks xmlns:a14="http://schemas.microsoft.com/office/drawing/2010/main" noGrp="1"/>
          </p:cNvSpPr>
          <p:nvPr/>
        </p:nvSpPr>
        <p:spPr>
          <a:xfrm>
            <a:off x="3884613" y="8685213"/>
            <a:ext cx="2971800" cy="457200"/>
          </a:xfrm>
          <a:prstGeom prst="rect">
            <a:avLst/>
          </a:prstGeom>
          <a:noFill/>
          <a:ln w="9525">
            <a:noFill/>
          </a:ln>
        </p:spPr>
        <p:txBody>
          <a:bodyPr anchor="b"/>
          <a:p>
            <a:pPr lvl="0" algn="r" defTabSz="914400"/>
            <a:fld id="{9A0DB2DC-4C9A-4742-B13C-FB6460FD3503}" type="slidenum">
              <a:rPr lang="en-US" altLang="zh-CN" sz="1200" dirty="0"/>
            </a:fld>
            <a:endParaRPr lang="en-US" altLang="zh-CN" sz="1200" dirty="0"/>
          </a:p>
        </p:txBody>
      </p:sp>
      <p:sp>
        <p:nvSpPr>
          <p:cNvPr id="58371" name="Rectangle 2"/>
          <p:cNvSpPr>
            <a14:cpLocks xmlns:a14="http://schemas.microsoft.com/office/drawing/2010/main" noGrp="1" noRot="1"/>
          </p:cNvSpPr>
          <p:nvPr>
            <p:ph type="sldImg"/>
          </p:nvPr>
        </p:nvSpPr>
        <p:spPr>
          <a:ln>
            <a:solidFill>
              <a:srgbClr val="000000"/>
            </a:solidFill>
            <a:miter/>
          </a:ln>
        </p:spPr>
      </p:sp>
      <p:sp>
        <p:nvSpPr>
          <p:cNvPr id="58372" name="Rectangle 3"/>
          <p:cNvSpPr>
            <a14:cpLocks xmlns:a14="http://schemas.microsoft.com/office/drawing/2010/main" noGrp="1"/>
          </p:cNvSpPr>
          <p:nvPr>
            <p:ph type="body"/>
          </p:nvPr>
        </p:nvSpPr>
        <p:spPr>
          <a:ln/>
        </p:spPr>
        <p:txBody>
          <a:bodyPr wrap="square" lIns="91440" tIns="45720" rIns="91440" bIns="45720" anchor="t"/>
          <a:p>
            <a:pPr lvl="0" defTabSz="914400" eaLnBrk="1" hangingPunct="1"/>
            <a:r>
              <a:rPr lang="en-US" altLang="zh-CN" b="1" dirty="0"/>
              <a:t>2. </a:t>
            </a:r>
            <a:r>
              <a:rPr lang="zh-CN" altLang="en-US" b="1" dirty="0"/>
              <a:t>婴儿后期，又叫学步期。</a:t>
            </a:r>
            <a:r>
              <a:rPr lang="zh-CN" altLang="en-US" dirty="0"/>
              <a:t>自主与羞耻之间的心理社会性危机反映了婴儿后期自我表达和掌握的需要。婴儿后期是</a:t>
            </a:r>
            <a:r>
              <a:rPr lang="zh-CN" altLang="en-US" b="1" dirty="0"/>
              <a:t>充满渴望的观察者</a:t>
            </a:r>
            <a:r>
              <a:rPr lang="zh-CN" altLang="en-US" dirty="0"/>
              <a:t>，他们模仿并将父母的行为和价值观融入到自己的日常生活中。父母的交流、认可和惩罚都有助于个体产生独特性的感觉。然而，生活贫穷促进了这样的可能性：父母心理不适或使用严厉的、严格的惩罚来管教孩子，导致个体出现羞怯或不能正确表达自己生气的行为。</a:t>
            </a:r>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p:sp>
        <p:nvSpPr>
          <p:cNvPr id="60418" name="Rectangle 7"/>
          <p:cNvSpPr txBox="1">
            <a14:cpLocks xmlns:a14="http://schemas.microsoft.com/office/drawing/2010/main" noGrp="1"/>
          </p:cNvSpPr>
          <p:nvPr/>
        </p:nvSpPr>
        <p:spPr>
          <a:xfrm>
            <a:off x="3884613" y="8685213"/>
            <a:ext cx="2971800" cy="457200"/>
          </a:xfrm>
          <a:prstGeom prst="rect">
            <a:avLst/>
          </a:prstGeom>
          <a:noFill/>
          <a:ln w="9525">
            <a:noFill/>
          </a:ln>
        </p:spPr>
        <p:txBody>
          <a:bodyPr anchor="b"/>
          <a:p>
            <a:pPr lvl="0" algn="r" defTabSz="914400"/>
            <a:fld id="{9A0DB2DC-4C9A-4742-B13C-FB6460FD3503}" type="slidenum">
              <a:rPr lang="en-US" altLang="zh-CN" sz="1200" dirty="0"/>
            </a:fld>
            <a:endParaRPr lang="en-US" altLang="zh-CN" sz="1200" dirty="0"/>
          </a:p>
        </p:txBody>
      </p:sp>
      <p:sp>
        <p:nvSpPr>
          <p:cNvPr id="60419" name="Rectangle 2"/>
          <p:cNvSpPr>
            <a14:cpLocks xmlns:a14="http://schemas.microsoft.com/office/drawing/2010/main" noGrp="1" noRot="1"/>
          </p:cNvSpPr>
          <p:nvPr>
            <p:ph type="sldImg"/>
          </p:nvPr>
        </p:nvSpPr>
        <p:spPr>
          <a:ln>
            <a:solidFill>
              <a:srgbClr val="000000"/>
            </a:solidFill>
            <a:miter/>
          </a:ln>
        </p:spPr>
      </p:sp>
      <p:sp>
        <p:nvSpPr>
          <p:cNvPr id="60420" name="Rectangle 3"/>
          <p:cNvSpPr>
            <a14:cpLocks xmlns:a14="http://schemas.microsoft.com/office/drawing/2010/main" noGrp="1"/>
          </p:cNvSpPr>
          <p:nvPr>
            <p:ph type="body"/>
          </p:nvPr>
        </p:nvSpPr>
        <p:spPr>
          <a:ln/>
        </p:spPr>
        <p:txBody>
          <a:bodyPr wrap="square" lIns="91440" tIns="45720" rIns="91440" bIns="45720" anchor="t"/>
          <a:p>
            <a:pPr lvl="0" defTabSz="914400" eaLnBrk="1" hangingPunct="1"/>
            <a:r>
              <a:rPr lang="en-US" altLang="zh-CN" b="1" dirty="0"/>
              <a:t>3. </a:t>
            </a:r>
            <a:r>
              <a:rPr lang="zh-CN" altLang="en-US" b="1" dirty="0"/>
              <a:t>幼儿期</a:t>
            </a:r>
            <a:r>
              <a:rPr lang="zh-CN" altLang="en-US" dirty="0"/>
              <a:t>，幼儿的主导活动是游戏。</a:t>
            </a:r>
            <a:r>
              <a:rPr lang="zh-CN" altLang="en-US" b="1" dirty="0"/>
              <a:t>在游戏中</a:t>
            </a:r>
            <a:r>
              <a:rPr lang="zh-CN" altLang="en-US" dirty="0"/>
              <a:t>，增强</a:t>
            </a:r>
            <a:r>
              <a:rPr lang="zh-CN" altLang="en-US" b="1" dirty="0"/>
              <a:t>儿童与同伴的卷入程度</a:t>
            </a:r>
            <a:r>
              <a:rPr lang="zh-CN" altLang="en-US" dirty="0"/>
              <a:t>可引导儿童对他人的观点和社会认可进行正确的评价，同时也为朋友间的亲密感而感到高兴。主动与内疚这一心理社会性危机直接影响儿童的自尊、创造力、好奇心和好冒险等基本的人格特征。儿童的这一心理社会性危机得到积极的解决，将会加强他们的主动性和对环境的探索精神。内疚在指导儿童认识到自己的行为对他人的影响方面起着重要的作用。适度的内疚是儿童保持其社会情绪纽带的一个基本成分。然而，极端的、过分的内疚则将约束儿童的创造性思维并限制了他们的行动。</a:t>
            </a:r>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p:sp>
        <p:nvSpPr>
          <p:cNvPr id="62466" name="Rectangle 7"/>
          <p:cNvSpPr txBox="1">
            <a14:cpLocks xmlns:a14="http://schemas.microsoft.com/office/drawing/2010/main" noGrp="1"/>
          </p:cNvSpPr>
          <p:nvPr/>
        </p:nvSpPr>
        <p:spPr>
          <a:xfrm>
            <a:off x="3884613" y="8685213"/>
            <a:ext cx="2971800" cy="457200"/>
          </a:xfrm>
          <a:prstGeom prst="rect">
            <a:avLst/>
          </a:prstGeom>
          <a:noFill/>
          <a:ln w="9525">
            <a:noFill/>
          </a:ln>
        </p:spPr>
        <p:txBody>
          <a:bodyPr anchor="b"/>
          <a:p>
            <a:pPr lvl="0" algn="r" defTabSz="914400"/>
            <a:fld id="{9A0DB2DC-4C9A-4742-B13C-FB6460FD3503}" type="slidenum">
              <a:rPr lang="en-US" altLang="zh-CN" sz="1200" dirty="0"/>
            </a:fld>
            <a:endParaRPr lang="en-US" altLang="zh-CN" sz="1200" dirty="0"/>
          </a:p>
        </p:txBody>
      </p:sp>
      <p:sp>
        <p:nvSpPr>
          <p:cNvPr id="62467" name="Rectangle 2"/>
          <p:cNvSpPr>
            <a14:cpLocks xmlns:a14="http://schemas.microsoft.com/office/drawing/2010/main" noGrp="1" noRot="1"/>
          </p:cNvSpPr>
          <p:nvPr>
            <p:ph type="sldImg"/>
          </p:nvPr>
        </p:nvSpPr>
        <p:spPr>
          <a:ln>
            <a:solidFill>
              <a:srgbClr val="000000"/>
            </a:solidFill>
            <a:miter/>
          </a:ln>
        </p:spPr>
      </p:sp>
      <p:sp>
        <p:nvSpPr>
          <p:cNvPr id="62468" name="Rectangle 3"/>
          <p:cNvSpPr>
            <a14:cpLocks xmlns:a14="http://schemas.microsoft.com/office/drawing/2010/main" noGrp="1"/>
          </p:cNvSpPr>
          <p:nvPr>
            <p:ph type="body"/>
          </p:nvPr>
        </p:nvSpPr>
        <p:spPr>
          <a:ln/>
        </p:spPr>
        <p:txBody>
          <a:bodyPr wrap="square" lIns="91440" tIns="45720" rIns="91440" bIns="45720" anchor="t"/>
          <a:p>
            <a:pPr lvl="0" defTabSz="914400" eaLnBrk="1" hangingPunct="1"/>
            <a:r>
              <a:rPr lang="en-US" altLang="zh-CN" b="1" dirty="0"/>
              <a:t>4. </a:t>
            </a:r>
            <a:r>
              <a:rPr lang="zh-CN" altLang="en-US" b="1" dirty="0"/>
              <a:t>童年期</a:t>
            </a:r>
            <a:r>
              <a:rPr lang="zh-CN" altLang="en-US" dirty="0"/>
              <a:t>，个人进入了小学阶段的学习，这一时期，</a:t>
            </a:r>
            <a:r>
              <a:rPr lang="zh-CN" altLang="en-US" b="1" dirty="0"/>
              <a:t>学习</a:t>
            </a:r>
            <a:r>
              <a:rPr lang="zh-CN" altLang="en-US" dirty="0"/>
              <a:t>取代游戏，成为小学儿童的主导活动。认知和技能的发展对于儿童以后的成长非常关键。勤奋主要集中于能力的发展。而</a:t>
            </a:r>
            <a:r>
              <a:rPr lang="zh-CN" altLang="en-US" b="1" dirty="0"/>
              <a:t>儿童勤奋感的出现和学校环境的质量有着密切的关系</a:t>
            </a:r>
            <a:r>
              <a:rPr lang="zh-CN" altLang="en-US" dirty="0"/>
              <a:t>。如果儿童的教育经历能够激起他们的学习激情，并能为他们对技能的掌握程度提供客观的反馈，则将有助于他们勤奋的发展。举例：</a:t>
            </a:r>
            <a:r>
              <a:rPr lang="zh-CN" altLang="en-US" b="1" dirty="0"/>
              <a:t>择校。</a:t>
            </a:r>
            <a:endParaRPr lang="zh-CN" altLang="en-US" b="1" dirty="0"/>
          </a:p>
        </p:txBody>
      </p:sp>
    </p:spTree>
  </p:cSld>
  <p:clrMapOvr>
    <a:overrideClrMapping bg1="lt1" tx1="dk1" bg2="lt2" tx2="dk2" accent1="accent1" accent2="accent2" accent3="accent3" accent4="accent4" accent5="accent5" accent6="accent6" hlink="hlink" folHlink="folHlink"/>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p:sp>
        <p:nvSpPr>
          <p:cNvPr id="64514" name="Rectangle 7"/>
          <p:cNvSpPr txBox="1">
            <a14:cpLocks xmlns:a14="http://schemas.microsoft.com/office/drawing/2010/main" noGrp="1"/>
          </p:cNvSpPr>
          <p:nvPr/>
        </p:nvSpPr>
        <p:spPr>
          <a:xfrm>
            <a:off x="3884613" y="8685213"/>
            <a:ext cx="2971800" cy="457200"/>
          </a:xfrm>
          <a:prstGeom prst="rect">
            <a:avLst/>
          </a:prstGeom>
          <a:noFill/>
          <a:ln w="9525">
            <a:noFill/>
          </a:ln>
        </p:spPr>
        <p:txBody>
          <a:bodyPr anchor="b"/>
          <a:p>
            <a:pPr lvl="0" algn="r" defTabSz="914400"/>
            <a:fld id="{9A0DB2DC-4C9A-4742-B13C-FB6460FD3503}" type="slidenum">
              <a:rPr lang="en-US" altLang="zh-CN" sz="1200" dirty="0"/>
            </a:fld>
            <a:endParaRPr lang="en-US" altLang="zh-CN" sz="1200" dirty="0"/>
          </a:p>
        </p:txBody>
      </p:sp>
      <p:sp>
        <p:nvSpPr>
          <p:cNvPr id="64515" name="Rectangle 2"/>
          <p:cNvSpPr>
            <a14:cpLocks xmlns:a14="http://schemas.microsoft.com/office/drawing/2010/main" noGrp="1" noRot="1"/>
          </p:cNvSpPr>
          <p:nvPr>
            <p:ph type="sldImg"/>
          </p:nvPr>
        </p:nvSpPr>
        <p:spPr>
          <a:ln>
            <a:solidFill>
              <a:srgbClr val="000000"/>
            </a:solidFill>
            <a:miter/>
          </a:ln>
        </p:spPr>
      </p:sp>
      <p:sp>
        <p:nvSpPr>
          <p:cNvPr id="64516" name="Rectangle 3"/>
          <p:cNvSpPr>
            <a14:cpLocks xmlns:a14="http://schemas.microsoft.com/office/drawing/2010/main" noGrp="1"/>
          </p:cNvSpPr>
          <p:nvPr>
            <p:ph type="body"/>
          </p:nvPr>
        </p:nvSpPr>
        <p:spPr>
          <a:ln/>
        </p:spPr>
        <p:txBody>
          <a:bodyPr wrap="square" lIns="91440" tIns="45720" rIns="91440" bIns="45720" anchor="t"/>
          <a:p>
            <a:pPr lvl="0" defTabSz="914400" eaLnBrk="1" hangingPunct="1"/>
            <a:r>
              <a:rPr lang="en-US" altLang="zh-CN" b="1" dirty="0"/>
              <a:t>5. </a:t>
            </a:r>
            <a:r>
              <a:rPr lang="zh-CN" altLang="en-US" b="1" dirty="0"/>
              <a:t>青少年期</a:t>
            </a:r>
            <a:r>
              <a:rPr lang="zh-CN" altLang="en-US" dirty="0"/>
              <a:t>，个体在经历了生理和心理上的飞速发展，这一阶段的发展体现出了他们的生理、心理和社会制度相互作用的结果。个体在青少年早期的发展主要包括生理上的变化、新的认知能力的获得、更加丰富的情感生活及对异性的渴望。当个体进行青春期后，其角色和身份都会发生一些变化，最明显的就是他们交往范围的扩大。处于青春期的少男少女往往都表现出寻求同龄人支持的需要，有同性、也有异性。同一感与混乱的心理社会性危机反应出个体内心深处的一些潜在紧张和压力，包括如何</a:t>
            </a:r>
            <a:r>
              <a:rPr lang="zh-CN" altLang="en-US" b="1" dirty="0"/>
              <a:t>协调我和我们之间的关系</a:t>
            </a:r>
            <a:r>
              <a:rPr lang="zh-CN" altLang="en-US" dirty="0"/>
              <a:t>，渴望在一个层次较高团体中体现自我价值，同时又希望找到一种自信和自主的感觉。</a:t>
            </a:r>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p:sp>
        <p:nvSpPr>
          <p:cNvPr id="66562" name="Rectangle 7"/>
          <p:cNvSpPr txBox="1">
            <a14:cpLocks xmlns:a14="http://schemas.microsoft.com/office/drawing/2010/main" noGrp="1"/>
          </p:cNvSpPr>
          <p:nvPr/>
        </p:nvSpPr>
        <p:spPr>
          <a:xfrm>
            <a:off x="3884613" y="8685213"/>
            <a:ext cx="2971800" cy="457200"/>
          </a:xfrm>
          <a:prstGeom prst="rect">
            <a:avLst/>
          </a:prstGeom>
          <a:noFill/>
          <a:ln w="9525">
            <a:noFill/>
          </a:ln>
        </p:spPr>
        <p:txBody>
          <a:bodyPr anchor="b"/>
          <a:p>
            <a:pPr lvl="0" algn="r" defTabSz="914400"/>
            <a:fld id="{9A0DB2DC-4C9A-4742-B13C-FB6460FD3503}" type="slidenum">
              <a:rPr lang="en-US" altLang="zh-CN" sz="1200" dirty="0"/>
            </a:fld>
            <a:endParaRPr lang="en-US" altLang="zh-CN" sz="1200" dirty="0"/>
          </a:p>
        </p:txBody>
      </p:sp>
      <p:sp>
        <p:nvSpPr>
          <p:cNvPr id="66563" name="Rectangle 2"/>
          <p:cNvSpPr>
            <a14:cpLocks xmlns:a14="http://schemas.microsoft.com/office/drawing/2010/main" noGrp="1" noRot="1"/>
          </p:cNvSpPr>
          <p:nvPr>
            <p:ph type="sldImg"/>
          </p:nvPr>
        </p:nvSpPr>
        <p:spPr>
          <a:ln>
            <a:solidFill>
              <a:srgbClr val="000000"/>
            </a:solidFill>
            <a:miter/>
          </a:ln>
        </p:spPr>
      </p:sp>
      <p:sp>
        <p:nvSpPr>
          <p:cNvPr id="66564" name="Rectangle 3"/>
          <p:cNvSpPr>
            <a14:cpLocks xmlns:a14="http://schemas.microsoft.com/office/drawing/2010/main" noGrp="1"/>
          </p:cNvSpPr>
          <p:nvPr>
            <p:ph type="body"/>
          </p:nvPr>
        </p:nvSpPr>
        <p:spPr>
          <a:ln/>
        </p:spPr>
        <p:txBody>
          <a:bodyPr wrap="square" lIns="91440" tIns="45720" rIns="91440" bIns="45720" anchor="t"/>
          <a:p>
            <a:pPr lvl="0" defTabSz="914400" eaLnBrk="1" hangingPunct="1"/>
            <a:r>
              <a:rPr lang="en-US" altLang="zh-CN" b="1" dirty="0"/>
              <a:t>6. </a:t>
            </a:r>
            <a:r>
              <a:rPr lang="zh-CN" altLang="en-US" b="1" dirty="0"/>
              <a:t>成年早期</a:t>
            </a:r>
            <a:r>
              <a:rPr lang="zh-CN" altLang="en-US" dirty="0"/>
              <a:t>，大部分个体已完成了由儿童期向成人期的过渡，他们需要应用自己在儿童期和青少年期所获得的胜任能力来解决生活中的一些复杂问题和新的挑战。他们可能结婚，也可能与亲密同伴立下约定；可能选择生孩子，也可能不要孩子；同时还有对自己的工作角色做出选择。在职业训练阶段，个体在许多新领域的智慧意识得到了激发。在成人早期，职业发展的最大挑战是</a:t>
            </a:r>
            <a:r>
              <a:rPr lang="zh-CN" altLang="en-US" b="1" dirty="0"/>
              <a:t>协调好工作和亲密关系间的矛盾</a:t>
            </a:r>
            <a:r>
              <a:rPr lang="zh-CN" altLang="en-US" dirty="0"/>
              <a:t>。亲密与孤独的危机强调具有相互承诺的两性关系的发展。解决这种危机的方法是关系双方应该使个人满意的需要要服从相互满意的需要。想要成功地应对成人早期的挑战，需要个体将认知能力、乐观开朗的性格和有效的人际关系加以整合。</a:t>
            </a:r>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p:sp>
        <p:nvSpPr>
          <p:cNvPr id="68610" name="Rectangle 7"/>
          <p:cNvSpPr txBox="1">
            <a14:cpLocks xmlns:a14="http://schemas.microsoft.com/office/drawing/2010/main" noGrp="1"/>
          </p:cNvSpPr>
          <p:nvPr/>
        </p:nvSpPr>
        <p:spPr>
          <a:xfrm>
            <a:off x="3884613" y="8685213"/>
            <a:ext cx="2971800" cy="457200"/>
          </a:xfrm>
          <a:prstGeom prst="rect">
            <a:avLst/>
          </a:prstGeom>
          <a:noFill/>
          <a:ln w="9525">
            <a:noFill/>
          </a:ln>
        </p:spPr>
        <p:txBody>
          <a:bodyPr anchor="b"/>
          <a:p>
            <a:pPr lvl="0" algn="r" defTabSz="914400"/>
            <a:fld id="{9A0DB2DC-4C9A-4742-B13C-FB6460FD3503}" type="slidenum">
              <a:rPr lang="en-US" altLang="zh-CN" sz="1200" dirty="0"/>
            </a:fld>
            <a:endParaRPr lang="en-US" altLang="zh-CN" sz="1200" dirty="0"/>
          </a:p>
        </p:txBody>
      </p:sp>
      <p:sp>
        <p:nvSpPr>
          <p:cNvPr id="68611" name="Rectangle 2"/>
          <p:cNvSpPr>
            <a14:cpLocks xmlns:a14="http://schemas.microsoft.com/office/drawing/2010/main" noGrp="1" noRot="1"/>
          </p:cNvSpPr>
          <p:nvPr>
            <p:ph type="sldImg"/>
          </p:nvPr>
        </p:nvSpPr>
        <p:spPr>
          <a:ln>
            <a:solidFill>
              <a:srgbClr val="000000"/>
            </a:solidFill>
            <a:miter/>
          </a:ln>
        </p:spPr>
      </p:sp>
      <p:sp>
        <p:nvSpPr>
          <p:cNvPr id="68612" name="Rectangle 3"/>
          <p:cNvSpPr>
            <a14:cpLocks xmlns:a14="http://schemas.microsoft.com/office/drawing/2010/main" noGrp="1"/>
          </p:cNvSpPr>
          <p:nvPr>
            <p:ph type="body"/>
          </p:nvPr>
        </p:nvSpPr>
        <p:spPr>
          <a:ln/>
        </p:spPr>
        <p:txBody>
          <a:bodyPr wrap="square" lIns="91440" tIns="45720" rIns="91440" bIns="45720" anchor="t"/>
          <a:p>
            <a:pPr lvl="0" defTabSz="914400" eaLnBrk="1" hangingPunct="1"/>
            <a:r>
              <a:rPr lang="en-US" altLang="zh-CN" b="1" dirty="0"/>
              <a:t>7.</a:t>
            </a:r>
            <a:r>
              <a:rPr lang="zh-CN" altLang="en-US" b="1" dirty="0"/>
              <a:t>成年中期</a:t>
            </a:r>
            <a:r>
              <a:rPr lang="zh-CN" altLang="en-US" dirty="0"/>
              <a:t>，人们有机会对他们的社会、文化做出重大贡献。通过工作、家庭、抚养子女以及其他的关怀关系，人们表达了自身的价值取向、道德规范、个性特征以及天赋。成人中期是社会的中流砥柱，其发展任务不仅极其复杂，而且要求成人长期坚持完成这一任务。心理社会性危机是一种为</a:t>
            </a:r>
            <a:r>
              <a:rPr lang="zh-CN" altLang="en-US" b="1" dirty="0"/>
              <a:t>建立更加美好的生活方式而承诺的道德危机</a:t>
            </a:r>
            <a:r>
              <a:rPr lang="zh-CN" altLang="en-US" dirty="0"/>
              <a:t>。</a:t>
            </a:r>
            <a:r>
              <a:rPr lang="zh-CN" altLang="en-US" b="1" dirty="0"/>
              <a:t>社会必须鼓励成人关怀除自己以外的其他人</a:t>
            </a:r>
            <a:r>
              <a:rPr lang="zh-CN" altLang="en-US" dirty="0"/>
              <a:t>。繁殖需要关爱他人。产生满足感的人际资源是</a:t>
            </a:r>
            <a:r>
              <a:rPr lang="zh-CN" altLang="en-US" b="1" dirty="0"/>
              <a:t>人们对整个社会进行繁殖的主要动力</a:t>
            </a:r>
            <a:r>
              <a:rPr lang="zh-CN" altLang="en-US" dirty="0"/>
              <a:t>。而当个体有能力去做有意义的工作却无法去做，或造成个人无法通过完成自己的工作而获得认可和尊重的社会政策和做法，就会产生停滞感。而这无论对于个体的心理社会性发展还是对于社会团体的未来都将是一种灾难。</a:t>
            </a:r>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p:sp>
        <p:nvSpPr>
          <p:cNvPr id="70658" name="Rectangle 7"/>
          <p:cNvSpPr txBox="1">
            <a14:cpLocks xmlns:a14="http://schemas.microsoft.com/office/drawing/2010/main" noGrp="1"/>
          </p:cNvSpPr>
          <p:nvPr/>
        </p:nvSpPr>
        <p:spPr>
          <a:xfrm>
            <a:off x="3884613" y="8685213"/>
            <a:ext cx="2971800" cy="457200"/>
          </a:xfrm>
          <a:prstGeom prst="rect">
            <a:avLst/>
          </a:prstGeom>
          <a:noFill/>
          <a:ln w="9525">
            <a:noFill/>
          </a:ln>
        </p:spPr>
        <p:txBody>
          <a:bodyPr anchor="b"/>
          <a:p>
            <a:pPr lvl="0" algn="r" defTabSz="914400"/>
            <a:fld id="{9A0DB2DC-4C9A-4742-B13C-FB6460FD3503}" type="slidenum">
              <a:rPr lang="en-US" altLang="zh-CN" sz="1200" dirty="0"/>
            </a:fld>
            <a:endParaRPr lang="en-US" altLang="zh-CN" sz="1200" dirty="0"/>
          </a:p>
        </p:txBody>
      </p:sp>
      <p:sp>
        <p:nvSpPr>
          <p:cNvPr id="70659" name="Rectangle 2"/>
          <p:cNvSpPr>
            <a14:cpLocks xmlns:a14="http://schemas.microsoft.com/office/drawing/2010/main" noGrp="1" noRot="1"/>
          </p:cNvSpPr>
          <p:nvPr>
            <p:ph type="sldImg"/>
          </p:nvPr>
        </p:nvSpPr>
        <p:spPr>
          <a:ln>
            <a:solidFill>
              <a:srgbClr val="000000"/>
            </a:solidFill>
            <a:miter/>
          </a:ln>
        </p:spPr>
      </p:sp>
      <p:sp>
        <p:nvSpPr>
          <p:cNvPr id="70660" name="Rectangle 3"/>
          <p:cNvSpPr>
            <a14:cpLocks xmlns:a14="http://schemas.microsoft.com/office/drawing/2010/main" noGrp="1"/>
          </p:cNvSpPr>
          <p:nvPr>
            <p:ph type="body"/>
          </p:nvPr>
        </p:nvSpPr>
        <p:spPr>
          <a:ln/>
        </p:spPr>
        <p:txBody>
          <a:bodyPr wrap="square" lIns="91440" tIns="45720" rIns="91440" bIns="45720" anchor="t"/>
          <a:p>
            <a:pPr lvl="0" defTabSz="914400" eaLnBrk="1" hangingPunct="1"/>
            <a:r>
              <a:rPr lang="en-US" altLang="zh-CN" b="1" dirty="0"/>
              <a:t>8.</a:t>
            </a:r>
            <a:r>
              <a:rPr lang="zh-CN" altLang="en-US" b="1" dirty="0"/>
              <a:t>成年晚期</a:t>
            </a:r>
            <a:r>
              <a:rPr lang="zh-CN" altLang="en-US" dirty="0"/>
              <a:t>，退休之后的角色转换是大多数成人晚期的个体将要面临的挑战之一，他们将面对很多的适应问题，包括角色丧失，他们必须重构生活，以便能够悦纳过去，接受现在，展望未来。有人预期，老年人会将精力的大部分花在回顾和接受自己过去所取得的成就这一评价性的过程上。完善和失望的心理社会性危机激发了成人个体所需要的胆量和创造行动综合能力。在面对明显增长的死亡率、身体状况的变化、角色丧失和同辈人的死亡时，大多数老年人能够界定和清楚地表达出其人生意义的主线。他们能够怀着满意感去回顾自己过去的成就和接受过去的失败。在这个过程中，他们发现了一种能够与别人分享并可以最终成为自己将来留下的遗产的实践性智慧。</a:t>
            </a:r>
            <a:endParaRPr lang="zh-CN" altLang="en-US" dirty="0"/>
          </a:p>
          <a:p>
            <a:pPr lvl="0" defTabSz="914400" eaLnBrk="1" hangingPunct="1"/>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14:cpLocks xmlns:a14="http://schemas.microsoft.com/office/drawing/2010/main" noGrp="1"/>
          </p:cNvSpPr>
          <p:nvPr>
            <p:ph type="ctrTitle"/>
          </p:nvPr>
        </p:nvSpPr>
        <p:spPr>
          <a:xfrm>
            <a:off x="944563" y="2236788"/>
            <a:ext cx="10712450" cy="1543050"/>
          </a:xfrm>
        </p:spPr>
        <p:txBody>
          <a:bodyPr/>
          <a:lstStyle/>
          <a:p>
            <a:pPr fontAlgn="base"/>
            <a:r>
              <a:rPr lang="zh-CN" altLang="en-US" strike="noStrike" noProof="1" smtClean="0"/>
              <a:t>单击此处编辑母版标题样式</a:t>
            </a:r>
            <a:endParaRPr lang="zh-CN" altLang="en-US" strike="noStrike" noProof="1"/>
          </a:p>
        </p:txBody>
      </p:sp>
      <p:sp>
        <p:nvSpPr>
          <p:cNvPr id="3" name="副标题 2"/>
          <p:cNvSpPr>
            <a14:cpLocks xmlns:a14="http://schemas.microsoft.com/office/drawing/2010/main" noGrp="1"/>
          </p:cNvSpPr>
          <p:nvPr>
            <p:ph type="subTitle" idx="1"/>
          </p:nvPr>
        </p:nvSpPr>
        <p:spPr>
          <a:xfrm>
            <a:off x="1890713" y="4079875"/>
            <a:ext cx="8820150" cy="18415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14:cpLocks xmlns:a14="http://schemas.microsoft.com/office/drawing/2010/main"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14:cpLocks xmlns:a14="http://schemas.microsoft.com/office/drawing/2010/main"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14:cpLocks xmlns:a14="http://schemas.microsoft.com/office/drawing/2010/main" noGrp="1"/>
          </p:cNvSpPr>
          <p:nvPr>
            <p:ph type="title"/>
          </p:nvPr>
        </p:nvSpPr>
        <p:spPr>
          <a:xfrm>
            <a:off x="995363" y="4627563"/>
            <a:ext cx="10710862" cy="1430337"/>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14:cpLocks xmlns:a14="http://schemas.microsoft.com/office/drawing/2010/main" noGrp="1"/>
          </p:cNvSpPr>
          <p:nvPr>
            <p:ph type="body" idx="1"/>
          </p:nvPr>
        </p:nvSpPr>
        <p:spPr>
          <a:xfrm>
            <a:off x="995363" y="3052763"/>
            <a:ext cx="10710862" cy="157480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14:cpLocks xmlns:a14="http://schemas.microsoft.com/office/drawing/2010/main"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14:cpLocks xmlns:a14="http://schemas.microsoft.com/office/drawing/2010/main" noGrp="1"/>
          </p:cNvSpPr>
          <p:nvPr>
            <p:ph sz="half" idx="1"/>
          </p:nvPr>
        </p:nvSpPr>
        <p:spPr>
          <a:xfrm>
            <a:off x="701675" y="1679575"/>
            <a:ext cx="4162425" cy="4752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14:cpLocks xmlns:a14="http://schemas.microsoft.com/office/drawing/2010/main" noGrp="1"/>
          </p:cNvSpPr>
          <p:nvPr>
            <p:ph sz="half" idx="2"/>
          </p:nvPr>
        </p:nvSpPr>
        <p:spPr>
          <a:xfrm>
            <a:off x="5016500" y="1679575"/>
            <a:ext cx="4164013" cy="4752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14:cpLocks xmlns:a14="http://schemas.microsoft.com/office/drawing/2010/main" noGrp="1"/>
          </p:cNvSpPr>
          <p:nvPr>
            <p:ph type="title"/>
          </p:nvPr>
        </p:nvSpPr>
        <p:spPr>
          <a:xfrm>
            <a:off x="630238" y="288925"/>
            <a:ext cx="11341100" cy="1200150"/>
          </a:xfrm>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14:cpLocks xmlns:a14="http://schemas.microsoft.com/office/drawing/2010/main" noGrp="1"/>
          </p:cNvSpPr>
          <p:nvPr>
            <p:ph type="body" idx="1"/>
          </p:nvPr>
        </p:nvSpPr>
        <p:spPr>
          <a:xfrm>
            <a:off x="630238" y="1611313"/>
            <a:ext cx="5567362" cy="6731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14:cpLocks xmlns:a14="http://schemas.microsoft.com/office/drawing/2010/main" noGrp="1"/>
          </p:cNvSpPr>
          <p:nvPr>
            <p:ph sz="half" idx="2"/>
          </p:nvPr>
        </p:nvSpPr>
        <p:spPr>
          <a:xfrm>
            <a:off x="630238" y="2284413"/>
            <a:ext cx="5567362" cy="414813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14:cpLocks xmlns:a14="http://schemas.microsoft.com/office/drawing/2010/main" noGrp="1"/>
          </p:cNvSpPr>
          <p:nvPr>
            <p:ph type="body" sz="quarter" idx="3"/>
          </p:nvPr>
        </p:nvSpPr>
        <p:spPr>
          <a:xfrm>
            <a:off x="6400800" y="1611313"/>
            <a:ext cx="5570538" cy="6731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14:cpLocks xmlns:a14="http://schemas.microsoft.com/office/drawing/2010/main" noGrp="1"/>
          </p:cNvSpPr>
          <p:nvPr>
            <p:ph sz="quarter" idx="4"/>
          </p:nvPr>
        </p:nvSpPr>
        <p:spPr>
          <a:xfrm>
            <a:off x="6400800" y="2284413"/>
            <a:ext cx="5570538" cy="414813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14:cpLocks xmlns:a14="http://schemas.microsoft.com/office/drawing/2010/main"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14:cpLocks xmlns:a14="http://schemas.microsoft.com/office/drawing/2010/main" noGrp="1"/>
          </p:cNvSpPr>
          <p:nvPr>
            <p:ph type="title"/>
          </p:nvPr>
        </p:nvSpPr>
        <p:spPr>
          <a:xfrm>
            <a:off x="630238" y="287338"/>
            <a:ext cx="4144962" cy="121920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14:cpLocks xmlns:a14="http://schemas.microsoft.com/office/drawing/2010/main" noGrp="1"/>
          </p:cNvSpPr>
          <p:nvPr>
            <p:ph idx="1"/>
          </p:nvPr>
        </p:nvSpPr>
        <p:spPr>
          <a:xfrm>
            <a:off x="4927600" y="287338"/>
            <a:ext cx="7043738" cy="614521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14:cpLocks xmlns:a14="http://schemas.microsoft.com/office/drawing/2010/main" noGrp="1"/>
          </p:cNvSpPr>
          <p:nvPr>
            <p:ph type="body" sz="half" idx="2"/>
          </p:nvPr>
        </p:nvSpPr>
        <p:spPr>
          <a:xfrm>
            <a:off x="630238" y="1506538"/>
            <a:ext cx="4144962" cy="49260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14:cpLocks xmlns:a14="http://schemas.microsoft.com/office/drawing/2010/main" noGrp="1"/>
          </p:cNvSpPr>
          <p:nvPr>
            <p:ph type="title"/>
          </p:nvPr>
        </p:nvSpPr>
        <p:spPr>
          <a:xfrm>
            <a:off x="2470150" y="5040313"/>
            <a:ext cx="7561263" cy="595312"/>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14:cpLocks xmlns:a14="http://schemas.microsoft.com/office/drawing/2010/main" noGrp="1"/>
          </p:cNvSpPr>
          <p:nvPr>
            <p:ph type="pic" idx="1"/>
          </p:nvPr>
        </p:nvSpPr>
        <p:spPr>
          <a:xfrm>
            <a:off x="2470150" y="642938"/>
            <a:ext cx="7561263" cy="432117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ts val="4000"/>
              </a:lnSpc>
              <a:spcBef>
                <a:spcPct val="20000"/>
              </a:spcBef>
              <a:spcAft>
                <a:spcPct val="0"/>
              </a:spcAft>
              <a:buClrTx/>
              <a:buSzTx/>
              <a:buFont typeface="Arial" charset="0"/>
              <a:buNone/>
              <a:defRPr/>
            </a:pPr>
            <a:endParaRPr kumimoji="0" lang="zh-CN" altLang="en-US" sz="3200" b="0" i="0" u="none" strike="noStrike" kern="0" cap="none" spc="0" normalizeH="0" baseline="0" noProof="0" smtClean="0">
              <a:ln>
                <a:noFill/>
              </a:ln>
              <a:solidFill>
                <a:schemeClr val="bg1"/>
              </a:solidFill>
              <a:effectLst/>
              <a:uLnTx/>
              <a:uFillTx/>
              <a:latin typeface="+mn-lt"/>
              <a:ea typeface="+mn-ea"/>
              <a:cs typeface="+mn-cs"/>
            </a:endParaRPr>
          </a:p>
        </p:txBody>
      </p:sp>
      <p:sp>
        <p:nvSpPr>
          <p:cNvPr id="4" name="文本占位符 3"/>
          <p:cNvSpPr>
            <a14:cpLocks xmlns:a14="http://schemas.microsoft.com/office/drawing/2010/main" noGrp="1"/>
          </p:cNvSpPr>
          <p:nvPr>
            <p:ph type="body" sz="half" idx="2"/>
          </p:nvPr>
        </p:nvSpPr>
        <p:spPr>
          <a:xfrm>
            <a:off x="2470150" y="5635625"/>
            <a:ext cx="7561263" cy="8445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14:cpLocks xmlns:a14="http://schemas.microsoft.com/office/drawing/2010/main"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14:cpLocks xmlns:a14="http://schemas.microsoft.com/office/drawing/2010/main"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14:cpLocks xmlns:a14="http://schemas.microsoft.com/office/drawing/2010/main" noGrp="1"/>
          </p:cNvSpPr>
          <p:nvPr>
            <p:ph type="title" orient="vert"/>
          </p:nvPr>
        </p:nvSpPr>
        <p:spPr>
          <a:xfrm>
            <a:off x="7061200" y="647700"/>
            <a:ext cx="2119313" cy="578485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14:cpLocks xmlns:a14="http://schemas.microsoft.com/office/drawing/2010/main" noGrp="1"/>
          </p:cNvSpPr>
          <p:nvPr>
            <p:ph type="body" orient="vert" idx="1"/>
          </p:nvPr>
        </p:nvSpPr>
        <p:spPr>
          <a:xfrm>
            <a:off x="701675" y="647700"/>
            <a:ext cx="6207125" cy="578485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showMasterSp="0">
  <p:cSld name="标题，文本与内容">
    <p:bg>
      <p:bgPr>
        <a:solidFill>
          <a:srgbClr val="404040"/>
        </a:solidFill>
        <a:effectLst/>
      </p:bgPr>
    </p:bg>
    <p:spTree>
      <p:nvGrpSpPr>
        <p:cNvPr id="1" name=""/>
        <p:cNvGrpSpPr/>
        <p:nvPr/>
      </p:nvGrpSpPr>
      <p:grpSpPr>
        <a:xfrm>
          <a:off x="0" y="0"/>
          <a:ext cx="0" cy="0"/>
          <a:chOff x="0" y="0"/>
          <a:chExt cx="0" cy="0"/>
        </a:xfrm>
      </p:grpSpPr>
      <p:pic>
        <p:nvPicPr>
          <p:cNvPr id="4098" name="图片 1"/>
          <p:cNvPicPr>
            <a:picLocks noChangeAspect="1"/>
          </p:cNvPicPr>
          <p:nvPr userDrawn="1"/>
        </p:nvPicPr>
        <p:blipFill>
          <a:blip r:embed="rId2"/>
          <a:stretch>
            <a:fillRect/>
          </a:stretch>
        </p:blipFill>
        <p:spPr>
          <a:xfrm>
            <a:off x="0" y="0"/>
            <a:ext cx="12601575" cy="7200900"/>
          </a:xfrm>
          <a:prstGeom prst="rect">
            <a:avLst/>
          </a:prstGeom>
          <a:noFill/>
          <a:ln w="9525">
            <a:noFill/>
          </a:ln>
        </p:spPr>
      </p:pic>
      <p:sp>
        <p:nvSpPr>
          <p:cNvPr id="2" name="标题 1"/>
          <p:cNvSpPr>
            <a14:cpLocks xmlns:a14="http://schemas.microsoft.com/office/drawing/2010/main" noGrp="1"/>
          </p:cNvSpPr>
          <p:nvPr>
            <p:ph type="title"/>
          </p:nvPr>
        </p:nvSpPr>
        <p:spPr>
          <a:xfrm>
            <a:off x="630079" y="288036"/>
            <a:ext cx="11341418" cy="1200150"/>
          </a:xfrm>
          <a:prstGeom prst="rect">
            <a:avLst/>
          </a:prstGeo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14:cpLocks xmlns:a14="http://schemas.microsoft.com/office/drawing/2010/main" noGrp="1"/>
          </p:cNvSpPr>
          <p:nvPr>
            <p:ph type="body" sz="half" idx="1"/>
          </p:nvPr>
        </p:nvSpPr>
        <p:spPr>
          <a:xfrm>
            <a:off x="842731" y="1048131"/>
            <a:ext cx="5339917" cy="4572572"/>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14:cpLocks xmlns:a14="http://schemas.microsoft.com/office/drawing/2010/main" noGrp="1"/>
          </p:cNvSpPr>
          <p:nvPr>
            <p:ph sz="half" idx="2"/>
          </p:nvPr>
        </p:nvSpPr>
        <p:spPr>
          <a:xfrm>
            <a:off x="6418927" y="1048131"/>
            <a:ext cx="5339917" cy="4572572"/>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14:cpLocks xmlns:a14="http://schemas.microsoft.com/office/drawing/2010/main" noGrp="1"/>
          </p:cNvSpPr>
          <p:nvPr>
            <p:ph type="ctrTitle"/>
          </p:nvPr>
        </p:nvSpPr>
        <p:spPr>
          <a:xfrm>
            <a:off x="944563" y="2236788"/>
            <a:ext cx="10712450" cy="1543050"/>
          </a:xfrm>
        </p:spPr>
        <p:txBody>
          <a:bodyPr/>
          <a:lstStyle/>
          <a:p>
            <a:pPr fontAlgn="base"/>
            <a:r>
              <a:rPr lang="zh-CN" altLang="en-US" strike="noStrike" noProof="1" smtClean="0"/>
              <a:t>单击此处编辑母版标题样式</a:t>
            </a:r>
            <a:endParaRPr lang="zh-CN" altLang="en-US" strike="noStrike" noProof="1"/>
          </a:p>
        </p:txBody>
      </p:sp>
      <p:sp>
        <p:nvSpPr>
          <p:cNvPr id="3" name="副标题 2"/>
          <p:cNvSpPr>
            <a14:cpLocks xmlns:a14="http://schemas.microsoft.com/office/drawing/2010/main" noGrp="1"/>
          </p:cNvSpPr>
          <p:nvPr>
            <p:ph type="subTitle" idx="1"/>
          </p:nvPr>
        </p:nvSpPr>
        <p:spPr>
          <a:xfrm>
            <a:off x="1890713" y="4079875"/>
            <a:ext cx="8820150" cy="18415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14:cpLocks xmlns:a14="http://schemas.microsoft.com/office/drawing/2010/main"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14:cpLocks xmlns:a14="http://schemas.microsoft.com/office/drawing/2010/main"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14:cpLocks xmlns:a14="http://schemas.microsoft.com/office/drawing/2010/main" noGrp="1"/>
          </p:cNvSpPr>
          <p:nvPr>
            <p:ph type="title"/>
          </p:nvPr>
        </p:nvSpPr>
        <p:spPr>
          <a:xfrm>
            <a:off x="995363" y="4627563"/>
            <a:ext cx="10710862" cy="1430337"/>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14:cpLocks xmlns:a14="http://schemas.microsoft.com/office/drawing/2010/main" noGrp="1"/>
          </p:cNvSpPr>
          <p:nvPr>
            <p:ph type="body" idx="1"/>
          </p:nvPr>
        </p:nvSpPr>
        <p:spPr>
          <a:xfrm>
            <a:off x="995363" y="3052763"/>
            <a:ext cx="10710862" cy="157480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14:cpLocks xmlns:a14="http://schemas.microsoft.com/office/drawing/2010/main"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14:cpLocks xmlns:a14="http://schemas.microsoft.com/office/drawing/2010/main" noGrp="1"/>
          </p:cNvSpPr>
          <p:nvPr>
            <p:ph sz="half" idx="1"/>
          </p:nvPr>
        </p:nvSpPr>
        <p:spPr>
          <a:xfrm>
            <a:off x="701675" y="1679575"/>
            <a:ext cx="4162425" cy="4752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14:cpLocks xmlns:a14="http://schemas.microsoft.com/office/drawing/2010/main" noGrp="1"/>
          </p:cNvSpPr>
          <p:nvPr>
            <p:ph sz="half" idx="2"/>
          </p:nvPr>
        </p:nvSpPr>
        <p:spPr>
          <a:xfrm>
            <a:off x="5016500" y="1679575"/>
            <a:ext cx="4164013" cy="4752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14:cpLocks xmlns:a14="http://schemas.microsoft.com/office/drawing/2010/main" noGrp="1"/>
          </p:cNvSpPr>
          <p:nvPr>
            <p:ph type="title"/>
          </p:nvPr>
        </p:nvSpPr>
        <p:spPr>
          <a:xfrm>
            <a:off x="630238" y="288925"/>
            <a:ext cx="11341100" cy="1200150"/>
          </a:xfrm>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14:cpLocks xmlns:a14="http://schemas.microsoft.com/office/drawing/2010/main" noGrp="1"/>
          </p:cNvSpPr>
          <p:nvPr>
            <p:ph type="body" idx="1"/>
          </p:nvPr>
        </p:nvSpPr>
        <p:spPr>
          <a:xfrm>
            <a:off x="630238" y="1611313"/>
            <a:ext cx="5567362" cy="6731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14:cpLocks xmlns:a14="http://schemas.microsoft.com/office/drawing/2010/main" noGrp="1"/>
          </p:cNvSpPr>
          <p:nvPr>
            <p:ph sz="half" idx="2"/>
          </p:nvPr>
        </p:nvSpPr>
        <p:spPr>
          <a:xfrm>
            <a:off x="630238" y="2284413"/>
            <a:ext cx="5567362" cy="414813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14:cpLocks xmlns:a14="http://schemas.microsoft.com/office/drawing/2010/main" noGrp="1"/>
          </p:cNvSpPr>
          <p:nvPr>
            <p:ph type="body" sz="quarter" idx="3"/>
          </p:nvPr>
        </p:nvSpPr>
        <p:spPr>
          <a:xfrm>
            <a:off x="6400800" y="1611313"/>
            <a:ext cx="5570538" cy="6731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14:cpLocks xmlns:a14="http://schemas.microsoft.com/office/drawing/2010/main" noGrp="1"/>
          </p:cNvSpPr>
          <p:nvPr>
            <p:ph sz="quarter" idx="4"/>
          </p:nvPr>
        </p:nvSpPr>
        <p:spPr>
          <a:xfrm>
            <a:off x="6400800" y="2284413"/>
            <a:ext cx="5570538" cy="414813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14:cpLocks xmlns:a14="http://schemas.microsoft.com/office/drawing/2010/main"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14:cpLocks xmlns:a14="http://schemas.microsoft.com/office/drawing/2010/main" noGrp="1"/>
          </p:cNvSpPr>
          <p:nvPr>
            <p:ph type="title"/>
          </p:nvPr>
        </p:nvSpPr>
        <p:spPr>
          <a:xfrm>
            <a:off x="630238" y="287338"/>
            <a:ext cx="4144962" cy="121920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14:cpLocks xmlns:a14="http://schemas.microsoft.com/office/drawing/2010/main" noGrp="1"/>
          </p:cNvSpPr>
          <p:nvPr>
            <p:ph idx="1"/>
          </p:nvPr>
        </p:nvSpPr>
        <p:spPr>
          <a:xfrm>
            <a:off x="4927600" y="287338"/>
            <a:ext cx="7043738" cy="614521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14:cpLocks xmlns:a14="http://schemas.microsoft.com/office/drawing/2010/main" noGrp="1"/>
          </p:cNvSpPr>
          <p:nvPr>
            <p:ph type="body" sz="half" idx="2"/>
          </p:nvPr>
        </p:nvSpPr>
        <p:spPr>
          <a:xfrm>
            <a:off x="630238" y="1506538"/>
            <a:ext cx="4144962" cy="49260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14:cpLocks xmlns:a14="http://schemas.microsoft.com/office/drawing/2010/main" noGrp="1"/>
          </p:cNvSpPr>
          <p:nvPr>
            <p:ph type="title"/>
          </p:nvPr>
        </p:nvSpPr>
        <p:spPr>
          <a:xfrm>
            <a:off x="2470150" y="5040313"/>
            <a:ext cx="7561263" cy="595312"/>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14:cpLocks xmlns:a14="http://schemas.microsoft.com/office/drawing/2010/main" noGrp="1"/>
          </p:cNvSpPr>
          <p:nvPr>
            <p:ph type="pic" idx="1"/>
          </p:nvPr>
        </p:nvSpPr>
        <p:spPr>
          <a:xfrm>
            <a:off x="2470150" y="642938"/>
            <a:ext cx="7561263" cy="432117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ts val="4000"/>
              </a:lnSpc>
              <a:spcBef>
                <a:spcPct val="20000"/>
              </a:spcBef>
              <a:spcAft>
                <a:spcPct val="0"/>
              </a:spcAft>
              <a:buClrTx/>
              <a:buSzTx/>
              <a:buFont typeface="Arial" charset="0"/>
              <a:buNone/>
              <a:defRPr/>
            </a:pPr>
            <a:endParaRPr kumimoji="0" lang="zh-CN" altLang="en-US" sz="3200" b="0" i="0" u="none" strike="noStrike" kern="0" cap="none" spc="0" normalizeH="0" baseline="0" noProof="0" dirty="0" smtClean="0">
              <a:ln>
                <a:noFill/>
              </a:ln>
              <a:solidFill>
                <a:schemeClr val="bg1"/>
              </a:solidFill>
              <a:effectLst/>
              <a:uLnTx/>
              <a:uFillTx/>
              <a:latin typeface="黑体" pitchFamily="49" charset="-122"/>
              <a:ea typeface="黑体" pitchFamily="49" charset="-122"/>
              <a:cs typeface="+mn-cs"/>
            </a:endParaRPr>
          </a:p>
        </p:txBody>
      </p:sp>
      <p:sp>
        <p:nvSpPr>
          <p:cNvPr id="4" name="文本占位符 3"/>
          <p:cNvSpPr>
            <a14:cpLocks xmlns:a14="http://schemas.microsoft.com/office/drawing/2010/main" noGrp="1"/>
          </p:cNvSpPr>
          <p:nvPr>
            <p:ph type="body" sz="half" idx="2"/>
          </p:nvPr>
        </p:nvSpPr>
        <p:spPr>
          <a:xfrm>
            <a:off x="2470150" y="5635625"/>
            <a:ext cx="7561263" cy="8445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14:cpLocks xmlns:a14="http://schemas.microsoft.com/office/drawing/2010/main"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14:cpLocks xmlns:a14="http://schemas.microsoft.com/office/drawing/2010/main"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14:cpLocks xmlns:a14="http://schemas.microsoft.com/office/drawing/2010/main" noGrp="1"/>
          </p:cNvSpPr>
          <p:nvPr>
            <p:ph type="title" orient="vert"/>
          </p:nvPr>
        </p:nvSpPr>
        <p:spPr>
          <a:xfrm>
            <a:off x="7061200" y="647700"/>
            <a:ext cx="2119313" cy="578485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14:cpLocks xmlns:a14="http://schemas.microsoft.com/office/drawing/2010/main" noGrp="1"/>
          </p:cNvSpPr>
          <p:nvPr>
            <p:ph type="body" orient="vert" idx="1"/>
          </p:nvPr>
        </p:nvSpPr>
        <p:spPr>
          <a:xfrm>
            <a:off x="701675" y="647700"/>
            <a:ext cx="6207125" cy="578485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14:cpLocks xmlns:a14="http://schemas.microsoft.com/office/drawing/2010/main" noGrp="1"/>
          </p:cNvSpPr>
          <p:nvPr>
            <p:ph type="ctrTitle"/>
          </p:nvPr>
        </p:nvSpPr>
        <p:spPr>
          <a:xfrm>
            <a:off x="944563" y="2236788"/>
            <a:ext cx="10712450" cy="1543050"/>
          </a:xfrm>
        </p:spPr>
        <p:txBody>
          <a:bodyPr/>
          <a:lstStyle/>
          <a:p>
            <a:pPr fontAlgn="base"/>
            <a:r>
              <a:rPr lang="zh-CN" altLang="en-US" strike="noStrike" noProof="1" smtClean="0"/>
              <a:t>单击此处编辑母版标题样式</a:t>
            </a:r>
            <a:endParaRPr lang="zh-CN" altLang="en-US" strike="noStrike" noProof="1"/>
          </a:p>
        </p:txBody>
      </p:sp>
      <p:sp>
        <p:nvSpPr>
          <p:cNvPr id="3" name="副标题 2"/>
          <p:cNvSpPr>
            <a14:cpLocks xmlns:a14="http://schemas.microsoft.com/office/drawing/2010/main" noGrp="1"/>
          </p:cNvSpPr>
          <p:nvPr>
            <p:ph type="subTitle" idx="1"/>
          </p:nvPr>
        </p:nvSpPr>
        <p:spPr>
          <a:xfrm>
            <a:off x="1890713" y="4079875"/>
            <a:ext cx="8820150" cy="18415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14:cpLocks xmlns:a14="http://schemas.microsoft.com/office/drawing/2010/main"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14:cpLocks xmlns:a14="http://schemas.microsoft.com/office/drawing/2010/main"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14:cpLocks xmlns:a14="http://schemas.microsoft.com/office/drawing/2010/main" noGrp="1"/>
          </p:cNvSpPr>
          <p:nvPr>
            <p:ph type="title"/>
          </p:nvPr>
        </p:nvSpPr>
        <p:spPr>
          <a:xfrm>
            <a:off x="995363" y="4627563"/>
            <a:ext cx="10710862" cy="1430337"/>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14:cpLocks xmlns:a14="http://schemas.microsoft.com/office/drawing/2010/main" noGrp="1"/>
          </p:cNvSpPr>
          <p:nvPr>
            <p:ph type="body" idx="1"/>
          </p:nvPr>
        </p:nvSpPr>
        <p:spPr>
          <a:xfrm>
            <a:off x="995363" y="3052763"/>
            <a:ext cx="10710862" cy="157480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14:cpLocks xmlns:a14="http://schemas.microsoft.com/office/drawing/2010/main"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14:cpLocks xmlns:a14="http://schemas.microsoft.com/office/drawing/2010/main" noGrp="1"/>
          </p:cNvSpPr>
          <p:nvPr>
            <p:ph sz="half" idx="1"/>
          </p:nvPr>
        </p:nvSpPr>
        <p:spPr>
          <a:xfrm>
            <a:off x="701675" y="1679575"/>
            <a:ext cx="4162425" cy="4752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14:cpLocks xmlns:a14="http://schemas.microsoft.com/office/drawing/2010/main" noGrp="1"/>
          </p:cNvSpPr>
          <p:nvPr>
            <p:ph sz="half" idx="2"/>
          </p:nvPr>
        </p:nvSpPr>
        <p:spPr>
          <a:xfrm>
            <a:off x="5016500" y="1679575"/>
            <a:ext cx="4164013" cy="4752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14:cpLocks xmlns:a14="http://schemas.microsoft.com/office/drawing/2010/main" noGrp="1"/>
          </p:cNvSpPr>
          <p:nvPr>
            <p:ph type="title"/>
          </p:nvPr>
        </p:nvSpPr>
        <p:spPr>
          <a:xfrm>
            <a:off x="630238" y="288925"/>
            <a:ext cx="11341100" cy="1200150"/>
          </a:xfrm>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14:cpLocks xmlns:a14="http://schemas.microsoft.com/office/drawing/2010/main" noGrp="1"/>
          </p:cNvSpPr>
          <p:nvPr>
            <p:ph type="body" idx="1"/>
          </p:nvPr>
        </p:nvSpPr>
        <p:spPr>
          <a:xfrm>
            <a:off x="630238" y="1611313"/>
            <a:ext cx="5567362" cy="6731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14:cpLocks xmlns:a14="http://schemas.microsoft.com/office/drawing/2010/main" noGrp="1"/>
          </p:cNvSpPr>
          <p:nvPr>
            <p:ph sz="half" idx="2"/>
          </p:nvPr>
        </p:nvSpPr>
        <p:spPr>
          <a:xfrm>
            <a:off x="630238" y="2284413"/>
            <a:ext cx="5567362" cy="414813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14:cpLocks xmlns:a14="http://schemas.microsoft.com/office/drawing/2010/main" noGrp="1"/>
          </p:cNvSpPr>
          <p:nvPr>
            <p:ph type="body" sz="quarter" idx="3"/>
          </p:nvPr>
        </p:nvSpPr>
        <p:spPr>
          <a:xfrm>
            <a:off x="6400800" y="1611313"/>
            <a:ext cx="5570538" cy="6731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14:cpLocks xmlns:a14="http://schemas.microsoft.com/office/drawing/2010/main" noGrp="1"/>
          </p:cNvSpPr>
          <p:nvPr>
            <p:ph sz="quarter" idx="4"/>
          </p:nvPr>
        </p:nvSpPr>
        <p:spPr>
          <a:xfrm>
            <a:off x="6400800" y="2284413"/>
            <a:ext cx="5570538" cy="414813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14:cpLocks xmlns:a14="http://schemas.microsoft.com/office/drawing/2010/main"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14:cpLocks xmlns:a14="http://schemas.microsoft.com/office/drawing/2010/main" noGrp="1"/>
          </p:cNvSpPr>
          <p:nvPr>
            <p:ph type="title"/>
          </p:nvPr>
        </p:nvSpPr>
        <p:spPr>
          <a:xfrm>
            <a:off x="630238" y="287338"/>
            <a:ext cx="4144962" cy="121920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14:cpLocks xmlns:a14="http://schemas.microsoft.com/office/drawing/2010/main" noGrp="1"/>
          </p:cNvSpPr>
          <p:nvPr>
            <p:ph idx="1"/>
          </p:nvPr>
        </p:nvSpPr>
        <p:spPr>
          <a:xfrm>
            <a:off x="4927600" y="287338"/>
            <a:ext cx="7043738" cy="614521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14:cpLocks xmlns:a14="http://schemas.microsoft.com/office/drawing/2010/main" noGrp="1"/>
          </p:cNvSpPr>
          <p:nvPr>
            <p:ph type="body" sz="half" idx="2"/>
          </p:nvPr>
        </p:nvSpPr>
        <p:spPr>
          <a:xfrm>
            <a:off x="630238" y="1506538"/>
            <a:ext cx="4144962" cy="49260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14:cpLocks xmlns:a14="http://schemas.microsoft.com/office/drawing/2010/main" noGrp="1"/>
          </p:cNvSpPr>
          <p:nvPr>
            <p:ph type="title"/>
          </p:nvPr>
        </p:nvSpPr>
        <p:spPr>
          <a:xfrm>
            <a:off x="2470150" y="5040313"/>
            <a:ext cx="7561263" cy="595312"/>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14:cpLocks xmlns:a14="http://schemas.microsoft.com/office/drawing/2010/main" noGrp="1"/>
          </p:cNvSpPr>
          <p:nvPr>
            <p:ph type="pic" idx="1"/>
          </p:nvPr>
        </p:nvSpPr>
        <p:spPr>
          <a:xfrm>
            <a:off x="2470150" y="642938"/>
            <a:ext cx="7561263" cy="432117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 typeface="Arial" charset="0"/>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14:cpLocks xmlns:a14="http://schemas.microsoft.com/office/drawing/2010/main" noGrp="1"/>
          </p:cNvSpPr>
          <p:nvPr>
            <p:ph type="body" sz="half" idx="2"/>
          </p:nvPr>
        </p:nvSpPr>
        <p:spPr>
          <a:xfrm>
            <a:off x="2470150" y="5635625"/>
            <a:ext cx="7561263" cy="8445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14:cpLocks xmlns:a14="http://schemas.microsoft.com/office/drawing/2010/main"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14:cpLocks xmlns:a14="http://schemas.microsoft.com/office/drawing/2010/main"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14:cpLocks xmlns:a14="http://schemas.microsoft.com/office/drawing/2010/main" noGrp="1"/>
          </p:cNvSpPr>
          <p:nvPr>
            <p:ph type="title" orient="vert"/>
          </p:nvPr>
        </p:nvSpPr>
        <p:spPr>
          <a:xfrm>
            <a:off x="7061200" y="647700"/>
            <a:ext cx="2119313" cy="578485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14:cpLocks xmlns:a14="http://schemas.microsoft.com/office/drawing/2010/main" noGrp="1"/>
          </p:cNvSpPr>
          <p:nvPr>
            <p:ph type="body" orient="vert" idx="1"/>
          </p:nvPr>
        </p:nvSpPr>
        <p:spPr>
          <a:xfrm>
            <a:off x="701675" y="647700"/>
            <a:ext cx="6207125" cy="578485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pn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3" Type="http://schemas.openxmlformats.org/officeDocument/2006/relationships/theme" Target="../theme/theme2.xml"/><Relationship Id="rId12" Type="http://schemas.openxmlformats.org/officeDocument/2006/relationships/image" Target="../media/image2.png"/><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2.xml"/><Relationship Id="rId8" Type="http://schemas.openxmlformats.org/officeDocument/2006/relationships/slideLayout" Target="../slideLayouts/slideLayout31.xml"/><Relationship Id="rId7" Type="http://schemas.openxmlformats.org/officeDocument/2006/relationships/slideLayout" Target="../slideLayouts/slideLayout30.xml"/><Relationship Id="rId6" Type="http://schemas.openxmlformats.org/officeDocument/2006/relationships/slideLayout" Target="../slideLayouts/slideLayout29.xml"/><Relationship Id="rId5" Type="http://schemas.openxmlformats.org/officeDocument/2006/relationships/slideLayout" Target="../slideLayouts/slideLayout28.xml"/><Relationship Id="rId4" Type="http://schemas.openxmlformats.org/officeDocument/2006/relationships/slideLayout" Target="../slideLayouts/slideLayout27.xml"/><Relationship Id="rId3" Type="http://schemas.openxmlformats.org/officeDocument/2006/relationships/slideLayout" Target="../slideLayouts/slideLayout26.xml"/><Relationship Id="rId2" Type="http://schemas.openxmlformats.org/officeDocument/2006/relationships/slideLayout" Target="../slideLayouts/slideLayout25.xml"/><Relationship Id="rId13" Type="http://schemas.openxmlformats.org/officeDocument/2006/relationships/theme" Target="../theme/theme3.xml"/><Relationship Id="rId12" Type="http://schemas.openxmlformats.org/officeDocument/2006/relationships/image" Target="../media/image3.png"/><Relationship Id="rId11" Type="http://schemas.openxmlformats.org/officeDocument/2006/relationships/slideLayout" Target="../slideLayouts/slideLayout34.xml"/><Relationship Id="rId10" Type="http://schemas.openxmlformats.org/officeDocument/2006/relationships/slideLayout" Target="../slideLayouts/slideLayout33.xml"/><Relationship Id="rId1"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404040"/>
        </a:solidFill>
        <a:effectLst/>
      </p:bgPr>
    </p:bg>
    <p:spTree>
      <p:nvGrpSpPr>
        <p:cNvPr id="1" name=""/>
        <p:cNvGrpSpPr/>
        <p:nvPr/>
      </p:nvGrpSpPr>
      <p:grpSpPr/>
      <p:pic>
        <p:nvPicPr>
          <p:cNvPr id="1026" name="Picture 2"/>
          <p:cNvPicPr>
            <a:picLocks noChangeAspect="1"/>
          </p:cNvPicPr>
          <p:nvPr userDrawn="1"/>
        </p:nvPicPr>
        <p:blipFill>
          <a:blip r:embed="rId13"/>
          <a:stretch>
            <a:fillRect/>
          </a:stretch>
        </p:blipFill>
        <p:spPr>
          <a:xfrm>
            <a:off x="-34925" y="0"/>
            <a:ext cx="12668250" cy="7200900"/>
          </a:xfrm>
          <a:prstGeom prst="rect">
            <a:avLst/>
          </a:prstGeom>
          <a:noFill/>
          <a:ln w="9525">
            <a:noFill/>
          </a:ln>
        </p:spPr>
      </p:pic>
      <p:sp>
        <p:nvSpPr>
          <p:cNvPr id="1027" name="标题占位符 1"/>
          <p:cNvSpPr>
            <a14:cpLocks xmlns:a14="http://schemas.microsoft.com/office/drawing/2010/main" noGrp="1"/>
          </p:cNvSpPr>
          <p:nvPr>
            <p:ph type="title"/>
          </p:nvPr>
        </p:nvSpPr>
        <p:spPr>
          <a:xfrm>
            <a:off x="701675" y="647700"/>
            <a:ext cx="8478838" cy="841375"/>
          </a:xfrm>
          <a:prstGeom prst="rect">
            <a:avLst/>
          </a:prstGeom>
          <a:noFill/>
          <a:ln w="9525">
            <a:noFill/>
          </a:ln>
        </p:spPr>
        <p:txBody>
          <a:bodyPr anchor="ctr"/>
          <a:p>
            <a:pPr lvl="0"/>
            <a:r>
              <a:rPr lang="zh-CN" altLang="en-US" dirty="0"/>
              <a:t>单击此处编辑母版标题样式</a:t>
            </a:r>
            <a:endParaRPr lang="zh-CN" altLang="en-US" dirty="0"/>
          </a:p>
        </p:txBody>
      </p:sp>
      <p:sp>
        <p:nvSpPr>
          <p:cNvPr id="1028" name="文本占位符 2"/>
          <p:cNvSpPr>
            <a14:cpLocks xmlns:a14="http://schemas.microsoft.com/office/drawing/2010/main" noGrp="1"/>
          </p:cNvSpPr>
          <p:nvPr>
            <p:ph type="body"/>
          </p:nvPr>
        </p:nvSpPr>
        <p:spPr>
          <a:xfrm>
            <a:off x="701675" y="1679575"/>
            <a:ext cx="8478838" cy="4752975"/>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rtl="0" eaLnBrk="0" fontAlgn="base" hangingPunct="0">
        <a:spcBef>
          <a:spcPct val="0"/>
        </a:spcBef>
        <a:spcAft>
          <a:spcPct val="0"/>
        </a:spcAft>
        <a:defRPr sz="2200">
          <a:solidFill>
            <a:schemeClr val="bg1"/>
          </a:solidFill>
          <a:latin typeface="+mj-lt"/>
          <a:ea typeface="+mj-ea"/>
          <a:cs typeface="+mj-cs"/>
        </a:defRPr>
      </a:lvl1pPr>
      <a:lvl2pPr algn="ctr" rtl="0" eaLnBrk="0" fontAlgn="base" hangingPunct="0">
        <a:spcBef>
          <a:spcPct val="0"/>
        </a:spcBef>
        <a:spcAft>
          <a:spcPct val="0"/>
        </a:spcAft>
        <a:defRPr sz="2200">
          <a:solidFill>
            <a:schemeClr val="bg1"/>
          </a:solidFill>
          <a:latin typeface="Calibri" pitchFamily="34" charset="0"/>
          <a:ea typeface="黑体" pitchFamily="49" charset="-122"/>
        </a:defRPr>
      </a:lvl2pPr>
      <a:lvl3pPr algn="ctr" rtl="0" eaLnBrk="0" fontAlgn="base" hangingPunct="0">
        <a:spcBef>
          <a:spcPct val="0"/>
        </a:spcBef>
        <a:spcAft>
          <a:spcPct val="0"/>
        </a:spcAft>
        <a:defRPr sz="2200">
          <a:solidFill>
            <a:schemeClr val="bg1"/>
          </a:solidFill>
          <a:latin typeface="Calibri" pitchFamily="34" charset="0"/>
          <a:ea typeface="黑体" pitchFamily="49" charset="-122"/>
        </a:defRPr>
      </a:lvl3pPr>
      <a:lvl4pPr algn="ctr" rtl="0" eaLnBrk="0" fontAlgn="base" hangingPunct="0">
        <a:spcBef>
          <a:spcPct val="0"/>
        </a:spcBef>
        <a:spcAft>
          <a:spcPct val="0"/>
        </a:spcAft>
        <a:defRPr sz="2200">
          <a:solidFill>
            <a:schemeClr val="bg1"/>
          </a:solidFill>
          <a:latin typeface="Calibri" pitchFamily="34" charset="0"/>
          <a:ea typeface="黑体" pitchFamily="49" charset="-122"/>
        </a:defRPr>
      </a:lvl4pPr>
      <a:lvl5pPr algn="ctr" rtl="0" eaLnBrk="0" fontAlgn="base" hangingPunct="0">
        <a:spcBef>
          <a:spcPct val="0"/>
        </a:spcBef>
        <a:spcAft>
          <a:spcPct val="0"/>
        </a:spcAft>
        <a:defRPr sz="2200">
          <a:solidFill>
            <a:schemeClr val="bg1"/>
          </a:solidFill>
          <a:latin typeface="Calibri" pitchFamily="34" charset="0"/>
          <a:ea typeface="黑体" pitchFamily="49" charset="-122"/>
        </a:defRPr>
      </a:lvl5pPr>
      <a:lvl6pPr marL="457200" algn="ctr" rtl="0" eaLnBrk="0" fontAlgn="base" hangingPunct="0">
        <a:spcBef>
          <a:spcPct val="0"/>
        </a:spcBef>
        <a:spcAft>
          <a:spcPct val="0"/>
        </a:spcAft>
        <a:defRPr sz="2200">
          <a:solidFill>
            <a:schemeClr val="bg1"/>
          </a:solidFill>
          <a:latin typeface="Calibri" pitchFamily="34" charset="0"/>
          <a:ea typeface="黑体" pitchFamily="49" charset="-122"/>
        </a:defRPr>
      </a:lvl6pPr>
      <a:lvl7pPr marL="914400" algn="ctr" rtl="0" eaLnBrk="0" fontAlgn="base" hangingPunct="0">
        <a:spcBef>
          <a:spcPct val="0"/>
        </a:spcBef>
        <a:spcAft>
          <a:spcPct val="0"/>
        </a:spcAft>
        <a:defRPr sz="2200">
          <a:solidFill>
            <a:schemeClr val="bg1"/>
          </a:solidFill>
          <a:latin typeface="Calibri" pitchFamily="34" charset="0"/>
          <a:ea typeface="黑体" pitchFamily="49" charset="-122"/>
        </a:defRPr>
      </a:lvl7pPr>
      <a:lvl8pPr marL="1371600" algn="ctr" rtl="0" eaLnBrk="0" fontAlgn="base" hangingPunct="0">
        <a:spcBef>
          <a:spcPct val="0"/>
        </a:spcBef>
        <a:spcAft>
          <a:spcPct val="0"/>
        </a:spcAft>
        <a:defRPr sz="2200">
          <a:solidFill>
            <a:schemeClr val="bg1"/>
          </a:solidFill>
          <a:latin typeface="Calibri" pitchFamily="34" charset="0"/>
          <a:ea typeface="黑体" pitchFamily="49" charset="-122"/>
        </a:defRPr>
      </a:lvl8pPr>
      <a:lvl9pPr marL="1828800" algn="ctr" rtl="0" eaLnBrk="0" fontAlgn="base" hangingPunct="0">
        <a:spcBef>
          <a:spcPct val="0"/>
        </a:spcBef>
        <a:spcAft>
          <a:spcPct val="0"/>
        </a:spcAft>
        <a:defRPr sz="2200">
          <a:solidFill>
            <a:schemeClr val="bg1"/>
          </a:solidFill>
          <a:latin typeface="Calibri" pitchFamily="34" charset="0"/>
          <a:ea typeface="黑体" pitchFamily="49" charset="-122"/>
        </a:defRPr>
      </a:lvl9pPr>
    </p:titleStyle>
    <p:bodyStyle>
      <a:lvl1pPr marL="342900" indent="-342900" algn="l" rtl="0" eaLnBrk="0" fontAlgn="base" hangingPunct="0">
        <a:lnSpc>
          <a:spcPts val="4000"/>
        </a:lnSpc>
        <a:spcBef>
          <a:spcPct val="20000"/>
        </a:spcBef>
        <a:spcAft>
          <a:spcPct val="0"/>
        </a:spcAft>
        <a:buFont typeface="Arial" charset="0"/>
        <a:buChar char="•"/>
        <a:defRPr sz="2200">
          <a:solidFill>
            <a:schemeClr val="bg1"/>
          </a:solidFill>
          <a:latin typeface="+mn-lt"/>
          <a:ea typeface="+mn-ea"/>
          <a:cs typeface="+mn-cs"/>
        </a:defRPr>
      </a:lvl1pPr>
      <a:lvl2pPr marL="742950" indent="-285750" algn="l" rtl="0" eaLnBrk="0" fontAlgn="base" hangingPunct="0">
        <a:lnSpc>
          <a:spcPts val="4000"/>
        </a:lnSpc>
        <a:spcBef>
          <a:spcPct val="20000"/>
        </a:spcBef>
        <a:spcAft>
          <a:spcPct val="0"/>
        </a:spcAft>
        <a:buFont typeface="Arial" charset="0"/>
        <a:buChar char="–"/>
        <a:defRPr sz="2200">
          <a:solidFill>
            <a:schemeClr val="bg1"/>
          </a:solidFill>
          <a:latin typeface="+mn-lt"/>
          <a:ea typeface="+mn-ea"/>
        </a:defRPr>
      </a:lvl2pPr>
      <a:lvl3pPr marL="1143000" indent="-228600" algn="l" rtl="0" eaLnBrk="0" fontAlgn="base" hangingPunct="0">
        <a:lnSpc>
          <a:spcPts val="4000"/>
        </a:lnSpc>
        <a:spcBef>
          <a:spcPct val="20000"/>
        </a:spcBef>
        <a:spcAft>
          <a:spcPct val="0"/>
        </a:spcAft>
        <a:buFont typeface="Arial" charset="0"/>
        <a:buChar char="•"/>
        <a:defRPr sz="2200">
          <a:solidFill>
            <a:schemeClr val="bg1"/>
          </a:solidFill>
          <a:latin typeface="+mn-lt"/>
          <a:ea typeface="+mn-ea"/>
        </a:defRPr>
      </a:lvl3pPr>
      <a:lvl4pPr marL="1600200" indent="-228600" algn="l" rtl="0" eaLnBrk="0" fontAlgn="base" hangingPunct="0">
        <a:lnSpc>
          <a:spcPts val="4000"/>
        </a:lnSpc>
        <a:spcBef>
          <a:spcPct val="20000"/>
        </a:spcBef>
        <a:spcAft>
          <a:spcPct val="0"/>
        </a:spcAft>
        <a:buFont typeface="Arial" charset="0"/>
        <a:buChar char="–"/>
        <a:defRPr sz="2200">
          <a:solidFill>
            <a:schemeClr val="bg1"/>
          </a:solidFill>
          <a:latin typeface="+mn-lt"/>
          <a:ea typeface="+mn-ea"/>
        </a:defRPr>
      </a:lvl4pPr>
      <a:lvl5pPr marL="2057400" indent="-228600" algn="l" rtl="0" eaLnBrk="0" fontAlgn="base" hangingPunct="0">
        <a:lnSpc>
          <a:spcPts val="4000"/>
        </a:lnSpc>
        <a:spcBef>
          <a:spcPct val="20000"/>
        </a:spcBef>
        <a:spcAft>
          <a:spcPct val="0"/>
        </a:spcAft>
        <a:buFont typeface="Arial" charset="0"/>
        <a:buChar char="»"/>
        <a:defRPr sz="2200">
          <a:solidFill>
            <a:schemeClr val="bg1"/>
          </a:solidFill>
          <a:latin typeface="+mn-lt"/>
          <a:ea typeface="+mn-ea"/>
        </a:defRPr>
      </a:lvl5pPr>
      <a:lvl6pPr marL="2514600" indent="-228600" algn="l" rtl="0" eaLnBrk="0" fontAlgn="base" hangingPunct="0">
        <a:spcBef>
          <a:spcPct val="20000"/>
        </a:spcBef>
        <a:spcAft>
          <a:spcPct val="0"/>
        </a:spcAft>
        <a:buFont typeface="Arial" charset="0"/>
        <a:buChar char="»"/>
        <a:defRPr sz="2200">
          <a:solidFill>
            <a:schemeClr val="bg1"/>
          </a:solidFill>
          <a:latin typeface="+mn-lt"/>
          <a:ea typeface="+mn-ea"/>
        </a:defRPr>
      </a:lvl6pPr>
      <a:lvl7pPr marL="2971800" indent="-228600" algn="l" rtl="0" eaLnBrk="0" fontAlgn="base" hangingPunct="0">
        <a:spcBef>
          <a:spcPct val="20000"/>
        </a:spcBef>
        <a:spcAft>
          <a:spcPct val="0"/>
        </a:spcAft>
        <a:buFont typeface="Arial" charset="0"/>
        <a:buChar char="»"/>
        <a:defRPr sz="2200">
          <a:solidFill>
            <a:schemeClr val="bg1"/>
          </a:solidFill>
          <a:latin typeface="+mn-lt"/>
          <a:ea typeface="+mn-ea"/>
        </a:defRPr>
      </a:lvl7pPr>
      <a:lvl8pPr marL="3429000" indent="-228600" algn="l" rtl="0" eaLnBrk="0" fontAlgn="base" hangingPunct="0">
        <a:spcBef>
          <a:spcPct val="20000"/>
        </a:spcBef>
        <a:spcAft>
          <a:spcPct val="0"/>
        </a:spcAft>
        <a:buFont typeface="Arial" charset="0"/>
        <a:buChar char="»"/>
        <a:defRPr sz="2200">
          <a:solidFill>
            <a:schemeClr val="bg1"/>
          </a:solidFill>
          <a:latin typeface="+mn-lt"/>
          <a:ea typeface="+mn-ea"/>
        </a:defRPr>
      </a:lvl8pPr>
      <a:lvl9pPr marL="3886200" indent="-228600" algn="l" rtl="0" eaLnBrk="0" fontAlgn="base" hangingPunct="0">
        <a:spcBef>
          <a:spcPct val="20000"/>
        </a:spcBef>
        <a:spcAft>
          <a:spcPct val="0"/>
        </a:spcAft>
        <a:buFont typeface="Arial" charset="0"/>
        <a:buChar char="»"/>
        <a:defRPr sz="2200">
          <a:solidFill>
            <a:schemeClr val="bg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404040"/>
        </a:solidFill>
        <a:effectLst/>
      </p:bgPr>
    </p:bg>
    <p:spTree>
      <p:nvGrpSpPr>
        <p:cNvPr id="1" name=""/>
        <p:cNvGrpSpPr/>
        <p:nvPr/>
      </p:nvGrpSpPr>
      <p:grpSpPr/>
      <p:pic>
        <p:nvPicPr>
          <p:cNvPr id="2050" name="Picture 2"/>
          <p:cNvPicPr>
            <a:picLocks noChangeAspect="1"/>
          </p:cNvPicPr>
          <p:nvPr userDrawn="1"/>
        </p:nvPicPr>
        <p:blipFill>
          <a:blip r:embed="rId12"/>
          <a:stretch>
            <a:fillRect/>
          </a:stretch>
        </p:blipFill>
        <p:spPr>
          <a:xfrm>
            <a:off x="3175" y="1588"/>
            <a:ext cx="12599988" cy="7200900"/>
          </a:xfrm>
          <a:prstGeom prst="rect">
            <a:avLst/>
          </a:prstGeom>
          <a:noFill/>
          <a:ln w="9525">
            <a:noFill/>
          </a:ln>
        </p:spPr>
      </p:pic>
      <p:sp>
        <p:nvSpPr>
          <p:cNvPr id="2051" name="标题占位符 1"/>
          <p:cNvSpPr>
            <a14:cpLocks xmlns:a14="http://schemas.microsoft.com/office/drawing/2010/main" noGrp="1"/>
          </p:cNvSpPr>
          <p:nvPr>
            <p:ph type="title"/>
          </p:nvPr>
        </p:nvSpPr>
        <p:spPr>
          <a:xfrm>
            <a:off x="701675" y="647700"/>
            <a:ext cx="8478838" cy="841375"/>
          </a:xfrm>
          <a:prstGeom prst="rect">
            <a:avLst/>
          </a:prstGeom>
          <a:noFill/>
          <a:ln w="9525">
            <a:noFill/>
          </a:ln>
        </p:spPr>
        <p:txBody>
          <a:bodyPr anchor="ctr"/>
          <a:p>
            <a:pPr lvl="0"/>
            <a:r>
              <a:rPr lang="en-US" altLang="en-US" dirty="0"/>
              <a:t>单击此处编辑母版标题样式</a:t>
            </a:r>
            <a:endParaRPr lang="en-US" altLang="en-US" dirty="0"/>
          </a:p>
        </p:txBody>
      </p:sp>
      <p:sp>
        <p:nvSpPr>
          <p:cNvPr id="2052" name="文本占位符 2"/>
          <p:cNvSpPr>
            <a14:cpLocks xmlns:a14="http://schemas.microsoft.com/office/drawing/2010/main" noGrp="1"/>
          </p:cNvSpPr>
          <p:nvPr>
            <p:ph type="body"/>
          </p:nvPr>
        </p:nvSpPr>
        <p:spPr>
          <a:xfrm>
            <a:off x="657225" y="1671638"/>
            <a:ext cx="8478838" cy="4752975"/>
          </a:xfrm>
          <a:prstGeom prst="rect">
            <a:avLst/>
          </a:prstGeom>
          <a:noFill/>
          <a:ln w="9525">
            <a:noFill/>
          </a:ln>
        </p:spPr>
        <p:txBody>
          <a:bodyPr anchor="t"/>
          <a:p>
            <a:pPr lvl="0"/>
            <a:r>
              <a:rPr lang="en-US" altLang="en-US" dirty="0"/>
              <a:t>单击此处编辑母版文本样式</a:t>
            </a:r>
            <a:endParaRPr lang="en-US" altLang="en-US" dirty="0"/>
          </a:p>
          <a:p>
            <a:pPr lvl="1" indent="-285750"/>
            <a:r>
              <a:rPr lang="en-US" altLang="en-US" dirty="0"/>
              <a:t>第二级</a:t>
            </a:r>
            <a:endParaRPr lang="en-US" altLang="en-US" dirty="0"/>
          </a:p>
          <a:p>
            <a:pPr lvl="2" indent="-228600"/>
            <a:r>
              <a:rPr lang="en-US" altLang="en-US" dirty="0"/>
              <a:t>第三级</a:t>
            </a:r>
            <a:endParaRPr lang="en-US" altLang="en-US" dirty="0"/>
          </a:p>
          <a:p>
            <a:pPr lvl="3" indent="-228600"/>
            <a:r>
              <a:rPr lang="en-US" altLang="en-US" dirty="0"/>
              <a:t>第四级</a:t>
            </a:r>
            <a:endParaRPr lang="en-US" altLang="en-US" dirty="0"/>
          </a:p>
          <a:p>
            <a:pPr lvl="4" indent="-228600"/>
            <a:r>
              <a:rPr lang="en-US" altLang="en-US" dirty="0"/>
              <a:t>第五级</a:t>
            </a:r>
            <a:endParaRPr lang="en-US" altLang="en-US" dirty="0"/>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sldNum="0" hdr="0" ftr="0" dt="0"/>
  <p:txStyles>
    <p:titleStyle>
      <a:lvl1pPr algn="l" rtl="0" eaLnBrk="0" fontAlgn="base" hangingPunct="0">
        <a:lnSpc>
          <a:spcPts val="4000"/>
        </a:lnSpc>
        <a:spcBef>
          <a:spcPct val="20000"/>
        </a:spcBef>
        <a:spcAft>
          <a:spcPct val="0"/>
        </a:spcAft>
        <a:buFont typeface="Arial" charset="0"/>
        <a:defRPr lang="zh-CN" sz="2200" dirty="0">
          <a:solidFill>
            <a:schemeClr val="bg1"/>
          </a:solidFill>
          <a:latin typeface="黑体" pitchFamily="49" charset="-122"/>
          <a:ea typeface="黑体" pitchFamily="49" charset="-122"/>
          <a:cs typeface="+mn-cs"/>
        </a:defRPr>
      </a:lvl1pPr>
      <a:lvl2pPr algn="l" rtl="0" eaLnBrk="0" fontAlgn="base" hangingPunct="0">
        <a:lnSpc>
          <a:spcPts val="4000"/>
        </a:lnSpc>
        <a:spcBef>
          <a:spcPct val="20000"/>
        </a:spcBef>
        <a:spcAft>
          <a:spcPct val="0"/>
        </a:spcAft>
        <a:buFont typeface="Arial" charset="0"/>
        <a:defRPr sz="2200">
          <a:solidFill>
            <a:schemeClr val="bg1"/>
          </a:solidFill>
          <a:latin typeface="黑体" pitchFamily="49" charset="-122"/>
          <a:ea typeface="黑体" pitchFamily="49" charset="-122"/>
        </a:defRPr>
      </a:lvl2pPr>
      <a:lvl3pPr algn="l" rtl="0" eaLnBrk="0" fontAlgn="base" hangingPunct="0">
        <a:lnSpc>
          <a:spcPts val="4000"/>
        </a:lnSpc>
        <a:spcBef>
          <a:spcPct val="20000"/>
        </a:spcBef>
        <a:spcAft>
          <a:spcPct val="0"/>
        </a:spcAft>
        <a:buFont typeface="Arial" charset="0"/>
        <a:defRPr sz="2200">
          <a:solidFill>
            <a:schemeClr val="bg1"/>
          </a:solidFill>
          <a:latin typeface="黑体" pitchFamily="49" charset="-122"/>
          <a:ea typeface="黑体" pitchFamily="49" charset="-122"/>
        </a:defRPr>
      </a:lvl3pPr>
      <a:lvl4pPr algn="l" rtl="0" eaLnBrk="0" fontAlgn="base" hangingPunct="0">
        <a:lnSpc>
          <a:spcPts val="4000"/>
        </a:lnSpc>
        <a:spcBef>
          <a:spcPct val="20000"/>
        </a:spcBef>
        <a:spcAft>
          <a:spcPct val="0"/>
        </a:spcAft>
        <a:buFont typeface="Arial" charset="0"/>
        <a:defRPr sz="2200">
          <a:solidFill>
            <a:schemeClr val="bg1"/>
          </a:solidFill>
          <a:latin typeface="黑体" pitchFamily="49" charset="-122"/>
          <a:ea typeface="黑体" pitchFamily="49" charset="-122"/>
        </a:defRPr>
      </a:lvl4pPr>
      <a:lvl5pPr algn="l" rtl="0" eaLnBrk="0" fontAlgn="base" hangingPunct="0">
        <a:lnSpc>
          <a:spcPts val="4000"/>
        </a:lnSpc>
        <a:spcBef>
          <a:spcPct val="20000"/>
        </a:spcBef>
        <a:spcAft>
          <a:spcPct val="0"/>
        </a:spcAft>
        <a:buFont typeface="Arial" charset="0"/>
        <a:defRPr sz="2200">
          <a:solidFill>
            <a:schemeClr val="bg1"/>
          </a:solidFill>
          <a:latin typeface="黑体" pitchFamily="49" charset="-122"/>
          <a:ea typeface="黑体" pitchFamily="49" charset="-122"/>
        </a:defRPr>
      </a:lvl5pPr>
      <a:lvl6pPr marL="457200" algn="ctr" rtl="0" eaLnBrk="0" fontAlgn="base" hangingPunct="0">
        <a:spcBef>
          <a:spcPct val="0"/>
        </a:spcBef>
        <a:spcAft>
          <a:spcPct val="0"/>
        </a:spcAft>
        <a:defRPr sz="4400">
          <a:solidFill>
            <a:schemeClr val="tx1"/>
          </a:solidFill>
          <a:latin typeface="Calibri" pitchFamily="34" charset="0"/>
          <a:ea typeface="宋体" charset="-122"/>
        </a:defRPr>
      </a:lvl6pPr>
      <a:lvl7pPr marL="914400" algn="ctr" rtl="0" eaLnBrk="0" fontAlgn="base" hangingPunct="0">
        <a:spcBef>
          <a:spcPct val="0"/>
        </a:spcBef>
        <a:spcAft>
          <a:spcPct val="0"/>
        </a:spcAft>
        <a:defRPr sz="4400">
          <a:solidFill>
            <a:schemeClr val="tx1"/>
          </a:solidFill>
          <a:latin typeface="Calibri" pitchFamily="34" charset="0"/>
          <a:ea typeface="宋体" charset="-122"/>
        </a:defRPr>
      </a:lvl7pPr>
      <a:lvl8pPr marL="1371600" algn="ctr" rtl="0" eaLnBrk="0" fontAlgn="base" hangingPunct="0">
        <a:spcBef>
          <a:spcPct val="0"/>
        </a:spcBef>
        <a:spcAft>
          <a:spcPct val="0"/>
        </a:spcAft>
        <a:defRPr sz="4400">
          <a:solidFill>
            <a:schemeClr val="tx1"/>
          </a:solidFill>
          <a:latin typeface="Calibri" pitchFamily="34" charset="0"/>
          <a:ea typeface="宋体" charset="-122"/>
        </a:defRPr>
      </a:lvl8pPr>
      <a:lvl9pPr marL="1828800" algn="ctr" rtl="0" eaLnBrk="0" fontAlgn="base" hangingPunct="0">
        <a:spcBef>
          <a:spcPct val="0"/>
        </a:spcBef>
        <a:spcAft>
          <a:spcPct val="0"/>
        </a:spcAft>
        <a:defRPr sz="4400">
          <a:solidFill>
            <a:schemeClr val="tx1"/>
          </a:solidFill>
          <a:latin typeface="Calibri" pitchFamily="34" charset="0"/>
          <a:ea typeface="宋体" charset="-122"/>
        </a:defRPr>
      </a:lvl9pPr>
    </p:titleStyle>
    <p:bodyStyle>
      <a:lvl1pPr marL="342900" indent="-342900" algn="l" rtl="0" eaLnBrk="0" fontAlgn="base" hangingPunct="0">
        <a:lnSpc>
          <a:spcPts val="4000"/>
        </a:lnSpc>
        <a:spcBef>
          <a:spcPct val="20000"/>
        </a:spcBef>
        <a:spcAft>
          <a:spcPct val="0"/>
        </a:spcAft>
        <a:buFont typeface="Arial" charset="0"/>
        <a:buChar char="•"/>
        <a:defRPr lang="zh-CN" sz="2200" dirty="0">
          <a:solidFill>
            <a:schemeClr val="bg1"/>
          </a:solidFill>
          <a:latin typeface="黑体" pitchFamily="49" charset="-122"/>
          <a:ea typeface="黑体" pitchFamily="49" charset="-122"/>
          <a:cs typeface="+mn-cs"/>
        </a:defRPr>
      </a:lvl1pPr>
      <a:lvl2pPr marL="742950" indent="-285750" algn="l" rtl="0" eaLnBrk="0" fontAlgn="base" hangingPunct="0">
        <a:lnSpc>
          <a:spcPts val="4000"/>
        </a:lnSpc>
        <a:spcBef>
          <a:spcPct val="20000"/>
        </a:spcBef>
        <a:spcAft>
          <a:spcPct val="0"/>
        </a:spcAft>
        <a:buFont typeface="Arial" charset="0"/>
        <a:buChar char="–"/>
        <a:defRPr lang="zh-CN" sz="2200" dirty="0">
          <a:solidFill>
            <a:schemeClr val="bg1"/>
          </a:solidFill>
          <a:latin typeface="黑体" pitchFamily="49" charset="-122"/>
          <a:ea typeface="黑体" pitchFamily="49" charset="-122"/>
          <a:cs typeface="+mn-cs"/>
        </a:defRPr>
      </a:lvl2pPr>
      <a:lvl3pPr marL="1143000" indent="-228600" algn="l" rtl="0" eaLnBrk="0" fontAlgn="base" hangingPunct="0">
        <a:lnSpc>
          <a:spcPts val="4000"/>
        </a:lnSpc>
        <a:spcBef>
          <a:spcPct val="20000"/>
        </a:spcBef>
        <a:spcAft>
          <a:spcPct val="0"/>
        </a:spcAft>
        <a:buFont typeface="Arial" charset="0"/>
        <a:buChar char="•"/>
        <a:defRPr lang="zh-CN" sz="2200" dirty="0">
          <a:solidFill>
            <a:schemeClr val="bg1"/>
          </a:solidFill>
          <a:latin typeface="黑体" pitchFamily="49" charset="-122"/>
          <a:ea typeface="黑体" pitchFamily="49" charset="-122"/>
          <a:cs typeface="+mn-cs"/>
        </a:defRPr>
      </a:lvl3pPr>
      <a:lvl4pPr marL="1600200" indent="-228600" algn="l" rtl="0" eaLnBrk="0" fontAlgn="base" hangingPunct="0">
        <a:lnSpc>
          <a:spcPts val="4000"/>
        </a:lnSpc>
        <a:spcBef>
          <a:spcPct val="20000"/>
        </a:spcBef>
        <a:spcAft>
          <a:spcPct val="0"/>
        </a:spcAft>
        <a:buFont typeface="Arial" charset="0"/>
        <a:buChar char="–"/>
        <a:defRPr lang="zh-CN" sz="2200" dirty="0">
          <a:solidFill>
            <a:schemeClr val="bg1"/>
          </a:solidFill>
          <a:latin typeface="黑体" pitchFamily="49" charset="-122"/>
          <a:ea typeface="黑体" pitchFamily="49" charset="-122"/>
          <a:cs typeface="+mn-cs"/>
        </a:defRPr>
      </a:lvl4pPr>
      <a:lvl5pPr marL="2057400" indent="-228600" algn="l" rtl="0" eaLnBrk="0" fontAlgn="base" hangingPunct="0">
        <a:lnSpc>
          <a:spcPts val="4000"/>
        </a:lnSpc>
        <a:spcBef>
          <a:spcPct val="20000"/>
        </a:spcBef>
        <a:spcAft>
          <a:spcPct val="0"/>
        </a:spcAft>
        <a:buFont typeface="Arial" charset="0"/>
        <a:buChar char="»"/>
        <a:defRPr lang="zh-CN" sz="2200" dirty="0">
          <a:solidFill>
            <a:schemeClr val="bg1"/>
          </a:solidFill>
          <a:latin typeface="黑体" pitchFamily="49" charset="-122"/>
          <a:ea typeface="黑体" pitchFamily="49" charset="-122"/>
          <a:cs typeface="+mn-cs"/>
        </a:defRPr>
      </a:lvl5pPr>
      <a:lvl6pPr marL="2514600" indent="-228600" algn="l" rtl="0" eaLnBrk="0" fontAlgn="base" hangingPunct="0">
        <a:spcBef>
          <a:spcPct val="20000"/>
        </a:spcBef>
        <a:spcAft>
          <a:spcPct val="0"/>
        </a:spcAft>
        <a:buFont typeface="Arial" charset="0"/>
        <a:buChar char="»"/>
        <a:defRPr sz="2000">
          <a:solidFill>
            <a:schemeClr val="tx1"/>
          </a:solidFill>
          <a:latin typeface="+mn-lt"/>
          <a:ea typeface="+mn-ea"/>
        </a:defRPr>
      </a:lvl6pPr>
      <a:lvl7pPr marL="2971800" indent="-228600" algn="l" rtl="0" eaLnBrk="0" fontAlgn="base" hangingPunct="0">
        <a:spcBef>
          <a:spcPct val="20000"/>
        </a:spcBef>
        <a:spcAft>
          <a:spcPct val="0"/>
        </a:spcAft>
        <a:buFont typeface="Arial" charset="0"/>
        <a:buChar char="»"/>
        <a:defRPr sz="2000">
          <a:solidFill>
            <a:schemeClr val="tx1"/>
          </a:solidFill>
          <a:latin typeface="+mn-lt"/>
          <a:ea typeface="+mn-ea"/>
        </a:defRPr>
      </a:lvl7pPr>
      <a:lvl8pPr marL="3429000" indent="-228600" algn="l" rtl="0" eaLnBrk="0" fontAlgn="base" hangingPunct="0">
        <a:spcBef>
          <a:spcPct val="20000"/>
        </a:spcBef>
        <a:spcAft>
          <a:spcPct val="0"/>
        </a:spcAft>
        <a:buFont typeface="Arial" charset="0"/>
        <a:buChar char="»"/>
        <a:defRPr sz="2000">
          <a:solidFill>
            <a:schemeClr val="tx1"/>
          </a:solidFill>
          <a:latin typeface="+mn-lt"/>
          <a:ea typeface="+mn-ea"/>
        </a:defRPr>
      </a:lvl8pPr>
      <a:lvl9pPr marL="3886200" indent="-228600" algn="l" rtl="0" eaLnBrk="0" fontAlgn="base" hangingPunct="0">
        <a:spcBef>
          <a:spcPct val="20000"/>
        </a:spcBef>
        <a:spcAft>
          <a:spcPct val="0"/>
        </a:spcAft>
        <a:buFont typeface="Arial" charset="0"/>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404040"/>
        </a:solidFill>
        <a:effectLst/>
      </p:bgPr>
    </p:bg>
    <p:spTree>
      <p:nvGrpSpPr>
        <p:cNvPr id="1" name=""/>
        <p:cNvGrpSpPr/>
        <p:nvPr/>
      </p:nvGrpSpPr>
      <p:grpSpPr/>
      <p:pic>
        <p:nvPicPr>
          <p:cNvPr id="3074" name="Rectangle 3"/>
          <p:cNvPicPr/>
          <p:nvPr userDrawn="1"/>
        </p:nvPicPr>
        <p:blipFill>
          <a:blip r:embed="rId12"/>
          <a:stretch>
            <a:fillRect/>
          </a:stretch>
        </p:blipFill>
        <p:spPr>
          <a:xfrm>
            <a:off x="-6350" y="1474788"/>
            <a:ext cx="12612688" cy="3573462"/>
          </a:xfrm>
          <a:prstGeom prst="rect">
            <a:avLst/>
          </a:prstGeom>
          <a:noFill/>
          <a:ln w="9525">
            <a:noFill/>
          </a:ln>
        </p:spPr>
      </p:pic>
      <p:sp>
        <p:nvSpPr>
          <p:cNvPr id="3075" name="矩形 10"/>
          <p:cNvSpPr>
            <a14:cpLocks xmlns:a14="http://schemas.microsoft.com/office/drawing/2010/main" noChangeArrowheads="1"/>
          </p:cNvSpPr>
          <p:nvPr/>
        </p:nvSpPr>
        <p:spPr bwMode="auto">
          <a:xfrm>
            <a:off x="2268538" y="5761038"/>
            <a:ext cx="8496300" cy="622300"/>
          </a:xfrm>
          <a:prstGeom prst="rect">
            <a:avLst/>
          </a:prstGeom>
          <a:noFill/>
          <a:ln w="9525">
            <a:noFill/>
            <a:miter lim="800000"/>
          </a:ln>
        </p:spPr>
        <p:txBody>
          <a:bodyPr lIns="196627" tIns="98313" rIns="196627" bIns="98313">
            <a:spAutoFit/>
          </a:bodyPr>
          <a:lstStyle/>
          <a:p>
            <a:pPr marL="0" marR="0" lvl="0" indent="0" algn="l" defTabSz="1130300" rtl="0" eaLnBrk="1" fontAlgn="base" latinLnBrk="0" hangingPunct="1">
              <a:lnSpc>
                <a:spcPct val="100000"/>
              </a:lnSpc>
              <a:spcBef>
                <a:spcPct val="0"/>
              </a:spcBef>
              <a:spcAft>
                <a:spcPct val="0"/>
              </a:spcAft>
              <a:buClrTx/>
              <a:buSzTx/>
              <a:buFont typeface="Arial" charset="0"/>
              <a:buNone/>
              <a:defRPr/>
            </a:pPr>
            <a:r>
              <a:rPr kumimoji="0" lang="zh-CN" altLang="en-US" sz="2800" b="1" i="0" u="none" strike="noStrike" kern="1200" cap="none" spc="0" normalizeH="0" baseline="0" noProof="0">
                <a:ln>
                  <a:noFill/>
                </a:ln>
                <a:solidFill>
                  <a:srgbClr val="FFFF00"/>
                </a:solidFill>
                <a:effectLst/>
                <a:uLnTx/>
                <a:uFillTx/>
                <a:latin typeface="黑体" pitchFamily="49" charset="-122"/>
                <a:ea typeface="黑体" pitchFamily="49" charset="-122"/>
                <a:cs typeface="+mn-cs"/>
              </a:rPr>
              <a:t>环球网校               </a:t>
            </a:r>
            <a:r>
              <a:rPr kumimoji="0" lang="en-US" sz="2800" b="1" i="0" u="none" strike="noStrike" kern="1200" cap="none" spc="0" normalizeH="0" baseline="0" noProof="0">
                <a:ln>
                  <a:noFill/>
                </a:ln>
                <a:solidFill>
                  <a:srgbClr val="FFFF00"/>
                </a:solidFill>
                <a:effectLst/>
                <a:uLnTx/>
                <a:uFillTx/>
                <a:latin typeface="黑体" pitchFamily="49" charset="-122"/>
                <a:ea typeface="黑体" pitchFamily="49" charset="-122"/>
                <a:cs typeface="+mn-cs"/>
              </a:rPr>
              <a:t>www.edu24ol.com</a:t>
            </a:r>
            <a:endParaRPr kumimoji="0" lang="zh-CN" altLang="en-US" sz="2800" b="1" i="0" u="none" strike="noStrike" kern="1200" cap="none" spc="0" normalizeH="0" baseline="0" noProof="0">
              <a:ln>
                <a:noFill/>
              </a:ln>
              <a:solidFill>
                <a:srgbClr val="FFFF00"/>
              </a:solidFill>
              <a:effectLst/>
              <a:uLnTx/>
              <a:uFillTx/>
              <a:latin typeface="黑体" pitchFamily="49" charset="-122"/>
              <a:ea typeface="黑体" pitchFamily="49" charset="-122"/>
              <a:cs typeface="+mn-cs"/>
            </a:endParaRPr>
          </a:p>
        </p:txBody>
      </p:sp>
      <p:sp>
        <p:nvSpPr>
          <p:cNvPr id="3076" name="标题占位符 1"/>
          <p:cNvSpPr>
            <a14:cpLocks xmlns:a14="http://schemas.microsoft.com/office/drawing/2010/main" noGrp="1"/>
          </p:cNvSpPr>
          <p:nvPr>
            <p:ph type="title"/>
          </p:nvPr>
        </p:nvSpPr>
        <p:spPr>
          <a:xfrm>
            <a:off x="701675" y="647700"/>
            <a:ext cx="8478838" cy="841375"/>
          </a:xfrm>
          <a:prstGeom prst="rect">
            <a:avLst/>
          </a:prstGeom>
          <a:noFill/>
          <a:ln w="9525">
            <a:noFill/>
          </a:ln>
        </p:spPr>
        <p:txBody>
          <a:bodyPr anchor="ctr"/>
          <a:p>
            <a:pPr lvl="0"/>
            <a:r>
              <a:rPr lang="zh-CN" altLang="en-US" dirty="0"/>
              <a:t>单击此处编辑母版标题样式</a:t>
            </a:r>
            <a:endParaRPr lang="zh-CN" altLang="en-US" dirty="0"/>
          </a:p>
        </p:txBody>
      </p:sp>
      <p:sp>
        <p:nvSpPr>
          <p:cNvPr id="3077" name="文本占位符 2"/>
          <p:cNvSpPr>
            <a14:cpLocks xmlns:a14="http://schemas.microsoft.com/office/drawing/2010/main" noGrp="1"/>
          </p:cNvSpPr>
          <p:nvPr>
            <p:ph type="body"/>
          </p:nvPr>
        </p:nvSpPr>
        <p:spPr>
          <a:xfrm>
            <a:off x="701675" y="1679575"/>
            <a:ext cx="8478838" cy="4752975"/>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Tree>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074"/>
                                        </p:tgtEl>
                                        <p:attrNameLst>
                                          <p:attrName>style.visibility</p:attrName>
                                        </p:attrNameLst>
                                      </p:cBhvr>
                                      <p:to>
                                        <p:strVal val="visible"/>
                                      </p:to>
                                    </p:set>
                                    <p:animEffect transition="in" filter="fade">
                                      <p:cBhvr>
                                        <p:cTn id="7" dur="1000"/>
                                        <p:tgtEl>
                                          <p:spTgt spid="30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algn="ctr" rtl="0" eaLnBrk="0" fontAlgn="base" hangingPunct="0">
        <a:spcBef>
          <a:spcPct val="0"/>
        </a:spcBef>
        <a:spcAft>
          <a:spcPct val="0"/>
        </a:spcAft>
        <a:defRPr sz="44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charset="-122"/>
        </a:defRPr>
      </a:lvl2pPr>
      <a:lvl3pPr algn="ctr" rtl="0" eaLnBrk="0" fontAlgn="base" hangingPunct="0">
        <a:spcBef>
          <a:spcPct val="0"/>
        </a:spcBef>
        <a:spcAft>
          <a:spcPct val="0"/>
        </a:spcAft>
        <a:defRPr sz="4400">
          <a:solidFill>
            <a:schemeClr val="tx1"/>
          </a:solidFill>
          <a:latin typeface="Calibri" pitchFamily="34" charset="0"/>
          <a:ea typeface="宋体" charset="-122"/>
        </a:defRPr>
      </a:lvl3pPr>
      <a:lvl4pPr algn="ctr" rtl="0" eaLnBrk="0" fontAlgn="base" hangingPunct="0">
        <a:spcBef>
          <a:spcPct val="0"/>
        </a:spcBef>
        <a:spcAft>
          <a:spcPct val="0"/>
        </a:spcAft>
        <a:defRPr sz="4400">
          <a:solidFill>
            <a:schemeClr val="tx1"/>
          </a:solidFill>
          <a:latin typeface="Calibri" pitchFamily="34" charset="0"/>
          <a:ea typeface="宋体" charset="-122"/>
        </a:defRPr>
      </a:lvl4pPr>
      <a:lvl5pPr algn="ctr" rtl="0" eaLnBrk="0" fontAlgn="base" hangingPunct="0">
        <a:spcBef>
          <a:spcPct val="0"/>
        </a:spcBef>
        <a:spcAft>
          <a:spcPct val="0"/>
        </a:spcAft>
        <a:defRPr sz="4400">
          <a:solidFill>
            <a:schemeClr val="tx1"/>
          </a:solidFill>
          <a:latin typeface="Calibri" pitchFamily="34" charset="0"/>
          <a:ea typeface="宋体" charset="-122"/>
        </a:defRPr>
      </a:lvl5pPr>
      <a:lvl6pPr marL="457200" algn="ctr" rtl="0" eaLnBrk="0" fontAlgn="base" hangingPunct="0">
        <a:spcBef>
          <a:spcPct val="0"/>
        </a:spcBef>
        <a:spcAft>
          <a:spcPct val="0"/>
        </a:spcAft>
        <a:defRPr sz="4400">
          <a:solidFill>
            <a:schemeClr val="tx1"/>
          </a:solidFill>
          <a:latin typeface="Calibri" pitchFamily="34" charset="0"/>
          <a:ea typeface="宋体" charset="-122"/>
        </a:defRPr>
      </a:lvl6pPr>
      <a:lvl7pPr marL="914400" algn="ctr" rtl="0" eaLnBrk="0" fontAlgn="base" hangingPunct="0">
        <a:spcBef>
          <a:spcPct val="0"/>
        </a:spcBef>
        <a:spcAft>
          <a:spcPct val="0"/>
        </a:spcAft>
        <a:defRPr sz="4400">
          <a:solidFill>
            <a:schemeClr val="tx1"/>
          </a:solidFill>
          <a:latin typeface="Calibri" pitchFamily="34" charset="0"/>
          <a:ea typeface="宋体" charset="-122"/>
        </a:defRPr>
      </a:lvl7pPr>
      <a:lvl8pPr marL="1371600" algn="ctr" rtl="0" eaLnBrk="0" fontAlgn="base" hangingPunct="0">
        <a:spcBef>
          <a:spcPct val="0"/>
        </a:spcBef>
        <a:spcAft>
          <a:spcPct val="0"/>
        </a:spcAft>
        <a:defRPr sz="4400">
          <a:solidFill>
            <a:schemeClr val="tx1"/>
          </a:solidFill>
          <a:latin typeface="Calibri" pitchFamily="34" charset="0"/>
          <a:ea typeface="宋体" charset="-122"/>
        </a:defRPr>
      </a:lvl8pPr>
      <a:lvl9pPr marL="1828800" algn="ctr" rtl="0" eaLnBrk="0" fontAlgn="base" hangingPunct="0">
        <a:spcBef>
          <a:spcPct val="0"/>
        </a:spcBef>
        <a:spcAft>
          <a:spcPct val="0"/>
        </a:spcAft>
        <a:defRPr sz="4400">
          <a:solidFill>
            <a:schemeClr val="tx1"/>
          </a:solidFill>
          <a:latin typeface="Calibri" pitchFamily="34" charset="0"/>
          <a:ea typeface="宋体" charset="-122"/>
        </a:defRPr>
      </a:lvl9pPr>
    </p:titleStyle>
    <p:bodyStyle>
      <a:lvl1pPr marL="342900" indent="-342900" algn="l" rtl="0" eaLnBrk="0" fontAlgn="base" hangingPunct="0">
        <a:spcBef>
          <a:spcPct val="20000"/>
        </a:spcBef>
        <a:spcAft>
          <a:spcPct val="0"/>
        </a:spcAft>
        <a:buFont typeface="Arial" charset="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a:solidFill>
            <a:schemeClr val="tx1"/>
          </a:solidFill>
          <a:latin typeface="+mn-lt"/>
          <a:ea typeface="+mn-ea"/>
        </a:defRPr>
      </a:lvl2pPr>
      <a:lvl3pPr marL="1143000" indent="-228600" algn="l" rtl="0" eaLnBrk="0" fontAlgn="base" hangingPunct="0">
        <a:spcBef>
          <a:spcPct val="20000"/>
        </a:spcBef>
        <a:spcAft>
          <a:spcPct val="0"/>
        </a:spcAft>
        <a:buFont typeface="Arial" charset="0"/>
        <a:buChar char="•"/>
        <a:defRPr sz="2400">
          <a:solidFill>
            <a:schemeClr val="tx1"/>
          </a:solidFill>
          <a:latin typeface="+mn-lt"/>
          <a:ea typeface="+mn-ea"/>
        </a:defRPr>
      </a:lvl3pPr>
      <a:lvl4pPr marL="1600200" indent="-228600" algn="l" rtl="0" eaLnBrk="0" fontAlgn="base" hangingPunct="0">
        <a:spcBef>
          <a:spcPct val="20000"/>
        </a:spcBef>
        <a:spcAft>
          <a:spcPct val="0"/>
        </a:spcAft>
        <a:buFont typeface="Arial" charset="0"/>
        <a:buChar char="–"/>
        <a:defRPr sz="2000">
          <a:solidFill>
            <a:schemeClr val="tx1"/>
          </a:solidFill>
          <a:latin typeface="+mn-lt"/>
          <a:ea typeface="+mn-ea"/>
        </a:defRPr>
      </a:lvl4pPr>
      <a:lvl5pPr marL="2057400" indent="-228600" algn="l" rtl="0" eaLnBrk="0" fontAlgn="base" hangingPunct="0">
        <a:spcBef>
          <a:spcPct val="20000"/>
        </a:spcBef>
        <a:spcAft>
          <a:spcPct val="0"/>
        </a:spcAft>
        <a:buFont typeface="Arial" charset="0"/>
        <a:buChar char="»"/>
        <a:defRPr sz="2000">
          <a:solidFill>
            <a:schemeClr val="tx1"/>
          </a:solidFill>
          <a:latin typeface="+mn-lt"/>
          <a:ea typeface="+mn-ea"/>
        </a:defRPr>
      </a:lvl5pPr>
      <a:lvl6pPr marL="2514600" indent="-228600" algn="l" rtl="0" eaLnBrk="0" fontAlgn="base" hangingPunct="0">
        <a:spcBef>
          <a:spcPct val="20000"/>
        </a:spcBef>
        <a:spcAft>
          <a:spcPct val="0"/>
        </a:spcAft>
        <a:buFont typeface="Arial" charset="0"/>
        <a:buChar char="»"/>
        <a:defRPr sz="2000">
          <a:solidFill>
            <a:schemeClr val="tx1"/>
          </a:solidFill>
          <a:latin typeface="+mn-lt"/>
          <a:ea typeface="+mn-ea"/>
        </a:defRPr>
      </a:lvl6pPr>
      <a:lvl7pPr marL="2971800" indent="-228600" algn="l" rtl="0" eaLnBrk="0" fontAlgn="base" hangingPunct="0">
        <a:spcBef>
          <a:spcPct val="20000"/>
        </a:spcBef>
        <a:spcAft>
          <a:spcPct val="0"/>
        </a:spcAft>
        <a:buFont typeface="Arial" charset="0"/>
        <a:buChar char="»"/>
        <a:defRPr sz="2000">
          <a:solidFill>
            <a:schemeClr val="tx1"/>
          </a:solidFill>
          <a:latin typeface="+mn-lt"/>
          <a:ea typeface="+mn-ea"/>
        </a:defRPr>
      </a:lvl7pPr>
      <a:lvl8pPr marL="3429000" indent="-228600" algn="l" rtl="0" eaLnBrk="0" fontAlgn="base" hangingPunct="0">
        <a:spcBef>
          <a:spcPct val="20000"/>
        </a:spcBef>
        <a:spcAft>
          <a:spcPct val="0"/>
        </a:spcAft>
        <a:buFont typeface="Arial" charset="0"/>
        <a:buChar char="»"/>
        <a:defRPr sz="2000">
          <a:solidFill>
            <a:schemeClr val="tx1"/>
          </a:solidFill>
          <a:latin typeface="+mn-lt"/>
          <a:ea typeface="+mn-ea"/>
        </a:defRPr>
      </a:lvl8pPr>
      <a:lvl9pPr marL="3886200" indent="-228600" algn="l" rtl="0" eaLnBrk="0" fontAlgn="base" hangingPunct="0">
        <a:spcBef>
          <a:spcPct val="20000"/>
        </a:spcBef>
        <a:spcAft>
          <a:spcPct val="0"/>
        </a:spcAft>
        <a:buFont typeface="Arial" charset="0"/>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notesSlide" Target="../notesSlides/notesSlide1.xml"/><Relationship Id="rId7" Type="http://schemas.openxmlformats.org/officeDocument/2006/relationships/slideLayout" Target="../slideLayouts/slideLayout7.xml"/><Relationship Id="rId6" Type="http://schemas.openxmlformats.org/officeDocument/2006/relationships/image" Target="../media/image9.jpeg"/><Relationship Id="rId5" Type="http://schemas.openxmlformats.org/officeDocument/2006/relationships/image" Target="../media/image8.jpeg"/><Relationship Id="rId4" Type="http://schemas.openxmlformats.org/officeDocument/2006/relationships/image" Target="../media/image7.jpeg"/><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image" Target="../media/image4.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1.png"/><Relationship Id="rId1"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jpe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image" Target="../media/image14.jpe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7.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image" Target="../media/image18.jpe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1.jpe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2.jpe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7.xml"/><Relationship Id="rId4" Type="http://schemas.openxmlformats.org/officeDocument/2006/relationships/image" Target="../media/image27.jpeg"/><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image" Target="../media/image24.jpeg"/></Relationships>
</file>

<file path=ppt/slides/_rels/slide4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7.xml"/><Relationship Id="rId3" Type="http://schemas.openxmlformats.org/officeDocument/2006/relationships/image" Target="../media/image30.jpeg"/><Relationship Id="rId2" Type="http://schemas.openxmlformats.org/officeDocument/2006/relationships/image" Target="../media/image29.jpeg"/><Relationship Id="rId1" Type="http://schemas.openxmlformats.org/officeDocument/2006/relationships/image" Target="../media/image28.jpeg"/></Relationships>
</file>

<file path=ppt/slides/_rels/slide47.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slideLayout" Target="../slideLayouts/slideLayout7.xml"/><Relationship Id="rId4" Type="http://schemas.openxmlformats.org/officeDocument/2006/relationships/image" Target="../media/image34.jpeg"/><Relationship Id="rId3" Type="http://schemas.openxmlformats.org/officeDocument/2006/relationships/image" Target="../media/image33.jpeg"/><Relationship Id="rId2" Type="http://schemas.openxmlformats.org/officeDocument/2006/relationships/image" Target="../media/image32.jpeg"/><Relationship Id="rId1" Type="http://schemas.openxmlformats.org/officeDocument/2006/relationships/image" Target="../media/image31.jpeg"/></Relationships>
</file>

<file path=ppt/slides/_rels/slide48.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7.xml"/><Relationship Id="rId3" Type="http://schemas.openxmlformats.org/officeDocument/2006/relationships/image" Target="../media/image37.jpeg"/><Relationship Id="rId2" Type="http://schemas.openxmlformats.org/officeDocument/2006/relationships/image" Target="../media/image36.jpeg"/><Relationship Id="rId1" Type="http://schemas.openxmlformats.org/officeDocument/2006/relationships/image" Target="../media/image35.jpeg"/></Relationships>
</file>

<file path=ppt/slides/_rels/slide49.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7.xml"/><Relationship Id="rId3" Type="http://schemas.openxmlformats.org/officeDocument/2006/relationships/image" Target="../media/image40.jpeg"/><Relationship Id="rId2" Type="http://schemas.openxmlformats.org/officeDocument/2006/relationships/image" Target="../media/image39.jpeg"/><Relationship Id="rId1" Type="http://schemas.openxmlformats.org/officeDocument/2006/relationships/image" Target="../media/image38.jpeg"/></Relationships>
</file>

<file path=ppt/slides/_rels/slide50.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7.xml"/><Relationship Id="rId3" Type="http://schemas.openxmlformats.org/officeDocument/2006/relationships/image" Target="../media/image43.jpeg"/><Relationship Id="rId2" Type="http://schemas.openxmlformats.org/officeDocument/2006/relationships/image" Target="../media/image42.jpeg"/><Relationship Id="rId1" Type="http://schemas.openxmlformats.org/officeDocument/2006/relationships/image" Target="../media/image41.jpeg"/></Relationships>
</file>

<file path=ppt/slides/_rels/slide51.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7.xml"/><Relationship Id="rId3" Type="http://schemas.openxmlformats.org/officeDocument/2006/relationships/image" Target="../media/image46.jpeg"/><Relationship Id="rId2" Type="http://schemas.openxmlformats.org/officeDocument/2006/relationships/image" Target="../media/image45.jpeg"/><Relationship Id="rId1" Type="http://schemas.openxmlformats.org/officeDocument/2006/relationships/image" Target="../media/image44.jpeg"/></Relationships>
</file>

<file path=ppt/slides/_rels/slide52.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7.xml"/><Relationship Id="rId3" Type="http://schemas.openxmlformats.org/officeDocument/2006/relationships/image" Target="../media/image49.jpeg"/><Relationship Id="rId2" Type="http://schemas.openxmlformats.org/officeDocument/2006/relationships/image" Target="../media/image48.jpeg"/><Relationship Id="rId1" Type="http://schemas.openxmlformats.org/officeDocument/2006/relationships/image" Target="../media/image47.jpe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TextBox 7"/>
          <p:cNvSpPr txBox="1"/>
          <p:nvPr/>
        </p:nvSpPr>
        <p:spPr>
          <a:xfrm>
            <a:off x="0" y="2455863"/>
            <a:ext cx="9963150" cy="2070100"/>
          </a:xfrm>
          <a:prstGeom prst="rect">
            <a:avLst/>
          </a:prstGeom>
          <a:noFill/>
          <a:ln w="9525">
            <a:noFill/>
          </a:ln>
        </p:spPr>
        <p:txBody>
          <a:bodyPr lIns="114062" tIns="57031" rIns="114062" bIns="57031" anchor="t">
            <a:spAutoFit/>
          </a:bodyPr>
          <a:p>
            <a:pPr lvl="0" algn="ctr">
              <a:lnSpc>
                <a:spcPct val="120000"/>
              </a:lnSpc>
            </a:pPr>
            <a:r>
              <a:rPr lang="zh-CN" altLang="en-US" sz="5000" b="1" dirty="0">
                <a:solidFill>
                  <a:srgbClr val="FFFF00"/>
                </a:solidFill>
                <a:latin typeface="黑体" pitchFamily="49" charset="-122"/>
                <a:ea typeface="黑体" pitchFamily="49" charset="-122"/>
                <a:sym typeface="Calibri" pitchFamily="34" charset="0"/>
              </a:rPr>
              <a:t>第三章</a:t>
            </a:r>
            <a:r>
              <a:rPr lang="en-US" altLang="zh-CN" sz="5000" b="1" dirty="0">
                <a:solidFill>
                  <a:srgbClr val="FFFF00"/>
                </a:solidFill>
                <a:latin typeface="黑体" pitchFamily="49" charset="-122"/>
                <a:ea typeface="黑体" pitchFamily="49" charset="-122"/>
                <a:sym typeface="Calibri" pitchFamily="34" charset="0"/>
              </a:rPr>
              <a:t>《</a:t>
            </a:r>
            <a:r>
              <a:rPr lang="zh-CN" altLang="en-US" sz="5000" b="1" dirty="0">
                <a:solidFill>
                  <a:srgbClr val="FFFF00"/>
                </a:solidFill>
                <a:latin typeface="黑体" pitchFamily="49" charset="-122"/>
                <a:ea typeface="黑体" pitchFamily="49" charset="-122"/>
                <a:sym typeface="Calibri" pitchFamily="34" charset="0"/>
              </a:rPr>
              <a:t>发展心理学</a:t>
            </a:r>
            <a:r>
              <a:rPr lang="en-US" altLang="zh-CN" sz="5000" b="1" dirty="0">
                <a:solidFill>
                  <a:srgbClr val="FFFF00"/>
                </a:solidFill>
                <a:latin typeface="黑体" pitchFamily="49" charset="-122"/>
                <a:ea typeface="黑体" pitchFamily="49" charset="-122"/>
                <a:sym typeface="Calibri" pitchFamily="34" charset="0"/>
              </a:rPr>
              <a:t>》</a:t>
            </a:r>
            <a:endParaRPr lang="en-US" altLang="zh-CN" sz="3000" b="1" dirty="0">
              <a:solidFill>
                <a:srgbClr val="FFFF00"/>
              </a:solidFill>
              <a:latin typeface="黑体" pitchFamily="49" charset="-122"/>
              <a:ea typeface="黑体" pitchFamily="49" charset="-122"/>
              <a:sym typeface="Calibri" pitchFamily="34" charset="0"/>
            </a:endParaRPr>
          </a:p>
          <a:p>
            <a:pPr lvl="0" algn="ctr">
              <a:lnSpc>
                <a:spcPct val="120000"/>
              </a:lnSpc>
            </a:pPr>
            <a:r>
              <a:rPr lang="zh-CN" altLang="en-US" sz="2700" b="1" dirty="0">
                <a:solidFill>
                  <a:schemeClr val="bg1"/>
                </a:solidFill>
                <a:latin typeface="黑体" pitchFamily="49" charset="-122"/>
                <a:ea typeface="黑体" pitchFamily="49" charset="-122"/>
                <a:sym typeface="Wingdings" charset="2"/>
              </a:rPr>
              <a:t>学心理         陶丽娜   </a:t>
            </a:r>
            <a:endParaRPr lang="zh-CN" altLang="en-US" sz="5000" b="1" dirty="0">
              <a:solidFill>
                <a:schemeClr val="bg1"/>
              </a:solidFill>
              <a:latin typeface="黑体" pitchFamily="49" charset="-122"/>
              <a:ea typeface="黑体" pitchFamily="49" charset="-122"/>
              <a:sym typeface="Calibri" pitchFamily="34" charset="0"/>
            </a:endParaRPr>
          </a:p>
          <a:p>
            <a:pPr lvl="0" algn="ctr">
              <a:lnSpc>
                <a:spcPct val="120000"/>
              </a:lnSpc>
            </a:pPr>
            <a:endParaRPr lang="en-US" altLang="x-none" sz="3000" b="1" dirty="0">
              <a:solidFill>
                <a:srgbClr val="FFFF00"/>
              </a:solidFill>
              <a:latin typeface="黑体" pitchFamily="49" charset="-122"/>
              <a:ea typeface="黑体" pitchFamily="49" charset="-122"/>
              <a:sym typeface="Calibri" pitchFamily="34" charset="0"/>
            </a:endParaRPr>
          </a:p>
        </p:txBody>
      </p:sp>
      <p:sp>
        <p:nvSpPr>
          <p:cNvPr id="6146" name="右箭头 4"/>
          <p:cNvSpPr/>
          <p:nvPr/>
        </p:nvSpPr>
        <p:spPr>
          <a:xfrm>
            <a:off x="-49212" y="3952875"/>
            <a:ext cx="10594975" cy="1171575"/>
          </a:xfrm>
          <a:prstGeom prst="rightArrow">
            <a:avLst>
              <a:gd name="adj1" fmla="val 50000"/>
              <a:gd name="adj2" fmla="val 59074"/>
            </a:avLst>
          </a:prstGeom>
          <a:solidFill>
            <a:srgbClr val="FFC000"/>
          </a:solidFill>
          <a:ln w="9525">
            <a:noFill/>
          </a:ln>
        </p:spPr>
        <p:txBody>
          <a:bodyPr lIns="114062" tIns="57031" rIns="114062" bIns="57031" anchor="t"/>
          <a:p>
            <a:pPr lvl="0"/>
            <a:endParaRPr lang="zh-CN" altLang="en-US" dirty="0">
              <a:solidFill>
                <a:srgbClr val="FFFF00"/>
              </a:solidFill>
              <a:latin typeface="Calibri" pitchFamily="34" charset="0"/>
              <a:ea typeface="宋体" charset="-122"/>
              <a:sym typeface="Calibri"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9" name="内容占位符 2"/>
          <p:cNvSpPr>
            <a14:cpLocks xmlns:a14="http://schemas.microsoft.com/office/drawing/2010/main" noGrp="1"/>
          </p:cNvSpPr>
          <p:nvPr>
            <p:ph idx="4294967295"/>
          </p:nvPr>
        </p:nvSpPr>
        <p:spPr>
          <a:xfrm>
            <a:off x="942975" y="457200"/>
            <a:ext cx="5072063" cy="714375"/>
          </a:xfrm>
          <a:ln/>
        </p:spPr>
        <p:txBody>
          <a:bodyPr wrap="square" lIns="91440" tIns="45720" rIns="91440" bIns="45720" anchor="t"/>
          <a:p>
            <a:pPr marL="0" lvl="0" indent="0">
              <a:buNone/>
            </a:pPr>
            <a:r>
              <a:rPr lang="zh-CN" altLang="en-US" sz="2500" dirty="0">
                <a:solidFill>
                  <a:srgbClr val="FFFF00"/>
                </a:solidFill>
                <a:latin typeface="黑体" pitchFamily="49" charset="-122"/>
              </a:rPr>
              <a:t>第三章</a:t>
            </a:r>
            <a:r>
              <a:rPr lang="en-US" altLang="zh-CN" sz="2500" dirty="0">
                <a:solidFill>
                  <a:srgbClr val="FFFF00"/>
                </a:solidFill>
                <a:latin typeface="黑体" pitchFamily="49" charset="-122"/>
              </a:rPr>
              <a:t>《</a:t>
            </a:r>
            <a:r>
              <a:rPr lang="zh-CN" altLang="en-US" sz="2500" dirty="0">
                <a:solidFill>
                  <a:srgbClr val="FFFF00"/>
                </a:solidFill>
                <a:latin typeface="黑体" pitchFamily="49" charset="-122"/>
              </a:rPr>
              <a:t>发展心理学</a:t>
            </a:r>
            <a:r>
              <a:rPr lang="en-US" altLang="zh-CN" sz="2500" dirty="0">
                <a:solidFill>
                  <a:srgbClr val="FFFF00"/>
                </a:solidFill>
                <a:latin typeface="黑体" pitchFamily="49" charset="-122"/>
              </a:rPr>
              <a:t>》</a:t>
            </a:r>
            <a:endParaRPr lang="en-US" altLang="zh-CN" sz="2500" dirty="0">
              <a:solidFill>
                <a:srgbClr val="FFFF00"/>
              </a:solidFill>
              <a:latin typeface="黑体" pitchFamily="49" charset="-122"/>
            </a:endParaRPr>
          </a:p>
        </p:txBody>
      </p:sp>
      <p:sp>
        <p:nvSpPr>
          <p:cNvPr id="7171" name="Rectangle 3"/>
          <p:cNvSpPr txBox="1">
            <a14:cpLocks xmlns:a14="http://schemas.microsoft.com/office/drawing/2010/main" noChangeArrowheads="1"/>
          </p:cNvSpPr>
          <p:nvPr/>
        </p:nvSpPr>
        <p:spPr bwMode="auto">
          <a:xfrm>
            <a:off x="1514475" y="2171700"/>
            <a:ext cx="4038600" cy="4343400"/>
          </a:xfrm>
          <a:prstGeom prst="rect">
            <a:avLst/>
          </a:prstGeom>
          <a:solidFill>
            <a:srgbClr val="FFCC00"/>
          </a:solidFill>
          <a:ln w="9525" cmpd="sng">
            <a:solidFill>
              <a:srgbClr val="FFCC00"/>
            </a:solidFill>
            <a:miter lim="800000"/>
          </a:ln>
        </p:spPr>
        <p:txBody>
          <a:bodyPr/>
          <a:lstStyle/>
          <a:p>
            <a:pPr marL="0" marR="0" lvl="0" indent="0" algn="l" defTabSz="914400" rtl="0" eaLnBrk="1" fontAlgn="base" latinLnBrk="0" hangingPunct="1">
              <a:lnSpc>
                <a:spcPts val="4000"/>
              </a:lnSpc>
              <a:spcBef>
                <a:spcPct val="20000"/>
              </a:spcBef>
              <a:spcAft>
                <a:spcPct val="0"/>
              </a:spcAft>
              <a:buClrTx/>
              <a:buSzTx/>
              <a:buFont typeface="Wingdings" charset="2"/>
              <a:buChar char="Ø"/>
              <a:defRPr/>
            </a:pPr>
            <a:r>
              <a:rPr kumimoji="0" lang="zh-CN" altLang="en-US" sz="2200" b="0" i="0" u="none" strike="noStrike" kern="1200" cap="none" spc="0" normalizeH="0" baseline="0" noProof="0" dirty="0">
                <a:ln>
                  <a:noFill/>
                </a:ln>
                <a:solidFill>
                  <a:schemeClr val="tx2">
                    <a:lumMod val="75000"/>
                  </a:schemeClr>
                </a:solidFill>
                <a:effectLst/>
                <a:uLnTx/>
                <a:uFillTx/>
                <a:latin typeface="黑体" pitchFamily="49" charset="-122"/>
                <a:ea typeface="黑体" pitchFamily="49" charset="-122"/>
                <a:cs typeface="+mn-cs"/>
              </a:rPr>
              <a:t>发展心理学</a:t>
            </a:r>
            <a:r>
              <a:rPr kumimoji="0" lang="en-US" sz="2200" b="0" i="0" u="none" strike="noStrike" kern="1200" cap="none" spc="0" normalizeH="0" baseline="0" noProof="0" dirty="0" err="1">
                <a:ln>
                  <a:noFill/>
                </a:ln>
                <a:solidFill>
                  <a:schemeClr val="tx2">
                    <a:lumMod val="75000"/>
                  </a:schemeClr>
                </a:solidFill>
                <a:effectLst/>
                <a:uLnTx/>
                <a:uFillTx/>
                <a:latin typeface="黑体" pitchFamily="49" charset="-122"/>
                <a:ea typeface="黑体" pitchFamily="49" charset="-122"/>
                <a:cs typeface="+mn-cs"/>
              </a:rPr>
              <a:t>概述</a:t>
            </a:r>
            <a:endParaRPr kumimoji="0" lang="en-US" sz="2200" b="0" i="0" u="none" strike="noStrike" kern="1200" cap="none" spc="0" normalizeH="0" baseline="0" noProof="0" dirty="0">
              <a:ln>
                <a:noFill/>
              </a:ln>
              <a:solidFill>
                <a:schemeClr val="tx2">
                  <a:lumMod val="75000"/>
                </a:schemeClr>
              </a:solidFill>
              <a:effectLst/>
              <a:uLnTx/>
              <a:uFillTx/>
              <a:latin typeface="黑体" pitchFamily="49" charset="-122"/>
              <a:ea typeface="黑体" pitchFamily="49" charset="-122"/>
              <a:cs typeface="+mn-cs"/>
            </a:endParaRPr>
          </a:p>
          <a:p>
            <a:pPr marL="0" marR="0" lvl="0" indent="0" algn="l" defTabSz="914400" rtl="0" eaLnBrk="1" fontAlgn="base" latinLnBrk="0" hangingPunct="1">
              <a:lnSpc>
                <a:spcPts val="4000"/>
              </a:lnSpc>
              <a:spcBef>
                <a:spcPct val="20000"/>
              </a:spcBef>
              <a:spcAft>
                <a:spcPct val="0"/>
              </a:spcAft>
              <a:buClrTx/>
              <a:buSzTx/>
              <a:buFont typeface="Wingdings" charset="2"/>
              <a:buChar char="Ø"/>
              <a:defRPr/>
            </a:pPr>
            <a:endParaRPr kumimoji="0" lang="en-US" sz="2200" b="0" i="0" u="none" strike="noStrike" kern="1200" cap="none" spc="0" normalizeH="0" baseline="0" noProof="0" dirty="0">
              <a:ln>
                <a:noFill/>
              </a:ln>
              <a:solidFill>
                <a:srgbClr val="FF3300"/>
              </a:solidFill>
              <a:effectLst/>
              <a:uLnTx/>
              <a:uFillTx/>
              <a:latin typeface="黑体" pitchFamily="49" charset="-122"/>
              <a:ea typeface="黑体" pitchFamily="49" charset="-122"/>
              <a:cs typeface="+mn-cs"/>
            </a:endParaRPr>
          </a:p>
          <a:p>
            <a:pPr marL="0" marR="0" lvl="0" indent="0" algn="l" defTabSz="914400" rtl="0" eaLnBrk="1" fontAlgn="base" latinLnBrk="0" hangingPunct="1">
              <a:lnSpc>
                <a:spcPts val="4000"/>
              </a:lnSpc>
              <a:spcBef>
                <a:spcPct val="20000"/>
              </a:spcBef>
              <a:spcAft>
                <a:spcPct val="0"/>
              </a:spcAft>
              <a:buClrTx/>
              <a:buSzTx/>
              <a:buFont typeface="Wingdings" charset="2"/>
              <a:buChar char="Ø"/>
              <a:defRPr/>
            </a:pPr>
            <a:r>
              <a:rPr kumimoji="0" lang="en-US" sz="2200" b="0" i="0" u="none" strike="noStrike" kern="1200" cap="none" spc="0" normalizeH="0" baseline="0" noProof="0" dirty="0" err="1">
                <a:ln>
                  <a:noFill/>
                </a:ln>
                <a:solidFill>
                  <a:schemeClr val="tx2">
                    <a:lumMod val="75000"/>
                  </a:schemeClr>
                </a:solidFill>
                <a:effectLst/>
                <a:uLnTx/>
                <a:uFillTx/>
                <a:latin typeface="黑体" pitchFamily="49" charset="-122"/>
                <a:ea typeface="黑体" pitchFamily="49" charset="-122"/>
                <a:cs typeface="+mn-cs"/>
              </a:rPr>
              <a:t>婴儿期</a:t>
            </a:r>
            <a:r>
              <a:rPr kumimoji="0" lang="en-US" sz="2200" b="0" i="0" u="none" strike="noStrike" kern="1200" cap="none" spc="0" normalizeH="0" baseline="0" noProof="0" dirty="0" err="1">
                <a:ln>
                  <a:noFill/>
                </a:ln>
                <a:solidFill>
                  <a:schemeClr val="tx1"/>
                </a:solidFill>
                <a:effectLst/>
                <a:uLnTx/>
                <a:uFillTx/>
                <a:latin typeface="黑体" pitchFamily="49" charset="-122"/>
                <a:ea typeface="黑体" pitchFamily="49" charset="-122"/>
                <a:cs typeface="+mn-cs"/>
              </a:rPr>
              <a:t>的心理发展</a:t>
            </a:r>
            <a:endParaRPr kumimoji="0" lang="en-US" sz="2200" b="0" i="0" u="none" strike="noStrike" kern="1200" cap="none" spc="0" normalizeH="0" baseline="0" noProof="0" dirty="0">
              <a:ln>
                <a:noFill/>
              </a:ln>
              <a:solidFill>
                <a:schemeClr val="tx1"/>
              </a:solidFill>
              <a:effectLst/>
              <a:uLnTx/>
              <a:uFillTx/>
              <a:latin typeface="黑体" pitchFamily="49" charset="-122"/>
              <a:ea typeface="黑体" pitchFamily="49" charset="-122"/>
              <a:cs typeface="+mn-cs"/>
            </a:endParaRPr>
          </a:p>
          <a:p>
            <a:pPr marL="0" marR="0" lvl="0" indent="0" algn="l" defTabSz="914400" rtl="0" eaLnBrk="1" fontAlgn="base" latinLnBrk="0" hangingPunct="1">
              <a:lnSpc>
                <a:spcPts val="4000"/>
              </a:lnSpc>
              <a:spcBef>
                <a:spcPct val="20000"/>
              </a:spcBef>
              <a:spcAft>
                <a:spcPct val="0"/>
              </a:spcAft>
              <a:buClrTx/>
              <a:buSzTx/>
              <a:buFont typeface="Wingdings" charset="2"/>
              <a:buChar char="Ø"/>
              <a:defRPr/>
            </a:pPr>
            <a:endParaRPr kumimoji="0" lang="en-US" sz="2200" b="0" i="0" u="none" strike="noStrike" kern="1200" cap="none" spc="0" normalizeH="0" baseline="0" noProof="0" dirty="0">
              <a:ln>
                <a:noFill/>
              </a:ln>
              <a:solidFill>
                <a:srgbClr val="FF3300"/>
              </a:solidFill>
              <a:effectLst/>
              <a:uLnTx/>
              <a:uFillTx/>
              <a:latin typeface="黑体" pitchFamily="49" charset="-122"/>
              <a:ea typeface="黑体" pitchFamily="49" charset="-122"/>
              <a:cs typeface="+mn-cs"/>
            </a:endParaRPr>
          </a:p>
          <a:p>
            <a:pPr marL="0" marR="0" lvl="0" indent="0" algn="l" defTabSz="914400" rtl="0" eaLnBrk="1" fontAlgn="base" latinLnBrk="0" hangingPunct="1">
              <a:lnSpc>
                <a:spcPts val="4000"/>
              </a:lnSpc>
              <a:spcBef>
                <a:spcPct val="20000"/>
              </a:spcBef>
              <a:spcAft>
                <a:spcPct val="0"/>
              </a:spcAft>
              <a:buClrTx/>
              <a:buSzTx/>
              <a:buFont typeface="Wingdings" charset="2"/>
              <a:buChar char="Ø"/>
              <a:defRPr/>
            </a:pPr>
            <a:r>
              <a:rPr kumimoji="0" lang="en-US" sz="2200" b="0" i="0" u="none" strike="noStrike" kern="1200" cap="none" spc="0" normalizeH="0" baseline="0" noProof="0" dirty="0" err="1">
                <a:ln>
                  <a:noFill/>
                </a:ln>
                <a:solidFill>
                  <a:schemeClr val="tx2">
                    <a:lumMod val="75000"/>
                  </a:schemeClr>
                </a:solidFill>
                <a:effectLst/>
                <a:uLnTx/>
                <a:uFillTx/>
                <a:latin typeface="黑体" pitchFamily="49" charset="-122"/>
                <a:ea typeface="黑体" pitchFamily="49" charset="-122"/>
                <a:cs typeface="+mn-cs"/>
              </a:rPr>
              <a:t>幼儿期</a:t>
            </a:r>
            <a:r>
              <a:rPr kumimoji="0" lang="en-US" sz="2200" b="0" i="0" u="none" strike="noStrike" kern="1200" cap="none" spc="0" normalizeH="0" baseline="0" noProof="0" dirty="0" err="1">
                <a:ln>
                  <a:noFill/>
                </a:ln>
                <a:solidFill>
                  <a:schemeClr val="tx1"/>
                </a:solidFill>
                <a:effectLst/>
                <a:uLnTx/>
                <a:uFillTx/>
                <a:latin typeface="黑体" pitchFamily="49" charset="-122"/>
                <a:ea typeface="黑体" pitchFamily="49" charset="-122"/>
                <a:cs typeface="+mn-cs"/>
              </a:rPr>
              <a:t>的心理发展</a:t>
            </a:r>
            <a:endParaRPr kumimoji="0" lang="en-US" sz="2200" b="0" i="0" u="none" strike="noStrike" kern="1200" cap="none" spc="0" normalizeH="0" baseline="0" noProof="0" dirty="0">
              <a:ln>
                <a:noFill/>
              </a:ln>
              <a:solidFill>
                <a:schemeClr val="tx1"/>
              </a:solidFill>
              <a:effectLst/>
              <a:uLnTx/>
              <a:uFillTx/>
              <a:latin typeface="黑体" pitchFamily="49" charset="-122"/>
              <a:ea typeface="黑体" pitchFamily="49" charset="-122"/>
              <a:cs typeface="+mn-cs"/>
            </a:endParaRPr>
          </a:p>
          <a:p>
            <a:pPr marL="0" marR="0" lvl="0" indent="0" algn="l" defTabSz="914400" rtl="0" eaLnBrk="1" fontAlgn="base" latinLnBrk="0" hangingPunct="1">
              <a:lnSpc>
                <a:spcPts val="4000"/>
              </a:lnSpc>
              <a:spcBef>
                <a:spcPct val="20000"/>
              </a:spcBef>
              <a:spcAft>
                <a:spcPct val="0"/>
              </a:spcAft>
              <a:buClrTx/>
              <a:buSzTx/>
              <a:buFont typeface="Wingdings" charset="2"/>
              <a:buChar char="Ø"/>
              <a:defRPr/>
            </a:pPr>
            <a:endParaRPr kumimoji="0" lang="en-US" sz="2200" b="0" i="0" u="none" strike="noStrike" kern="1200" cap="none" spc="0" normalizeH="0" baseline="0" noProof="0" dirty="0">
              <a:ln>
                <a:noFill/>
              </a:ln>
              <a:solidFill>
                <a:srgbClr val="FF3300"/>
              </a:solidFill>
              <a:effectLst/>
              <a:uLnTx/>
              <a:uFillTx/>
              <a:latin typeface="黑体" pitchFamily="49" charset="-122"/>
              <a:ea typeface="黑体" pitchFamily="49" charset="-122"/>
              <a:cs typeface="+mn-cs"/>
            </a:endParaRPr>
          </a:p>
          <a:p>
            <a:pPr marL="0" marR="0" lvl="0" indent="0" algn="l" defTabSz="914400" rtl="0" eaLnBrk="1" fontAlgn="base" latinLnBrk="0" hangingPunct="1">
              <a:lnSpc>
                <a:spcPts val="4000"/>
              </a:lnSpc>
              <a:spcBef>
                <a:spcPct val="20000"/>
              </a:spcBef>
              <a:spcAft>
                <a:spcPct val="0"/>
              </a:spcAft>
              <a:buClrTx/>
              <a:buSzTx/>
              <a:buFont typeface="Wingdings" charset="2"/>
              <a:buChar char="Ø"/>
              <a:defRPr/>
            </a:pPr>
            <a:r>
              <a:rPr kumimoji="0" lang="en-US" sz="2200" b="0" i="0" u="none" strike="noStrike" kern="1200" cap="none" spc="0" normalizeH="0" baseline="0" noProof="0" dirty="0" err="1">
                <a:ln>
                  <a:noFill/>
                </a:ln>
                <a:solidFill>
                  <a:schemeClr val="tx2">
                    <a:lumMod val="75000"/>
                  </a:schemeClr>
                </a:solidFill>
                <a:effectLst/>
                <a:uLnTx/>
                <a:uFillTx/>
                <a:latin typeface="黑体" pitchFamily="49" charset="-122"/>
                <a:ea typeface="黑体" pitchFamily="49" charset="-122"/>
                <a:cs typeface="+mn-cs"/>
              </a:rPr>
              <a:t>童年期</a:t>
            </a:r>
            <a:r>
              <a:rPr kumimoji="0" lang="en-US" sz="2200" b="0" i="0" u="none" strike="noStrike" kern="1200" cap="none" spc="0" normalizeH="0" baseline="0" noProof="0" dirty="0" err="1">
                <a:ln>
                  <a:noFill/>
                </a:ln>
                <a:solidFill>
                  <a:schemeClr val="tx1"/>
                </a:solidFill>
                <a:effectLst/>
                <a:uLnTx/>
                <a:uFillTx/>
                <a:latin typeface="黑体" pitchFamily="49" charset="-122"/>
                <a:ea typeface="黑体" pitchFamily="49" charset="-122"/>
                <a:cs typeface="+mn-cs"/>
              </a:rPr>
              <a:t>的心理发展</a:t>
            </a:r>
            <a:endParaRPr kumimoji="0" lang="zh-CN" altLang="en-US" sz="2200" b="0" i="0" u="none" strike="noStrike" kern="1200" cap="none" spc="0" normalizeH="0" baseline="0" noProof="0" dirty="0">
              <a:ln>
                <a:noFill/>
              </a:ln>
              <a:solidFill>
                <a:schemeClr val="tx1"/>
              </a:solidFill>
              <a:effectLst/>
              <a:uLnTx/>
              <a:uFillTx/>
              <a:latin typeface="黑体" pitchFamily="49" charset="-122"/>
              <a:ea typeface="黑体" pitchFamily="49" charset="-122"/>
              <a:cs typeface="+mn-cs"/>
            </a:endParaRPr>
          </a:p>
        </p:txBody>
      </p:sp>
      <p:sp>
        <p:nvSpPr>
          <p:cNvPr id="7172" name="Rectangle 4"/>
          <p:cNvSpPr>
            <a14:cpLocks xmlns:a14="http://schemas.microsoft.com/office/drawing/2010/main" noChangeArrowheads="1"/>
          </p:cNvSpPr>
          <p:nvPr/>
        </p:nvSpPr>
        <p:spPr bwMode="auto">
          <a:xfrm>
            <a:off x="6657975" y="1600200"/>
            <a:ext cx="4191000" cy="4071938"/>
          </a:xfrm>
          <a:prstGeom prst="rect">
            <a:avLst/>
          </a:prstGeom>
          <a:solidFill>
            <a:srgbClr val="008000"/>
          </a:solidFill>
          <a:ln w="9525" cmpd="sng">
            <a:solidFill>
              <a:srgbClr val="008000"/>
            </a:solidFill>
            <a:miter lim="800000"/>
          </a:ln>
        </p:spPr>
        <p:txBody>
          <a:bodyPr wrap="none" anchor="ctr"/>
          <a:lstStyle/>
          <a:p>
            <a:pPr marL="0" marR="0" lvl="0" indent="0" algn="l" defTabSz="1130300" rtl="0" eaLnBrk="1" fontAlgn="base" latinLnBrk="0" hangingPunct="1">
              <a:lnSpc>
                <a:spcPct val="110000"/>
              </a:lnSpc>
              <a:spcBef>
                <a:spcPct val="0"/>
              </a:spcBef>
              <a:spcAft>
                <a:spcPct val="0"/>
              </a:spcAft>
              <a:buClrTx/>
              <a:buSzTx/>
              <a:buFont typeface="Wingdings" charset="2"/>
              <a:buChar char="Ø"/>
              <a:defRPr/>
            </a:pPr>
            <a:r>
              <a:rPr kumimoji="0" lang="en-US" sz="2200" b="0" i="0" u="none" strike="noStrike" kern="1200" cap="none" spc="0" normalizeH="0" baseline="0" noProof="0" dirty="0" err="1">
                <a:ln>
                  <a:noFill/>
                </a:ln>
                <a:solidFill>
                  <a:srgbClr val="FFFF00"/>
                </a:solidFill>
                <a:effectLst/>
                <a:uLnTx/>
                <a:uFillTx/>
                <a:latin typeface="+mn-ea"/>
                <a:ea typeface="+mn-ea"/>
                <a:cs typeface="+mn-cs"/>
              </a:rPr>
              <a:t>青春期</a:t>
            </a:r>
            <a:r>
              <a:rPr kumimoji="0" lang="en-US" sz="2200" b="0" i="0" u="none" strike="noStrike" kern="1200" cap="none" spc="0" normalizeH="0" baseline="0" noProof="0" dirty="0" err="1">
                <a:ln>
                  <a:noFill/>
                </a:ln>
                <a:solidFill>
                  <a:schemeClr val="tx1"/>
                </a:solidFill>
                <a:effectLst/>
                <a:uLnTx/>
                <a:uFillTx/>
                <a:latin typeface="+mn-ea"/>
                <a:ea typeface="+mn-ea"/>
                <a:cs typeface="+mn-cs"/>
              </a:rPr>
              <a:t>的心理发展</a:t>
            </a:r>
            <a:endParaRPr kumimoji="0" lang="en-US" sz="2200" b="0" i="0" u="none" strike="noStrike" kern="1200" cap="none" spc="0" normalizeH="0" baseline="0" noProof="0" dirty="0">
              <a:ln>
                <a:noFill/>
              </a:ln>
              <a:solidFill>
                <a:schemeClr val="tx1"/>
              </a:solidFill>
              <a:effectLst/>
              <a:uLnTx/>
              <a:uFillTx/>
              <a:latin typeface="+mn-ea"/>
              <a:ea typeface="+mn-ea"/>
              <a:cs typeface="+mn-cs"/>
            </a:endParaRPr>
          </a:p>
          <a:p>
            <a:pPr marL="0" marR="0" lvl="0" indent="0" algn="l" defTabSz="1130300" rtl="0" eaLnBrk="1" fontAlgn="base" latinLnBrk="0" hangingPunct="1">
              <a:lnSpc>
                <a:spcPct val="110000"/>
              </a:lnSpc>
              <a:spcBef>
                <a:spcPct val="0"/>
              </a:spcBef>
              <a:spcAft>
                <a:spcPct val="0"/>
              </a:spcAft>
              <a:buClrTx/>
              <a:buSzTx/>
              <a:buFont typeface="Wingdings" charset="2"/>
              <a:buChar char="Ø"/>
              <a:defRPr/>
            </a:pPr>
            <a:endParaRPr kumimoji="0" lang="en-US" sz="2200" b="0" i="0" u="none" strike="noStrike" kern="1200" cap="none" spc="0" normalizeH="0" baseline="0" noProof="0" dirty="0">
              <a:ln>
                <a:noFill/>
              </a:ln>
              <a:solidFill>
                <a:schemeClr val="tx1"/>
              </a:solidFill>
              <a:effectLst/>
              <a:uLnTx/>
              <a:uFillTx/>
              <a:latin typeface="+mn-ea"/>
              <a:ea typeface="+mn-ea"/>
              <a:cs typeface="+mn-cs"/>
            </a:endParaRPr>
          </a:p>
          <a:p>
            <a:pPr marL="0" marR="0" lvl="0" indent="0" algn="l" defTabSz="1130300" rtl="0" eaLnBrk="1" fontAlgn="base" latinLnBrk="0" hangingPunct="1">
              <a:lnSpc>
                <a:spcPct val="110000"/>
              </a:lnSpc>
              <a:spcBef>
                <a:spcPct val="0"/>
              </a:spcBef>
              <a:spcAft>
                <a:spcPct val="0"/>
              </a:spcAft>
              <a:buClrTx/>
              <a:buSzTx/>
              <a:buFont typeface="Wingdings" charset="2"/>
              <a:buChar char="Ø"/>
              <a:defRPr/>
            </a:pPr>
            <a:endParaRPr kumimoji="0" lang="en-US" sz="2200" b="0" i="0" u="none" strike="noStrike" kern="1200" cap="none" spc="0" normalizeH="0" baseline="0" noProof="0" dirty="0">
              <a:ln>
                <a:noFill/>
              </a:ln>
              <a:solidFill>
                <a:srgbClr val="FFFF00"/>
              </a:solidFill>
              <a:effectLst/>
              <a:uLnTx/>
              <a:uFillTx/>
              <a:latin typeface="+mn-ea"/>
              <a:ea typeface="+mn-ea"/>
              <a:cs typeface="+mn-cs"/>
            </a:endParaRPr>
          </a:p>
          <a:p>
            <a:pPr marL="0" marR="0" lvl="0" indent="0" algn="l" defTabSz="1130300" rtl="0" eaLnBrk="1" fontAlgn="base" latinLnBrk="0" hangingPunct="1">
              <a:lnSpc>
                <a:spcPct val="110000"/>
              </a:lnSpc>
              <a:spcBef>
                <a:spcPct val="0"/>
              </a:spcBef>
              <a:spcAft>
                <a:spcPct val="0"/>
              </a:spcAft>
              <a:buClrTx/>
              <a:buSzTx/>
              <a:buFont typeface="Wingdings" charset="2"/>
              <a:buChar char="Ø"/>
              <a:defRPr/>
            </a:pPr>
            <a:r>
              <a:rPr kumimoji="0" lang="en-US" sz="2200" b="0" i="0" u="none" strike="noStrike" kern="1200" cap="none" spc="0" normalizeH="0" baseline="0" noProof="0" dirty="0" err="1">
                <a:ln>
                  <a:noFill/>
                </a:ln>
                <a:solidFill>
                  <a:srgbClr val="FFFF00"/>
                </a:solidFill>
                <a:effectLst/>
                <a:uLnTx/>
                <a:uFillTx/>
                <a:latin typeface="+mn-ea"/>
                <a:ea typeface="+mn-ea"/>
                <a:cs typeface="+mn-cs"/>
              </a:rPr>
              <a:t>青年期</a:t>
            </a:r>
            <a:r>
              <a:rPr kumimoji="0" lang="en-US" sz="2200" b="0" i="0" u="none" strike="noStrike" kern="1200" cap="none" spc="0" normalizeH="0" baseline="0" noProof="0" dirty="0" err="1">
                <a:ln>
                  <a:noFill/>
                </a:ln>
                <a:solidFill>
                  <a:schemeClr val="tx1"/>
                </a:solidFill>
                <a:effectLst/>
                <a:uLnTx/>
                <a:uFillTx/>
                <a:latin typeface="+mn-ea"/>
                <a:ea typeface="+mn-ea"/>
                <a:cs typeface="+mn-cs"/>
              </a:rPr>
              <a:t>的心理发展</a:t>
            </a:r>
            <a:endParaRPr kumimoji="0" lang="en-US" sz="2200" b="0" i="0" u="none" strike="noStrike" kern="1200" cap="none" spc="0" normalizeH="0" baseline="0" noProof="0" dirty="0">
              <a:ln>
                <a:noFill/>
              </a:ln>
              <a:solidFill>
                <a:schemeClr val="tx1"/>
              </a:solidFill>
              <a:effectLst/>
              <a:uLnTx/>
              <a:uFillTx/>
              <a:latin typeface="+mn-ea"/>
              <a:ea typeface="+mn-ea"/>
              <a:cs typeface="+mn-cs"/>
            </a:endParaRPr>
          </a:p>
          <a:p>
            <a:pPr marL="0" marR="0" lvl="0" indent="0" algn="l" defTabSz="1130300" rtl="0" eaLnBrk="1" fontAlgn="base" latinLnBrk="0" hangingPunct="1">
              <a:lnSpc>
                <a:spcPct val="110000"/>
              </a:lnSpc>
              <a:spcBef>
                <a:spcPct val="0"/>
              </a:spcBef>
              <a:spcAft>
                <a:spcPct val="0"/>
              </a:spcAft>
              <a:buClrTx/>
              <a:buSzTx/>
              <a:buFont typeface="Wingdings" charset="2"/>
              <a:buChar char="Ø"/>
              <a:defRPr/>
            </a:pPr>
            <a:endParaRPr kumimoji="0" lang="en-US" sz="2200" b="0" i="0" u="none" strike="noStrike" kern="1200" cap="none" spc="0" normalizeH="0" baseline="0" noProof="0" dirty="0">
              <a:ln>
                <a:noFill/>
              </a:ln>
              <a:solidFill>
                <a:schemeClr val="tx1"/>
              </a:solidFill>
              <a:effectLst/>
              <a:uLnTx/>
              <a:uFillTx/>
              <a:latin typeface="+mn-ea"/>
              <a:ea typeface="+mn-ea"/>
              <a:cs typeface="+mn-cs"/>
            </a:endParaRPr>
          </a:p>
          <a:p>
            <a:pPr marL="0" marR="0" lvl="0" indent="0" algn="l" defTabSz="1130300" rtl="0" eaLnBrk="1" fontAlgn="base" latinLnBrk="0" hangingPunct="1">
              <a:lnSpc>
                <a:spcPct val="110000"/>
              </a:lnSpc>
              <a:spcBef>
                <a:spcPct val="0"/>
              </a:spcBef>
              <a:spcAft>
                <a:spcPct val="0"/>
              </a:spcAft>
              <a:buClrTx/>
              <a:buSzTx/>
              <a:buFont typeface="Wingdings" charset="2"/>
              <a:buChar char="Ø"/>
              <a:defRPr/>
            </a:pPr>
            <a:endParaRPr kumimoji="0" lang="en-US" sz="2200" b="0" i="0" u="none" strike="noStrike" kern="1200" cap="none" spc="0" normalizeH="0" baseline="0" noProof="0" dirty="0">
              <a:ln>
                <a:noFill/>
              </a:ln>
              <a:solidFill>
                <a:srgbClr val="FFFF00"/>
              </a:solidFill>
              <a:effectLst/>
              <a:uLnTx/>
              <a:uFillTx/>
              <a:latin typeface="+mn-ea"/>
              <a:ea typeface="+mn-ea"/>
              <a:cs typeface="+mn-cs"/>
            </a:endParaRPr>
          </a:p>
          <a:p>
            <a:pPr marL="0" marR="0" lvl="0" indent="0" algn="l" defTabSz="1130300" rtl="0" eaLnBrk="1" fontAlgn="base" latinLnBrk="0" hangingPunct="1">
              <a:lnSpc>
                <a:spcPct val="110000"/>
              </a:lnSpc>
              <a:spcBef>
                <a:spcPct val="0"/>
              </a:spcBef>
              <a:spcAft>
                <a:spcPct val="0"/>
              </a:spcAft>
              <a:buClrTx/>
              <a:buSzTx/>
              <a:buFont typeface="Wingdings" charset="2"/>
              <a:buChar char="Ø"/>
              <a:defRPr/>
            </a:pPr>
            <a:r>
              <a:rPr kumimoji="0" lang="en-US" sz="2200" b="0" i="0" u="none" strike="noStrike" kern="1200" cap="none" spc="0" normalizeH="0" baseline="0" noProof="0" dirty="0" err="1">
                <a:ln>
                  <a:noFill/>
                </a:ln>
                <a:solidFill>
                  <a:srgbClr val="FFFF00"/>
                </a:solidFill>
                <a:effectLst/>
                <a:uLnTx/>
                <a:uFillTx/>
                <a:latin typeface="+mn-ea"/>
                <a:ea typeface="+mn-ea"/>
                <a:cs typeface="+mn-cs"/>
              </a:rPr>
              <a:t>中年期</a:t>
            </a:r>
            <a:r>
              <a:rPr kumimoji="0" lang="en-US" sz="2200" b="0" i="0" u="none" strike="noStrike" kern="1200" cap="none" spc="0" normalizeH="0" baseline="0" noProof="0" dirty="0" err="1">
                <a:ln>
                  <a:noFill/>
                </a:ln>
                <a:solidFill>
                  <a:schemeClr val="tx1"/>
                </a:solidFill>
                <a:effectLst/>
                <a:uLnTx/>
                <a:uFillTx/>
                <a:latin typeface="+mn-ea"/>
                <a:ea typeface="+mn-ea"/>
                <a:cs typeface="+mn-cs"/>
              </a:rPr>
              <a:t>的心理发展</a:t>
            </a:r>
            <a:endParaRPr kumimoji="0" lang="en-US" sz="2200" b="0" i="0" u="none" strike="noStrike" kern="1200" cap="none" spc="0" normalizeH="0" baseline="0" noProof="0" dirty="0">
              <a:ln>
                <a:noFill/>
              </a:ln>
              <a:solidFill>
                <a:schemeClr val="tx1"/>
              </a:solidFill>
              <a:effectLst/>
              <a:uLnTx/>
              <a:uFillTx/>
              <a:latin typeface="+mn-ea"/>
              <a:ea typeface="+mn-ea"/>
              <a:cs typeface="+mn-cs"/>
            </a:endParaRPr>
          </a:p>
          <a:p>
            <a:pPr marL="0" marR="0" lvl="0" indent="0" algn="l" defTabSz="1130300" rtl="0" eaLnBrk="1" fontAlgn="base" latinLnBrk="0" hangingPunct="1">
              <a:lnSpc>
                <a:spcPct val="110000"/>
              </a:lnSpc>
              <a:spcBef>
                <a:spcPct val="0"/>
              </a:spcBef>
              <a:spcAft>
                <a:spcPct val="0"/>
              </a:spcAft>
              <a:buClrTx/>
              <a:buSzTx/>
              <a:buFont typeface="Wingdings" charset="2"/>
              <a:buChar char="Ø"/>
              <a:defRPr/>
            </a:pPr>
            <a:endParaRPr kumimoji="0" lang="en-US" sz="2200" b="0" i="0" u="none" strike="noStrike" kern="1200" cap="none" spc="0" normalizeH="0" baseline="0" noProof="0" dirty="0">
              <a:ln>
                <a:noFill/>
              </a:ln>
              <a:solidFill>
                <a:schemeClr val="tx1"/>
              </a:solidFill>
              <a:effectLst/>
              <a:uLnTx/>
              <a:uFillTx/>
              <a:latin typeface="+mn-ea"/>
              <a:ea typeface="+mn-ea"/>
              <a:cs typeface="+mn-cs"/>
            </a:endParaRPr>
          </a:p>
          <a:p>
            <a:pPr marL="0" marR="0" lvl="0" indent="0" algn="l" defTabSz="1130300" rtl="0" eaLnBrk="1" fontAlgn="base" latinLnBrk="0" hangingPunct="1">
              <a:lnSpc>
                <a:spcPct val="110000"/>
              </a:lnSpc>
              <a:spcBef>
                <a:spcPct val="0"/>
              </a:spcBef>
              <a:spcAft>
                <a:spcPct val="0"/>
              </a:spcAft>
              <a:buClrTx/>
              <a:buSzTx/>
              <a:buFont typeface="Wingdings" charset="2"/>
              <a:buChar char="Ø"/>
              <a:defRPr/>
            </a:pPr>
            <a:endParaRPr kumimoji="0" lang="en-US" sz="2200" b="0" i="0" u="none" strike="noStrike" kern="1200" cap="none" spc="0" normalizeH="0" baseline="0" noProof="0" dirty="0">
              <a:ln>
                <a:noFill/>
              </a:ln>
              <a:solidFill>
                <a:srgbClr val="FFFF00"/>
              </a:solidFill>
              <a:effectLst/>
              <a:uLnTx/>
              <a:uFillTx/>
              <a:latin typeface="+mn-ea"/>
              <a:ea typeface="+mn-ea"/>
              <a:cs typeface="+mn-cs"/>
            </a:endParaRPr>
          </a:p>
          <a:p>
            <a:pPr marL="0" marR="0" lvl="0" indent="0" algn="l" defTabSz="1130300" rtl="0" eaLnBrk="1" fontAlgn="base" latinLnBrk="0" hangingPunct="1">
              <a:lnSpc>
                <a:spcPct val="110000"/>
              </a:lnSpc>
              <a:spcBef>
                <a:spcPct val="0"/>
              </a:spcBef>
              <a:spcAft>
                <a:spcPct val="0"/>
              </a:spcAft>
              <a:buClrTx/>
              <a:buSzTx/>
              <a:buFont typeface="Wingdings" charset="2"/>
              <a:buChar char="Ø"/>
              <a:defRPr/>
            </a:pPr>
            <a:r>
              <a:rPr kumimoji="0" lang="en-US" sz="2200" b="0" i="0" u="none" strike="noStrike" kern="1200" cap="none" spc="0" normalizeH="0" baseline="0" noProof="0" dirty="0" err="1">
                <a:ln>
                  <a:noFill/>
                </a:ln>
                <a:solidFill>
                  <a:srgbClr val="FFFF00"/>
                </a:solidFill>
                <a:effectLst/>
                <a:uLnTx/>
                <a:uFillTx/>
                <a:latin typeface="+mn-ea"/>
                <a:ea typeface="+mn-ea"/>
                <a:cs typeface="+mn-cs"/>
              </a:rPr>
              <a:t>老年期</a:t>
            </a:r>
            <a:r>
              <a:rPr kumimoji="0" lang="en-US" sz="2200" b="0" i="0" u="none" strike="noStrike" kern="1200" cap="none" spc="0" normalizeH="0" baseline="0" noProof="0" dirty="0" err="1">
                <a:ln>
                  <a:noFill/>
                </a:ln>
                <a:solidFill>
                  <a:schemeClr val="tx1"/>
                </a:solidFill>
                <a:effectLst/>
                <a:uLnTx/>
                <a:uFillTx/>
                <a:latin typeface="+mn-ea"/>
                <a:ea typeface="+mn-ea"/>
                <a:cs typeface="+mn-cs"/>
              </a:rPr>
              <a:t>的心理发展</a:t>
            </a:r>
            <a:endParaRPr kumimoji="0" lang="zh-CN" altLang="en-US" sz="2200" b="0" i="0" u="none" strike="noStrike" kern="1200" cap="none" spc="0" normalizeH="0" baseline="0" noProof="0" dirty="0">
              <a:ln>
                <a:noFill/>
              </a:ln>
              <a:solidFill>
                <a:schemeClr val="tx1"/>
              </a:solidFill>
              <a:effectLst/>
              <a:uLnTx/>
              <a:uFillTx/>
              <a:latin typeface="+mn-ea"/>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9" fill="hold" grpId="0" nodeType="clickEffect">
                                  <p:stCondLst>
                                    <p:cond delay="0"/>
                                  </p:stCondLst>
                                  <p:childTnLst>
                                    <p:set>
                                      <p:cBhvr>
                                        <p:cTn id="6" fill="hold">
                                          <p:stCondLst>
                                            <p:cond delay="0"/>
                                          </p:stCondLst>
                                        </p:cTn>
                                        <p:tgtEl>
                                          <p:spTgt spid="7171"/>
                                        </p:tgtEl>
                                        <p:attrNameLst>
                                          <p:attrName>style.visibility</p:attrName>
                                        </p:attrNameLst>
                                      </p:cBhvr>
                                      <p:to>
                                        <p:strVal val="visible"/>
                                      </p:to>
                                    </p:set>
                                    <p:anim calcmode="lin" valueType="num">
                                      <p:cBhvr additive="base">
                                        <p:cTn id="7" dur="500" fill="hold"/>
                                        <p:tgtEl>
                                          <p:spTgt spid="7171"/>
                                        </p:tgtEl>
                                        <p:attrNameLst>
                                          <p:attrName>ppt_x</p:attrName>
                                        </p:attrNameLst>
                                      </p:cBhvr>
                                      <p:tavLst>
                                        <p:tav tm="0">
                                          <p:val>
                                            <p:strVal val="0-#ppt_w/2"/>
                                          </p:val>
                                        </p:tav>
                                        <p:tav tm="100000">
                                          <p:val>
                                            <p:strVal val="#ppt_x"/>
                                          </p:val>
                                        </p:tav>
                                      </p:tavLst>
                                    </p:anim>
                                    <p:anim calcmode="lin" valueType="num">
                                      <p:cBhvr additive="base">
                                        <p:cTn id="8" dur="500" fill="hold"/>
                                        <p:tgtEl>
                                          <p:spTgt spid="7171"/>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9" fill="hold" grpId="0" nodeType="clickEffect">
                                  <p:stCondLst>
                                    <p:cond delay="0"/>
                                  </p:stCondLst>
                                  <p:childTnLst>
                                    <p:set>
                                      <p:cBhvr>
                                        <p:cTn id="12" fill="hold">
                                          <p:stCondLst>
                                            <p:cond delay="0"/>
                                          </p:stCondLst>
                                        </p:cTn>
                                        <p:tgtEl>
                                          <p:spTgt spid="7171">
                                            <p:txEl>
                                              <p:charRg st="0" end="8"/>
                                            </p:txEl>
                                          </p:spTgt>
                                        </p:tgtEl>
                                        <p:attrNameLst>
                                          <p:attrName>style.visibility</p:attrName>
                                        </p:attrNameLst>
                                      </p:cBhvr>
                                      <p:to>
                                        <p:strVal val="visible"/>
                                      </p:to>
                                    </p:set>
                                    <p:anim calcmode="lin" valueType="num">
                                      <p:cBhvr additive="base">
                                        <p:cTn id="13" dur="500" fill="hold"/>
                                        <p:tgtEl>
                                          <p:spTgt spid="7171">
                                            <p:txEl>
                                              <p:charRg st="0" end="8"/>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7171">
                                            <p:txEl>
                                              <p:charRg st="0" end="8"/>
                                            </p:txEl>
                                          </p:spTgt>
                                        </p:tgtEl>
                                        <p:attrNameLst>
                                          <p:attrName>ppt_y</p:attrName>
                                        </p:attrNameLst>
                                      </p:cBhvr>
                                      <p:tavLst>
                                        <p:tav tm="0">
                                          <p:val>
                                            <p:strVal val="0-#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9" fill="hold" grpId="0" nodeType="clickEffect">
                                  <p:stCondLst>
                                    <p:cond delay="0"/>
                                  </p:stCondLst>
                                  <p:childTnLst>
                                    <p:set>
                                      <p:cBhvr>
                                        <p:cTn id="18" fill="hold">
                                          <p:stCondLst>
                                            <p:cond delay="0"/>
                                          </p:stCondLst>
                                        </p:cTn>
                                        <p:tgtEl>
                                          <p:spTgt spid="7171">
                                            <p:txEl>
                                              <p:charRg st="9" end="18"/>
                                            </p:txEl>
                                          </p:spTgt>
                                        </p:tgtEl>
                                        <p:attrNameLst>
                                          <p:attrName>style.visibility</p:attrName>
                                        </p:attrNameLst>
                                      </p:cBhvr>
                                      <p:to>
                                        <p:strVal val="visible"/>
                                      </p:to>
                                    </p:set>
                                    <p:anim calcmode="lin" valueType="num">
                                      <p:cBhvr additive="base">
                                        <p:cTn id="19" dur="500" fill="hold"/>
                                        <p:tgtEl>
                                          <p:spTgt spid="7171">
                                            <p:txEl>
                                              <p:charRg st="9" end="18"/>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7171">
                                            <p:txEl>
                                              <p:charRg st="9" end="18"/>
                                            </p:txEl>
                                          </p:spTgt>
                                        </p:tgtEl>
                                        <p:attrNameLst>
                                          <p:attrName>ppt_y</p:attrName>
                                        </p:attrNameLst>
                                      </p:cBhvr>
                                      <p:tavLst>
                                        <p:tav tm="0">
                                          <p:val>
                                            <p:strVal val="0-#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9" fill="hold" grpId="0" nodeType="clickEffect">
                                  <p:stCondLst>
                                    <p:cond delay="0"/>
                                  </p:stCondLst>
                                  <p:childTnLst>
                                    <p:set>
                                      <p:cBhvr>
                                        <p:cTn id="24" fill="hold">
                                          <p:stCondLst>
                                            <p:cond delay="0"/>
                                          </p:stCondLst>
                                        </p:cTn>
                                        <p:tgtEl>
                                          <p:spTgt spid="7171">
                                            <p:txEl>
                                              <p:charRg st="19" end="28"/>
                                            </p:txEl>
                                          </p:spTgt>
                                        </p:tgtEl>
                                        <p:attrNameLst>
                                          <p:attrName>style.visibility</p:attrName>
                                        </p:attrNameLst>
                                      </p:cBhvr>
                                      <p:to>
                                        <p:strVal val="visible"/>
                                      </p:to>
                                    </p:set>
                                    <p:anim calcmode="lin" valueType="num">
                                      <p:cBhvr additive="base">
                                        <p:cTn id="25" dur="500" fill="hold"/>
                                        <p:tgtEl>
                                          <p:spTgt spid="7171">
                                            <p:txEl>
                                              <p:charRg st="19" end="28"/>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7171">
                                            <p:txEl>
                                              <p:charRg st="19" end="28"/>
                                            </p:txEl>
                                          </p:spTgt>
                                        </p:tgtEl>
                                        <p:attrNameLst>
                                          <p:attrName>ppt_y</p:attrName>
                                        </p:attrNameLst>
                                      </p:cBhvr>
                                      <p:tavLst>
                                        <p:tav tm="0">
                                          <p:val>
                                            <p:strVal val="0-#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9" fill="hold" grpId="0" nodeType="clickEffect">
                                  <p:stCondLst>
                                    <p:cond delay="0"/>
                                  </p:stCondLst>
                                  <p:childTnLst>
                                    <p:set>
                                      <p:cBhvr>
                                        <p:cTn id="30" fill="hold">
                                          <p:stCondLst>
                                            <p:cond delay="0"/>
                                          </p:stCondLst>
                                        </p:cTn>
                                        <p:tgtEl>
                                          <p:spTgt spid="7171">
                                            <p:txEl>
                                              <p:charRg st="29" end="38"/>
                                            </p:txEl>
                                          </p:spTgt>
                                        </p:tgtEl>
                                        <p:attrNameLst>
                                          <p:attrName>style.visibility</p:attrName>
                                        </p:attrNameLst>
                                      </p:cBhvr>
                                      <p:to>
                                        <p:strVal val="visible"/>
                                      </p:to>
                                    </p:set>
                                    <p:anim calcmode="lin" valueType="num">
                                      <p:cBhvr additive="base">
                                        <p:cTn id="31" dur="500" fill="hold"/>
                                        <p:tgtEl>
                                          <p:spTgt spid="7171">
                                            <p:txEl>
                                              <p:charRg st="29" end="38"/>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7171">
                                            <p:txEl>
                                              <p:charRg st="29" end="38"/>
                                            </p:txEl>
                                          </p:spTgt>
                                        </p:tgtEl>
                                        <p:attrNameLst>
                                          <p:attrName>ppt_y</p:attrName>
                                        </p:attrNameLst>
                                      </p:cBhvr>
                                      <p:tavLst>
                                        <p:tav tm="0">
                                          <p:val>
                                            <p:strVal val="0-#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3" fill="hold" grpId="0" nodeType="clickEffect">
                                  <p:stCondLst>
                                    <p:cond delay="0"/>
                                  </p:stCondLst>
                                  <p:childTnLst>
                                    <p:set>
                                      <p:cBhvr>
                                        <p:cTn id="36" fill="hold">
                                          <p:stCondLst>
                                            <p:cond delay="0"/>
                                          </p:stCondLst>
                                        </p:cTn>
                                        <p:tgtEl>
                                          <p:spTgt spid="7172"/>
                                        </p:tgtEl>
                                        <p:attrNameLst>
                                          <p:attrName>style.visibility</p:attrName>
                                        </p:attrNameLst>
                                      </p:cBhvr>
                                      <p:to>
                                        <p:strVal val="visible"/>
                                      </p:to>
                                    </p:set>
                                    <p:anim calcmode="lin" valueType="num">
                                      <p:cBhvr additive="base">
                                        <p:cTn id="37" dur="500" fill="hold"/>
                                        <p:tgtEl>
                                          <p:spTgt spid="7172"/>
                                        </p:tgtEl>
                                        <p:attrNameLst>
                                          <p:attrName>ppt_x</p:attrName>
                                        </p:attrNameLst>
                                      </p:cBhvr>
                                      <p:tavLst>
                                        <p:tav tm="0">
                                          <p:val>
                                            <p:strVal val="1+#ppt_w/2"/>
                                          </p:val>
                                        </p:tav>
                                        <p:tav tm="100000">
                                          <p:val>
                                            <p:strVal val="#ppt_x"/>
                                          </p:val>
                                        </p:tav>
                                      </p:tavLst>
                                    </p:anim>
                                    <p:anim calcmode="lin" valueType="num">
                                      <p:cBhvr additive="base">
                                        <p:cTn id="38" dur="500" fill="hold"/>
                                        <p:tgtEl>
                                          <p:spTgt spid="7172"/>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animBg="1" build="p"/>
      <p:bldP spid="717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3" name="Rectangle 2"/>
          <p:cNvSpPr>
            <a14:cpLocks xmlns:a14="http://schemas.microsoft.com/office/drawing/2010/main" noGrp="1"/>
          </p:cNvSpPr>
          <p:nvPr>
            <p:ph type="body" sz="half" idx="1"/>
          </p:nvPr>
        </p:nvSpPr>
        <p:spPr>
          <a:xfrm>
            <a:off x="928688" y="784225"/>
            <a:ext cx="9359900" cy="2287588"/>
          </a:xfrm>
          <a:ln/>
        </p:spPr>
        <p:txBody>
          <a:bodyPr wrap="square" lIns="91440" tIns="45720" rIns="91440" bIns="45720" anchor="t"/>
          <a:p>
            <a:pPr marL="0" indent="0">
              <a:lnSpc>
                <a:spcPct val="150000"/>
              </a:lnSpc>
              <a:buNone/>
            </a:pPr>
            <a:r>
              <a:rPr lang="zh-CN" altLang="en-US" sz="2500" kern="1200" dirty="0">
                <a:solidFill>
                  <a:srgbClr val="FFFF00"/>
                </a:solidFill>
              </a:rPr>
              <a:t>历年分数所占比例</a:t>
            </a:r>
            <a:endParaRPr lang="zh-CN" altLang="en-US" sz="2500" kern="1200" dirty="0">
              <a:solidFill>
                <a:srgbClr val="FFFF00"/>
              </a:solidFill>
            </a:endParaRPr>
          </a:p>
          <a:p>
            <a:pPr marL="0" indent="0">
              <a:lnSpc>
                <a:spcPct val="150000"/>
              </a:lnSpc>
              <a:buNone/>
            </a:pPr>
            <a:r>
              <a:rPr lang="zh-CN" altLang="en-US" sz="2500" kern="1200" dirty="0"/>
              <a:t>1、本章考题只出现在第一张考卷《理论知识》中。</a:t>
            </a:r>
            <a:endParaRPr lang="zh-CN" altLang="en-US" sz="2500" kern="1200" dirty="0"/>
          </a:p>
          <a:p>
            <a:pPr marL="0" indent="0">
              <a:lnSpc>
                <a:spcPct val="150000"/>
              </a:lnSpc>
              <a:buNone/>
            </a:pPr>
            <a:r>
              <a:rPr lang="zh-CN" altLang="en-US" sz="2500" kern="1200" dirty="0"/>
              <a:t>2、占分比例：</a:t>
            </a:r>
            <a:endParaRPr lang="zh-CN" altLang="en-US" sz="2500" kern="1200" dirty="0"/>
          </a:p>
          <a:p>
            <a:pPr marL="0" indent="0">
              <a:lnSpc>
                <a:spcPct val="150000"/>
              </a:lnSpc>
              <a:buNone/>
            </a:pPr>
            <a:endParaRPr lang="zh-CN" altLang="en-US" kern="1200" dirty="0"/>
          </a:p>
          <a:p>
            <a:pPr marL="0" indent="0">
              <a:lnSpc>
                <a:spcPct val="150000"/>
              </a:lnSpc>
              <a:buNone/>
            </a:pPr>
            <a:endParaRPr lang="zh-CN" altLang="en-US" kern="1200" dirty="0">
              <a:solidFill>
                <a:srgbClr val="FFFF00"/>
              </a:solidFill>
            </a:endParaRPr>
          </a:p>
        </p:txBody>
      </p:sp>
      <p:graphicFrame>
        <p:nvGraphicFramePr>
          <p:cNvPr id="9219" name="Group 3"/>
          <p:cNvGraphicFramePr>
            <a:graphicFrameLocks noGrp="1"/>
          </p:cNvGraphicFramePr>
          <p:nvPr>
            <p:ph sz="half" idx="1"/>
          </p:nvPr>
        </p:nvGraphicFramePr>
        <p:xfrm>
          <a:off x="2157413" y="3028950"/>
          <a:ext cx="5786438" cy="2428875"/>
        </p:xfrm>
        <a:graphic>
          <a:graphicData uri="http://schemas.openxmlformats.org/drawingml/2006/table">
            <a:tbl>
              <a:tblPr/>
              <a:tblGrid>
                <a:gridCol w="1446086"/>
                <a:gridCol w="1446085"/>
                <a:gridCol w="1446086"/>
                <a:gridCol w="1448221"/>
              </a:tblGrid>
              <a:tr h="846247">
                <a:tc>
                  <a:txBody>
                    <a:bodyPr/>
                    <a:lstStyle/>
                    <a:p>
                      <a:pPr marL="0" marR="0" lvl="0" indent="342900" algn="l" defTabSz="914400" rtl="0" eaLnBrk="0" fontAlgn="base" latinLnBrk="0" hangingPunct="0">
                        <a:lnSpc>
                          <a:spcPts val="4000"/>
                        </a:lnSpc>
                        <a:spcBef>
                          <a:spcPct val="0"/>
                        </a:spcBef>
                        <a:spcAft>
                          <a:spcPct val="0"/>
                        </a:spcAft>
                        <a:buClrTx/>
                        <a:buSzTx/>
                        <a:buFont typeface="Arial" charset="0"/>
                        <a:buNone/>
                      </a:pPr>
                      <a:endParaRPr kumimoji="0" lang="zh-CN" altLang="zh-CN" sz="2500" b="1" i="0" u="none" strike="noStrike" cap="none" normalizeH="0" baseline="0" dirty="0" smtClean="0">
                        <a:ln>
                          <a:noFill/>
                        </a:ln>
                        <a:solidFill>
                          <a:srgbClr val="FFFFFF"/>
                        </a:solidFill>
                        <a:effectLst/>
                        <a:latin typeface="黑体" pitchFamily="49" charset="-122"/>
                        <a:ea typeface="黑体" pitchFamily="49" charset="-122"/>
                        <a:sym typeface="Calibri" pitchFamily="34" charset="0"/>
                      </a:endParaRPr>
                    </a:p>
                  </a:txBody>
                  <a:tcPr marL="111839" marR="111839" marT="59207" marB="59207"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4F81BD"/>
                    </a:solidFill>
                  </a:tcPr>
                </a:tc>
                <a:tc>
                  <a:txBody>
                    <a:bodyPr/>
                    <a:lstStyle/>
                    <a:p>
                      <a:pPr marL="0" marR="0" lvl="0" indent="342900" algn="l" defTabSz="914400" rtl="0" eaLnBrk="0" fontAlgn="base" latinLnBrk="0" hangingPunct="0">
                        <a:lnSpc>
                          <a:spcPts val="4000"/>
                        </a:lnSpc>
                        <a:spcBef>
                          <a:spcPct val="0"/>
                        </a:spcBef>
                        <a:spcAft>
                          <a:spcPct val="0"/>
                        </a:spcAft>
                        <a:buClrTx/>
                        <a:buSzTx/>
                        <a:buFont typeface="Arial" charset="0"/>
                        <a:buNone/>
                      </a:pPr>
                      <a:r>
                        <a:rPr kumimoji="0" lang="zh-CN" altLang="en-US" sz="2500" b="0" i="0" u="none" strike="noStrike" cap="none" normalizeH="0" baseline="0" smtClean="0">
                          <a:ln>
                            <a:noFill/>
                          </a:ln>
                          <a:solidFill>
                            <a:schemeClr val="bg1"/>
                          </a:solidFill>
                          <a:effectLst/>
                          <a:latin typeface="Calibri" pitchFamily="34" charset="0"/>
                          <a:ea typeface="黑体" pitchFamily="49" charset="-122"/>
                          <a:sym typeface="Calibri" pitchFamily="34" charset="0"/>
                        </a:rPr>
                        <a:t>单选</a:t>
                      </a:r>
                      <a:endParaRPr kumimoji="0" lang="zh-CN" altLang="en-US" sz="2500" b="0" i="0" u="none" strike="noStrike" cap="none" normalizeH="0" baseline="0" smtClean="0">
                        <a:ln>
                          <a:noFill/>
                        </a:ln>
                        <a:solidFill>
                          <a:schemeClr val="bg1"/>
                        </a:solidFill>
                        <a:effectLst/>
                        <a:latin typeface="Calibri" pitchFamily="34" charset="0"/>
                        <a:ea typeface="黑体" pitchFamily="49" charset="-122"/>
                        <a:sym typeface="Calibri" pitchFamily="34" charset="0"/>
                      </a:endParaRPr>
                    </a:p>
                  </a:txBody>
                  <a:tcPr marL="111839" marR="111839" marT="59207" marB="59207"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4F81BD"/>
                    </a:solidFill>
                  </a:tcPr>
                </a:tc>
                <a:tc>
                  <a:txBody>
                    <a:bodyPr/>
                    <a:lstStyle/>
                    <a:p>
                      <a:pPr marL="0" marR="0" lvl="0" indent="342900" algn="l" defTabSz="914400" rtl="0" eaLnBrk="0" fontAlgn="base" latinLnBrk="0" hangingPunct="0">
                        <a:lnSpc>
                          <a:spcPts val="4000"/>
                        </a:lnSpc>
                        <a:spcBef>
                          <a:spcPct val="0"/>
                        </a:spcBef>
                        <a:spcAft>
                          <a:spcPct val="0"/>
                        </a:spcAft>
                        <a:buClrTx/>
                        <a:buSzTx/>
                        <a:buFont typeface="Arial" charset="0"/>
                        <a:buNone/>
                      </a:pPr>
                      <a:r>
                        <a:rPr kumimoji="0" lang="zh-CN" altLang="en-US" sz="2500" b="0" i="0" u="none" strike="noStrike" cap="none" normalizeH="0" baseline="0" smtClean="0">
                          <a:ln>
                            <a:noFill/>
                          </a:ln>
                          <a:solidFill>
                            <a:schemeClr val="bg1"/>
                          </a:solidFill>
                          <a:effectLst/>
                          <a:latin typeface="Calibri" pitchFamily="34" charset="0"/>
                          <a:ea typeface="黑体" pitchFamily="49" charset="-122"/>
                          <a:sym typeface="Calibri" pitchFamily="34" charset="0"/>
                        </a:rPr>
                        <a:t>多选</a:t>
                      </a:r>
                      <a:endParaRPr kumimoji="0" lang="zh-CN" altLang="en-US" sz="2500" b="0" i="0" u="none" strike="noStrike" cap="none" normalizeH="0" baseline="0" smtClean="0">
                        <a:ln>
                          <a:noFill/>
                        </a:ln>
                        <a:solidFill>
                          <a:schemeClr val="bg1"/>
                        </a:solidFill>
                        <a:effectLst/>
                        <a:latin typeface="Calibri" pitchFamily="34" charset="0"/>
                        <a:ea typeface="黑体" pitchFamily="49" charset="-122"/>
                        <a:sym typeface="Calibri" pitchFamily="34" charset="0"/>
                      </a:endParaRPr>
                    </a:p>
                  </a:txBody>
                  <a:tcPr marL="111839" marR="111839" marT="59207" marB="59207"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4F81BD"/>
                    </a:solidFill>
                  </a:tcPr>
                </a:tc>
                <a:tc>
                  <a:txBody>
                    <a:bodyPr/>
                    <a:lstStyle/>
                    <a:p>
                      <a:pPr marL="0" marR="0" lvl="0" indent="342900" algn="l" defTabSz="914400" rtl="0" eaLnBrk="0" fontAlgn="base" latinLnBrk="0" hangingPunct="0">
                        <a:lnSpc>
                          <a:spcPts val="4000"/>
                        </a:lnSpc>
                        <a:spcBef>
                          <a:spcPct val="0"/>
                        </a:spcBef>
                        <a:spcAft>
                          <a:spcPct val="0"/>
                        </a:spcAft>
                        <a:buClrTx/>
                        <a:buSzTx/>
                        <a:buFont typeface="Arial" charset="0"/>
                        <a:buNone/>
                      </a:pPr>
                      <a:r>
                        <a:rPr kumimoji="0" lang="zh-CN" altLang="en-US" sz="2500" b="0" i="0" u="none" strike="noStrike" cap="none" normalizeH="0" baseline="0" smtClean="0">
                          <a:ln>
                            <a:noFill/>
                          </a:ln>
                          <a:solidFill>
                            <a:schemeClr val="bg1"/>
                          </a:solidFill>
                          <a:effectLst/>
                          <a:latin typeface="黑体" pitchFamily="49" charset="-122"/>
                          <a:ea typeface="黑体" pitchFamily="49" charset="-122"/>
                          <a:sym typeface="Calibri" pitchFamily="34" charset="0"/>
                        </a:rPr>
                        <a:t>总分</a:t>
                      </a:r>
                      <a:endParaRPr kumimoji="0" lang="zh-CN" altLang="en-US" sz="2500" b="0" i="0" u="none" strike="noStrike" cap="none" normalizeH="0" baseline="0" smtClean="0">
                        <a:ln>
                          <a:noFill/>
                        </a:ln>
                        <a:solidFill>
                          <a:schemeClr val="bg1"/>
                        </a:solidFill>
                        <a:effectLst/>
                        <a:latin typeface="黑体" pitchFamily="49" charset="-122"/>
                        <a:ea typeface="黑体" pitchFamily="49" charset="-122"/>
                        <a:sym typeface="Calibri" pitchFamily="34" charset="0"/>
                      </a:endParaRPr>
                    </a:p>
                  </a:txBody>
                  <a:tcPr marL="111839" marR="111839" marT="59207" marB="59207"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4F81BD"/>
                    </a:solidFill>
                  </a:tcPr>
                </a:tc>
              </a:tr>
              <a:tr h="809631">
                <a:tc>
                  <a:txBody>
                    <a:bodyPr/>
                    <a:lstStyle/>
                    <a:p>
                      <a:pPr marL="0" marR="0" lvl="0" indent="342900" algn="l" defTabSz="914400" rtl="0" eaLnBrk="0" fontAlgn="base" latinLnBrk="0" hangingPunct="0">
                        <a:lnSpc>
                          <a:spcPts val="4000"/>
                        </a:lnSpc>
                        <a:spcBef>
                          <a:spcPct val="0"/>
                        </a:spcBef>
                        <a:spcAft>
                          <a:spcPct val="0"/>
                        </a:spcAft>
                        <a:buClrTx/>
                        <a:buSzTx/>
                        <a:buFont typeface="Arial" charset="0"/>
                        <a:buNone/>
                      </a:pPr>
                      <a:r>
                        <a:rPr kumimoji="0" lang="zh-CN" altLang="en-US" sz="2500" b="0" i="0" u="none" strike="noStrike" cap="none" normalizeH="0" baseline="0" smtClean="0">
                          <a:ln>
                            <a:noFill/>
                          </a:ln>
                          <a:solidFill>
                            <a:schemeClr val="bg1"/>
                          </a:solidFill>
                          <a:effectLst/>
                          <a:latin typeface="Calibri" pitchFamily="34" charset="0"/>
                          <a:ea typeface="黑体" pitchFamily="49" charset="-122"/>
                          <a:sym typeface="Calibri" pitchFamily="34" charset="0"/>
                        </a:rPr>
                        <a:t>三级</a:t>
                      </a:r>
                      <a:endParaRPr kumimoji="0" lang="zh-CN" altLang="en-US" sz="2500" b="0" i="0" u="none" strike="noStrike" cap="none" normalizeH="0" baseline="0" smtClean="0">
                        <a:ln>
                          <a:noFill/>
                        </a:ln>
                        <a:solidFill>
                          <a:schemeClr val="bg1"/>
                        </a:solidFill>
                        <a:effectLst/>
                        <a:latin typeface="Calibri" pitchFamily="34" charset="0"/>
                        <a:ea typeface="黑体" pitchFamily="49" charset="-122"/>
                        <a:sym typeface="Calibri" pitchFamily="34" charset="0"/>
                      </a:endParaRPr>
                    </a:p>
                  </a:txBody>
                  <a:tcPr marL="111839" marR="111839" marT="59207" marB="59207"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342900" algn="l" defTabSz="914400" rtl="0" eaLnBrk="0" fontAlgn="base" latinLnBrk="0" hangingPunct="0">
                        <a:lnSpc>
                          <a:spcPts val="4000"/>
                        </a:lnSpc>
                        <a:spcBef>
                          <a:spcPct val="0"/>
                        </a:spcBef>
                        <a:spcAft>
                          <a:spcPct val="0"/>
                        </a:spcAft>
                        <a:buClrTx/>
                        <a:buSzTx/>
                        <a:buFont typeface="Arial" charset="0"/>
                        <a:buNone/>
                      </a:pPr>
                      <a:r>
                        <a:rPr kumimoji="0" lang="en-US" altLang="zh-CN" sz="2500" b="0" i="0" u="none" strike="noStrike" cap="none" normalizeH="0" baseline="0" dirty="0" smtClean="0">
                          <a:ln>
                            <a:noFill/>
                          </a:ln>
                          <a:solidFill>
                            <a:schemeClr val="bg1"/>
                          </a:solidFill>
                          <a:effectLst/>
                          <a:latin typeface="黑体" pitchFamily="49" charset="-122"/>
                          <a:ea typeface="黑体" pitchFamily="49" charset="-122"/>
                          <a:sym typeface="Calibri" pitchFamily="34" charset="0"/>
                        </a:rPr>
                        <a:t>4</a:t>
                      </a:r>
                      <a:endParaRPr kumimoji="0" lang="zh-CN" altLang="en-US" sz="2500" b="0" i="0" u="none" strike="noStrike" cap="none" normalizeH="0" baseline="0" dirty="0" smtClean="0">
                        <a:ln>
                          <a:noFill/>
                        </a:ln>
                        <a:solidFill>
                          <a:schemeClr val="bg1"/>
                        </a:solidFill>
                        <a:effectLst/>
                        <a:latin typeface="黑体" pitchFamily="49" charset="-122"/>
                        <a:ea typeface="黑体" pitchFamily="49" charset="-122"/>
                        <a:sym typeface="Calibri" pitchFamily="34" charset="0"/>
                      </a:endParaRPr>
                    </a:p>
                  </a:txBody>
                  <a:tcPr marL="111839" marR="111839" marT="59207" marB="59207"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342900" algn="l" defTabSz="914400" rtl="0" eaLnBrk="0" fontAlgn="base" latinLnBrk="0" hangingPunct="0">
                        <a:lnSpc>
                          <a:spcPts val="4000"/>
                        </a:lnSpc>
                        <a:spcBef>
                          <a:spcPct val="0"/>
                        </a:spcBef>
                        <a:spcAft>
                          <a:spcPct val="0"/>
                        </a:spcAft>
                        <a:buClrTx/>
                        <a:buSzTx/>
                        <a:buFont typeface="Arial" charset="0"/>
                        <a:buNone/>
                      </a:pPr>
                      <a:r>
                        <a:rPr kumimoji="0" lang="en-US" altLang="zh-CN" sz="2500" b="0" i="0" u="none" strike="noStrike" cap="none" normalizeH="0" baseline="0" dirty="0" smtClean="0">
                          <a:ln>
                            <a:noFill/>
                          </a:ln>
                          <a:solidFill>
                            <a:schemeClr val="bg1"/>
                          </a:solidFill>
                          <a:effectLst/>
                          <a:latin typeface="黑体" pitchFamily="49" charset="-122"/>
                          <a:ea typeface="黑体" pitchFamily="49" charset="-122"/>
                          <a:sym typeface="Calibri" pitchFamily="34" charset="0"/>
                        </a:rPr>
                        <a:t>4</a:t>
                      </a:r>
                      <a:endParaRPr kumimoji="0" lang="zh-CN" altLang="en-US" sz="2500" b="0" i="0" u="none" strike="noStrike" cap="none" normalizeH="0" baseline="0" dirty="0" smtClean="0">
                        <a:ln>
                          <a:noFill/>
                        </a:ln>
                        <a:solidFill>
                          <a:schemeClr val="bg1"/>
                        </a:solidFill>
                        <a:effectLst/>
                        <a:latin typeface="黑体" pitchFamily="49" charset="-122"/>
                        <a:ea typeface="黑体" pitchFamily="49" charset="-122"/>
                        <a:sym typeface="Calibri" pitchFamily="34" charset="0"/>
                      </a:endParaRPr>
                    </a:p>
                  </a:txBody>
                  <a:tcPr marL="111839" marR="111839" marT="59207" marB="59207"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342900" algn="l" defTabSz="914400" rtl="0" eaLnBrk="0" fontAlgn="base" latinLnBrk="0" hangingPunct="0">
                        <a:lnSpc>
                          <a:spcPts val="4000"/>
                        </a:lnSpc>
                        <a:spcBef>
                          <a:spcPct val="0"/>
                        </a:spcBef>
                        <a:spcAft>
                          <a:spcPct val="0"/>
                        </a:spcAft>
                        <a:buClrTx/>
                        <a:buSzTx/>
                        <a:buFont typeface="Arial" charset="0"/>
                        <a:buNone/>
                      </a:pPr>
                      <a:r>
                        <a:rPr kumimoji="0" lang="en-US" altLang="zh-CN" sz="2500" b="0" i="0" u="none" strike="noStrike" cap="none" normalizeH="0" baseline="0" dirty="0" smtClean="0">
                          <a:ln>
                            <a:noFill/>
                          </a:ln>
                          <a:solidFill>
                            <a:schemeClr val="bg1"/>
                          </a:solidFill>
                          <a:effectLst/>
                          <a:latin typeface="黑体" pitchFamily="49" charset="-122"/>
                          <a:ea typeface="黑体" pitchFamily="49" charset="-122"/>
                          <a:sym typeface="Calibri" pitchFamily="34" charset="0"/>
                        </a:rPr>
                        <a:t>8</a:t>
                      </a:r>
                      <a:endParaRPr kumimoji="0" lang="zh-CN" altLang="en-US" sz="2500" b="0" i="0" u="none" strike="noStrike" cap="none" normalizeH="0" baseline="0" dirty="0" smtClean="0">
                        <a:ln>
                          <a:noFill/>
                        </a:ln>
                        <a:solidFill>
                          <a:schemeClr val="bg1"/>
                        </a:solidFill>
                        <a:effectLst/>
                        <a:latin typeface="黑体" pitchFamily="49" charset="-122"/>
                        <a:ea typeface="黑体" pitchFamily="49" charset="-122"/>
                        <a:sym typeface="Calibri" pitchFamily="34" charset="0"/>
                      </a:endParaRPr>
                    </a:p>
                  </a:txBody>
                  <a:tcPr marL="111839" marR="111839" marT="59207" marB="59207"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773014">
                <a:tc>
                  <a:txBody>
                    <a:bodyPr/>
                    <a:lstStyle/>
                    <a:p>
                      <a:pPr marL="0" marR="0" lvl="0" indent="342900" algn="l" defTabSz="914400" rtl="0" eaLnBrk="0" fontAlgn="base" latinLnBrk="0" hangingPunct="0">
                        <a:lnSpc>
                          <a:spcPts val="4000"/>
                        </a:lnSpc>
                        <a:spcBef>
                          <a:spcPct val="0"/>
                        </a:spcBef>
                        <a:spcAft>
                          <a:spcPct val="0"/>
                        </a:spcAft>
                        <a:buClrTx/>
                        <a:buSzTx/>
                        <a:buFont typeface="Arial" charset="0"/>
                        <a:buNone/>
                      </a:pPr>
                      <a:r>
                        <a:rPr kumimoji="0" lang="zh-CN" altLang="en-US" sz="2500" b="0" i="0" u="none" strike="noStrike" cap="none" normalizeH="0" baseline="0" smtClean="0">
                          <a:ln>
                            <a:noFill/>
                          </a:ln>
                          <a:solidFill>
                            <a:schemeClr val="bg1"/>
                          </a:solidFill>
                          <a:effectLst/>
                          <a:latin typeface="黑体" pitchFamily="49" charset="-122"/>
                          <a:ea typeface="黑体" pitchFamily="49" charset="-122"/>
                          <a:sym typeface="Calibri" pitchFamily="34" charset="0"/>
                        </a:rPr>
                        <a:t>二级</a:t>
                      </a:r>
                      <a:endParaRPr kumimoji="0" lang="zh-CN" altLang="en-US" sz="2500" b="0" i="0" u="none" strike="noStrike" cap="none" normalizeH="0" baseline="0" smtClean="0">
                        <a:ln>
                          <a:noFill/>
                        </a:ln>
                        <a:solidFill>
                          <a:schemeClr val="bg1"/>
                        </a:solidFill>
                        <a:effectLst/>
                        <a:latin typeface="黑体" pitchFamily="49" charset="-122"/>
                        <a:ea typeface="黑体" pitchFamily="49" charset="-122"/>
                        <a:sym typeface="Calibri" pitchFamily="34" charset="0"/>
                      </a:endParaRPr>
                    </a:p>
                  </a:txBody>
                  <a:tcPr marL="111839" marR="111839" marT="59207" marB="59207"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342900" algn="l" defTabSz="914400" rtl="0" eaLnBrk="0" fontAlgn="base" latinLnBrk="0" hangingPunct="0">
                        <a:lnSpc>
                          <a:spcPts val="4000"/>
                        </a:lnSpc>
                        <a:spcBef>
                          <a:spcPct val="0"/>
                        </a:spcBef>
                        <a:spcAft>
                          <a:spcPct val="0"/>
                        </a:spcAft>
                        <a:buClrTx/>
                        <a:buSzTx/>
                        <a:buFont typeface="Arial" charset="0"/>
                        <a:buNone/>
                      </a:pPr>
                      <a:r>
                        <a:rPr kumimoji="0" lang="en-US" altLang="zh-CN" sz="2500" b="0" i="0" u="none" strike="noStrike" cap="none" normalizeH="0" baseline="0" dirty="0" smtClean="0">
                          <a:ln>
                            <a:noFill/>
                          </a:ln>
                          <a:solidFill>
                            <a:schemeClr val="bg1"/>
                          </a:solidFill>
                          <a:effectLst/>
                          <a:latin typeface="黑体" pitchFamily="49" charset="-122"/>
                          <a:ea typeface="黑体" pitchFamily="49" charset="-122"/>
                          <a:sym typeface="Calibri" pitchFamily="34" charset="0"/>
                        </a:rPr>
                        <a:t>4</a:t>
                      </a:r>
                      <a:endParaRPr kumimoji="0" lang="zh-CN" altLang="en-US" sz="2500" b="0" i="0" u="none" strike="noStrike" cap="none" normalizeH="0" baseline="0" dirty="0" smtClean="0">
                        <a:ln>
                          <a:noFill/>
                        </a:ln>
                        <a:solidFill>
                          <a:schemeClr val="bg1"/>
                        </a:solidFill>
                        <a:effectLst/>
                        <a:latin typeface="黑体" pitchFamily="49" charset="-122"/>
                        <a:ea typeface="黑体" pitchFamily="49" charset="-122"/>
                        <a:sym typeface="Calibri" pitchFamily="34" charset="0"/>
                      </a:endParaRPr>
                    </a:p>
                  </a:txBody>
                  <a:tcPr marL="111839" marR="111839" marT="59207" marB="59207"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342900" algn="l" defTabSz="914400" rtl="0" eaLnBrk="0" fontAlgn="base" latinLnBrk="0" hangingPunct="0">
                        <a:lnSpc>
                          <a:spcPts val="4000"/>
                        </a:lnSpc>
                        <a:spcBef>
                          <a:spcPct val="0"/>
                        </a:spcBef>
                        <a:spcAft>
                          <a:spcPct val="0"/>
                        </a:spcAft>
                        <a:buClrTx/>
                        <a:buSzTx/>
                        <a:buFont typeface="Arial" charset="0"/>
                        <a:buNone/>
                      </a:pPr>
                      <a:r>
                        <a:rPr kumimoji="0" lang="en-US" altLang="zh-CN" sz="2500" b="0" i="0" u="none" strike="noStrike" cap="none" normalizeH="0" baseline="0" dirty="0" smtClean="0">
                          <a:ln>
                            <a:noFill/>
                          </a:ln>
                          <a:solidFill>
                            <a:schemeClr val="bg1"/>
                          </a:solidFill>
                          <a:effectLst/>
                          <a:latin typeface="黑体" pitchFamily="49" charset="-122"/>
                          <a:ea typeface="黑体" pitchFamily="49" charset="-122"/>
                          <a:sym typeface="Calibri" pitchFamily="34" charset="0"/>
                        </a:rPr>
                        <a:t>4</a:t>
                      </a:r>
                      <a:endParaRPr kumimoji="0" lang="zh-CN" altLang="en-US" sz="2500" b="0" i="0" u="none" strike="noStrike" cap="none" normalizeH="0" baseline="0" dirty="0" smtClean="0">
                        <a:ln>
                          <a:noFill/>
                        </a:ln>
                        <a:solidFill>
                          <a:schemeClr val="bg1"/>
                        </a:solidFill>
                        <a:effectLst/>
                        <a:latin typeface="黑体" pitchFamily="49" charset="-122"/>
                        <a:ea typeface="黑体" pitchFamily="49" charset="-122"/>
                        <a:sym typeface="Calibri" pitchFamily="34" charset="0"/>
                      </a:endParaRPr>
                    </a:p>
                  </a:txBody>
                  <a:tcPr marL="111839" marR="111839" marT="59207" marB="59207"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342900" algn="l" defTabSz="914400" rtl="0" eaLnBrk="0" fontAlgn="base" latinLnBrk="0" hangingPunct="0">
                        <a:lnSpc>
                          <a:spcPts val="4000"/>
                        </a:lnSpc>
                        <a:spcBef>
                          <a:spcPct val="0"/>
                        </a:spcBef>
                        <a:spcAft>
                          <a:spcPct val="0"/>
                        </a:spcAft>
                        <a:buClrTx/>
                        <a:buSzTx/>
                        <a:buFont typeface="Arial" charset="0"/>
                        <a:buNone/>
                      </a:pPr>
                      <a:r>
                        <a:rPr kumimoji="0" lang="en-US" altLang="zh-CN" sz="2500" b="0" i="0" u="none" strike="noStrike" cap="none" normalizeH="0" baseline="0" dirty="0" smtClean="0">
                          <a:ln>
                            <a:noFill/>
                          </a:ln>
                          <a:solidFill>
                            <a:schemeClr val="bg1"/>
                          </a:solidFill>
                          <a:effectLst/>
                          <a:latin typeface="黑体" pitchFamily="49" charset="-122"/>
                          <a:ea typeface="黑体" pitchFamily="49" charset="-122"/>
                          <a:sym typeface="Calibri" pitchFamily="34" charset="0"/>
                        </a:rPr>
                        <a:t>8</a:t>
                      </a:r>
                      <a:endParaRPr kumimoji="0" lang="zh-CN" altLang="en-US" sz="2500" b="0" i="0" u="none" strike="noStrike" cap="none" normalizeH="0" baseline="0" dirty="0" smtClean="0">
                        <a:ln>
                          <a:noFill/>
                        </a:ln>
                        <a:solidFill>
                          <a:schemeClr val="bg1"/>
                        </a:solidFill>
                        <a:effectLst/>
                        <a:latin typeface="黑体" pitchFamily="49" charset="-122"/>
                        <a:ea typeface="黑体" pitchFamily="49" charset="-122"/>
                        <a:sym typeface="Calibri" pitchFamily="34" charset="0"/>
                      </a:endParaRPr>
                    </a:p>
                  </a:txBody>
                  <a:tcPr marL="111839" marR="111839" marT="59207" marB="59207"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Rectangle 2"/>
          <p:cNvSpPr>
            <a14:cpLocks xmlns:a14="http://schemas.microsoft.com/office/drawing/2010/main" noGrp="1" noChangeArrowheads="1"/>
          </p:cNvSpPr>
          <p:nvPr>
            <p:ph idx="1"/>
          </p:nvPr>
        </p:nvSpPr>
        <p:spPr>
          <a:xfrm>
            <a:off x="755650" y="960438"/>
            <a:ext cx="10869613" cy="4572000"/>
          </a:xfrm>
          <a:ln>
            <a:miter/>
          </a:ln>
        </p:spPr>
        <p:txBody>
          <a:bodyPr vert="horz" wrap="square" lIns="91440" tIns="45720" rIns="91440" bIns="45720" numCol="1" anchor="t" anchorCtr="0" compatLnSpc="1"/>
          <a:lstStyle/>
          <a:p>
            <a:pPr marL="855345" marR="0" lvl="0" indent="-342900" algn="l" defTabSz="914400" rtl="0" eaLnBrk="0" fontAlgn="base" latinLnBrk="0" hangingPunct="0">
              <a:lnSpc>
                <a:spcPct val="150000"/>
              </a:lnSpc>
              <a:spcBef>
                <a:spcPct val="20000"/>
              </a:spcBef>
              <a:spcAft>
                <a:spcPct val="0"/>
              </a:spcAft>
              <a:buClrTx/>
              <a:buSzTx/>
              <a:buFont typeface="Wingdings" charset="2"/>
              <a:buChar char="v"/>
              <a:defRPr/>
            </a:pPr>
            <a:r>
              <a:rPr kumimoji="0" lang="zh-CN" altLang="en-US" sz="2200" b="0" i="0" u="none" strike="noStrike" kern="0" cap="none" spc="0" normalizeH="0" baseline="0" noProof="0" dirty="0">
                <a:ln>
                  <a:noFill/>
                </a:ln>
                <a:solidFill>
                  <a:srgbClr val="FFFF00"/>
                </a:solidFill>
                <a:effectLst/>
                <a:uLnTx/>
                <a:uFillTx/>
                <a:latin typeface="+mn-lt"/>
                <a:ea typeface="+mn-ea"/>
                <a:cs typeface="+mn-cs"/>
              </a:rPr>
              <a:t>代报名公告</a:t>
            </a:r>
            <a:endParaRPr kumimoji="0" lang="zh-CN" altLang="en-US" sz="2200" b="0" i="0" u="none" strike="noStrike" kern="0" cap="none" spc="0" normalizeH="0" baseline="0" noProof="0" dirty="0">
              <a:ln>
                <a:noFill/>
              </a:ln>
              <a:solidFill>
                <a:srgbClr val="FFFF00"/>
              </a:solidFill>
              <a:effectLst/>
              <a:uLnTx/>
              <a:uFillTx/>
              <a:latin typeface="+mn-lt"/>
              <a:ea typeface="+mn-ea"/>
              <a:cs typeface="+mn-cs"/>
            </a:endParaRPr>
          </a:p>
          <a:p>
            <a:pPr marL="342900" marR="0" lvl="0" indent="-342900" algn="l" defTabSz="914400" rtl="0" eaLnBrk="0" fontAlgn="base" latinLnBrk="0" hangingPunct="0">
              <a:lnSpc>
                <a:spcPct val="150000"/>
              </a:lnSpc>
              <a:spcBef>
                <a:spcPct val="20000"/>
              </a:spcBef>
              <a:spcAft>
                <a:spcPct val="0"/>
              </a:spcAft>
              <a:buClrTx/>
              <a:buSzTx/>
              <a:buFont typeface="Wingdings" charset="2"/>
              <a:buNone/>
              <a:defRPr/>
            </a:pPr>
            <a:r>
              <a:rPr kumimoji="0" lang="zh-CN" altLang="en-US" sz="2200" b="0" i="0" u="none" strike="noStrike" kern="0" cap="none" spc="0" normalizeH="0" baseline="0" noProof="0" dirty="0">
                <a:ln>
                  <a:noFill/>
                </a:ln>
                <a:solidFill>
                  <a:srgbClr val="FFFF00"/>
                </a:solidFill>
                <a:effectLst/>
                <a:uLnTx/>
                <a:uFillTx/>
                <a:latin typeface="+mn-lt"/>
                <a:ea typeface="+mn-ea"/>
                <a:cs typeface="+mn-cs"/>
              </a:rPr>
              <a:t>  </a:t>
            </a:r>
            <a:r>
              <a:rPr kumimoji="0" lang="zh-CN" altLang="en-US" sz="2200" b="0" i="0" u="none" strike="noStrike" kern="0" cap="none" spc="0" normalizeH="0" baseline="0" noProof="0" dirty="0" smtClean="0">
                <a:ln>
                  <a:noFill/>
                </a:ln>
                <a:solidFill>
                  <a:srgbClr val="FFFF00"/>
                </a:solidFill>
                <a:effectLst/>
                <a:uLnTx/>
                <a:uFillTx/>
                <a:latin typeface="+mn-lt"/>
                <a:ea typeface="+mn-ea"/>
                <a:cs typeface="+mn-cs"/>
              </a:rPr>
              <a:t>       </a:t>
            </a:r>
            <a:r>
              <a:rPr kumimoji="0" lang="zh-CN" altLang="en-US" sz="2200" b="0" i="0" u="none" strike="noStrike" kern="0" cap="none" spc="0" normalizeH="0" baseline="0" noProof="0" dirty="0" smtClean="0">
                <a:ln>
                  <a:noFill/>
                </a:ln>
                <a:solidFill>
                  <a:schemeClr val="bg1"/>
                </a:solidFill>
                <a:effectLst/>
                <a:uLnTx/>
                <a:uFillTx/>
                <a:latin typeface="+mn-lt"/>
                <a:ea typeface="+mn-ea"/>
                <a:cs typeface="+mn-cs"/>
              </a:rPr>
              <a:t>需要</a:t>
            </a:r>
            <a:r>
              <a:rPr kumimoji="0" lang="zh-CN" altLang="en-US" sz="2200" b="0" i="0" u="none" strike="noStrike" kern="0" cap="none" spc="0" normalizeH="0" baseline="0" noProof="0" dirty="0">
                <a:ln>
                  <a:noFill/>
                </a:ln>
                <a:solidFill>
                  <a:schemeClr val="bg1"/>
                </a:solidFill>
                <a:effectLst/>
                <a:uLnTx/>
                <a:uFillTx/>
                <a:latin typeface="+mn-lt"/>
                <a:ea typeface="+mn-ea"/>
                <a:cs typeface="+mn-cs"/>
              </a:rPr>
              <a:t>代报名学员，在支付课程费用以后，将</a:t>
            </a:r>
            <a:r>
              <a:rPr kumimoji="0" lang="zh-CN" altLang="en-US" sz="2200" b="0" i="0" u="none" strike="noStrike" kern="0" cap="none" spc="0" normalizeH="0" baseline="0" noProof="0" dirty="0">
                <a:ln>
                  <a:noFill/>
                </a:ln>
                <a:solidFill>
                  <a:srgbClr val="FFFF00"/>
                </a:solidFill>
                <a:effectLst/>
                <a:uLnTx/>
                <a:uFillTx/>
                <a:latin typeface="+mn-lt"/>
                <a:ea typeface="+mn-ea"/>
                <a:cs typeface="+mn-cs"/>
              </a:rPr>
              <a:t>自己的姓名、电话、常用电子邮箱、报考地区和级别，百度账号，报课日期</a:t>
            </a:r>
            <a:r>
              <a:rPr kumimoji="0" lang="zh-CN" altLang="en-US" sz="2200" b="0" i="0" u="none" strike="noStrike" kern="0" cap="none" spc="0" normalizeH="0" baseline="0" noProof="0" dirty="0">
                <a:ln>
                  <a:noFill/>
                </a:ln>
                <a:solidFill>
                  <a:schemeClr val="bg1"/>
                </a:solidFill>
                <a:effectLst/>
                <a:uLnTx/>
                <a:uFillTx/>
                <a:latin typeface="+mn-lt"/>
                <a:ea typeface="+mn-ea"/>
                <a:cs typeface="+mn-cs"/>
              </a:rPr>
              <a:t>发邮件至</a:t>
            </a:r>
            <a:r>
              <a:rPr kumimoji="0" lang="zh-CN" altLang="en-US" sz="2200" b="0" i="0" u="none" strike="noStrike" kern="0" cap="none" spc="0" normalizeH="0" baseline="0" noProof="0" dirty="0">
                <a:ln>
                  <a:noFill/>
                </a:ln>
                <a:solidFill>
                  <a:srgbClr val="00FFFF"/>
                </a:solidFill>
                <a:effectLst/>
                <a:uLnTx/>
                <a:uFillTx/>
                <a:latin typeface="+mn-lt"/>
                <a:ea typeface="+mn-ea"/>
                <a:cs typeface="+mn-cs"/>
              </a:rPr>
              <a:t>tjsmile99@126.com</a:t>
            </a:r>
            <a:r>
              <a:rPr kumimoji="0" lang="zh-CN" altLang="en-US" sz="2200" b="0" i="0" u="none" strike="noStrike" kern="0" cap="none" spc="0" normalizeH="0" baseline="0" noProof="0" dirty="0">
                <a:ln>
                  <a:noFill/>
                </a:ln>
                <a:solidFill>
                  <a:schemeClr val="bg1"/>
                </a:solidFill>
                <a:effectLst/>
                <a:uLnTx/>
                <a:uFillTx/>
                <a:latin typeface="+mn-lt"/>
                <a:ea typeface="+mn-ea"/>
                <a:cs typeface="+mn-cs"/>
              </a:rPr>
              <a:t>,或者直接联系</a:t>
            </a:r>
            <a:r>
              <a:rPr kumimoji="0" lang="zh-CN" altLang="en-US" sz="2200" b="0" i="0" u="none" strike="noStrike" kern="0" cap="none" spc="0" normalizeH="0" baseline="0" noProof="0" dirty="0">
                <a:ln>
                  <a:noFill/>
                </a:ln>
                <a:solidFill>
                  <a:srgbClr val="00FFFF"/>
                </a:solidFill>
                <a:effectLst/>
                <a:uLnTx/>
                <a:uFillTx/>
                <a:latin typeface="+mn-lt"/>
                <a:ea typeface="+mn-ea"/>
                <a:cs typeface="+mn-cs"/>
              </a:rPr>
              <a:t>QQ：1520878977</a:t>
            </a:r>
            <a:r>
              <a:rPr kumimoji="0" lang="zh-CN" altLang="en-US" sz="2200" b="0" i="0" u="none" strike="noStrike" kern="0" cap="none" spc="0" normalizeH="0" baseline="0" noProof="0" dirty="0">
                <a:ln>
                  <a:noFill/>
                </a:ln>
                <a:solidFill>
                  <a:schemeClr val="bg1"/>
                </a:solidFill>
                <a:effectLst/>
                <a:uLnTx/>
                <a:uFillTx/>
                <a:latin typeface="+mn-lt"/>
                <a:ea typeface="+mn-ea"/>
                <a:cs typeface="+mn-cs"/>
              </a:rPr>
              <a:t>。</a:t>
            </a:r>
            <a:endParaRPr kumimoji="0" lang="zh-CN" altLang="en-US" sz="2200" b="0" i="0" u="none" strike="noStrike" kern="0" cap="none" spc="0" normalizeH="0" baseline="0" noProof="0" dirty="0">
              <a:ln>
                <a:noFill/>
              </a:ln>
              <a:solidFill>
                <a:schemeClr val="bg1"/>
              </a:solidFill>
              <a:effectLst/>
              <a:uLnTx/>
              <a:uFillTx/>
              <a:latin typeface="+mn-lt"/>
              <a:ea typeface="+mn-ea"/>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14:cpLocks xmlns:a14="http://schemas.microsoft.com/office/drawing/2010/main" noGrp="1"/>
          </p:cNvSpPr>
          <p:nvPr>
            <p:ph idx="1"/>
          </p:nvPr>
        </p:nvSpPr>
        <p:spPr>
          <a:xfrm>
            <a:off x="871538" y="742950"/>
            <a:ext cx="10869613" cy="4570413"/>
          </a:xfrm>
          <a:ln>
            <a:miter/>
          </a:ln>
        </p:spPr>
        <p:txBody>
          <a:bodyPr vert="horz" wrap="square" lIns="91440" tIns="45720" rIns="91440" bIns="45720" numCol="1" anchor="t" anchorCtr="0" compatLnSpc="1"/>
          <a:lstStyle/>
          <a:p>
            <a:pPr marL="342900" marR="0" lvl="0" indent="-342900" algn="l" defTabSz="914400" rtl="0" eaLnBrk="0" fontAlgn="base" latinLnBrk="0" hangingPunct="0">
              <a:lnSpc>
                <a:spcPts val="4000"/>
              </a:lnSpc>
              <a:spcBef>
                <a:spcPct val="20000"/>
              </a:spcBef>
              <a:spcAft>
                <a:spcPct val="0"/>
              </a:spcAft>
              <a:buClrTx/>
              <a:buSzTx/>
              <a:buFont typeface="Arial" charset="0"/>
              <a:buNone/>
              <a:defRPr/>
            </a:pPr>
            <a:r>
              <a:rPr kumimoji="0" lang="zh-CN" altLang="en-US" sz="2200" b="1" i="0" u="none" strike="noStrike" kern="0" cap="none" spc="0" normalizeH="0" baseline="0" noProof="0" dirty="0" smtClean="0">
                <a:ln>
                  <a:noFill/>
                </a:ln>
                <a:solidFill>
                  <a:srgbClr val="FFFF00"/>
                </a:solidFill>
                <a:effectLst/>
                <a:uLnTx/>
                <a:uFillTx/>
                <a:latin typeface="+mn-lt"/>
                <a:ea typeface="+mn-ea"/>
                <a:cs typeface="+mn-cs"/>
              </a:rPr>
              <a:t>第一节</a:t>
            </a:r>
            <a:r>
              <a:rPr kumimoji="0" lang="en-US" altLang="zh-CN" sz="2200" b="1" i="0" u="none" strike="noStrike" kern="0" cap="none" spc="0" normalizeH="0" baseline="0" noProof="0" dirty="0" smtClean="0">
                <a:ln>
                  <a:noFill/>
                </a:ln>
                <a:solidFill>
                  <a:srgbClr val="FFFF00"/>
                </a:solidFill>
                <a:effectLst/>
                <a:uLnTx/>
                <a:uFillTx/>
                <a:latin typeface="+mn-lt"/>
                <a:ea typeface="+mn-ea"/>
                <a:cs typeface="+mn-cs"/>
              </a:rPr>
              <a:t>《</a:t>
            </a:r>
            <a:r>
              <a:rPr kumimoji="0" lang="zh-CN" altLang="en-US" sz="2200" b="1" i="0" u="none" strike="noStrike" kern="0" cap="none" spc="0" normalizeH="0" baseline="0" noProof="0" dirty="0" smtClean="0">
                <a:ln>
                  <a:noFill/>
                </a:ln>
                <a:solidFill>
                  <a:srgbClr val="FFFF00"/>
                </a:solidFill>
                <a:effectLst/>
                <a:uLnTx/>
                <a:uFillTx/>
                <a:latin typeface="+mn-lt"/>
                <a:ea typeface="+mn-ea"/>
                <a:cs typeface="+mn-cs"/>
              </a:rPr>
              <a:t>概述</a:t>
            </a:r>
            <a:r>
              <a:rPr kumimoji="0" lang="en-US" altLang="zh-CN" sz="2200" b="1" i="0" u="none" strike="noStrike" kern="0" cap="none" spc="0" normalizeH="0" baseline="0" noProof="0" dirty="0" smtClean="0">
                <a:ln>
                  <a:noFill/>
                </a:ln>
                <a:solidFill>
                  <a:srgbClr val="FFFF00"/>
                </a:solidFill>
                <a:effectLst/>
                <a:uLnTx/>
                <a:uFillTx/>
                <a:latin typeface="+mn-lt"/>
                <a:ea typeface="+mn-ea"/>
                <a:cs typeface="+mn-cs"/>
              </a:rPr>
              <a:t>》</a:t>
            </a:r>
            <a:endParaRPr kumimoji="0" lang="en-US" altLang="zh-CN" sz="2200" b="1" i="0" u="none" strike="noStrike" kern="0" cap="none" spc="0" normalizeH="0" baseline="0" noProof="0" dirty="0" smtClean="0">
              <a:ln>
                <a:noFill/>
              </a:ln>
              <a:solidFill>
                <a:srgbClr val="FFFF00"/>
              </a:solidFill>
              <a:effectLst/>
              <a:uLnTx/>
              <a:uFillTx/>
              <a:latin typeface="+mn-lt"/>
              <a:ea typeface="+mn-ea"/>
              <a:cs typeface="+mn-cs"/>
            </a:endParaRPr>
          </a:p>
          <a:p>
            <a:pPr marL="342900" marR="0" lvl="0" indent="-342900" algn="l" defTabSz="914400" rtl="0" eaLnBrk="0" fontAlgn="base" latinLnBrk="0" hangingPunct="0">
              <a:lnSpc>
                <a:spcPts val="4000"/>
              </a:lnSpc>
              <a:spcBef>
                <a:spcPct val="20000"/>
              </a:spcBef>
              <a:spcAft>
                <a:spcPct val="0"/>
              </a:spcAft>
              <a:buClrTx/>
              <a:buSzTx/>
              <a:buFont typeface="Arial" charset="0"/>
              <a:buNone/>
              <a:defRPr/>
            </a:pPr>
            <a:r>
              <a:rPr kumimoji="0" lang="en-US" altLang="zh-CN" sz="2200" b="0" i="0" u="none" strike="noStrike" kern="0" cap="none" spc="0" normalizeH="0" baseline="0" noProof="0" dirty="0" smtClean="0">
                <a:ln>
                  <a:noFill/>
                </a:ln>
                <a:solidFill>
                  <a:srgbClr val="00FFFF"/>
                </a:solidFill>
                <a:effectLst/>
                <a:uLnTx/>
                <a:uFillTx/>
                <a:latin typeface="+mn-lt"/>
                <a:ea typeface="+mn-ea"/>
                <a:cs typeface="+mn-cs"/>
              </a:rPr>
              <a:t>[</a:t>
            </a:r>
            <a:r>
              <a:rPr kumimoji="0" lang="zh-CN" altLang="en-US" sz="2200" b="0" i="0" u="none" strike="noStrike" kern="0" cap="none" spc="0" normalizeH="0" baseline="0" noProof="0" dirty="0" smtClean="0">
                <a:ln>
                  <a:noFill/>
                </a:ln>
                <a:solidFill>
                  <a:srgbClr val="00FFFF"/>
                </a:solidFill>
                <a:effectLst/>
                <a:uLnTx/>
                <a:uFillTx/>
                <a:latin typeface="+mn-lt"/>
                <a:ea typeface="+mn-ea"/>
                <a:cs typeface="+mn-cs"/>
              </a:rPr>
              <a:t>章节知识</a:t>
            </a:r>
            <a:r>
              <a:rPr kumimoji="0" lang="en-US" altLang="zh-CN" sz="2200" b="0" i="0" u="none" strike="noStrike" kern="0" cap="none" spc="0" normalizeH="0" baseline="0" noProof="0" dirty="0" smtClean="0">
                <a:ln>
                  <a:noFill/>
                </a:ln>
                <a:solidFill>
                  <a:srgbClr val="00FFFF"/>
                </a:solidFill>
                <a:effectLst/>
                <a:uLnTx/>
                <a:uFillTx/>
                <a:latin typeface="+mn-lt"/>
                <a:ea typeface="+mn-ea"/>
                <a:cs typeface="+mn-cs"/>
              </a:rPr>
              <a:t>]</a:t>
            </a:r>
            <a:endParaRPr kumimoji="0" lang="en-US" altLang="zh-CN" sz="2200" b="1" i="0" u="none" strike="noStrike" kern="0" cap="none" spc="0" normalizeH="0" baseline="0" noProof="0" dirty="0" smtClean="0">
              <a:ln>
                <a:noFill/>
              </a:ln>
              <a:solidFill>
                <a:srgbClr val="FFFF00"/>
              </a:solidFill>
              <a:effectLst/>
              <a:uLnTx/>
              <a:uFillTx/>
              <a:latin typeface="+mn-lt"/>
              <a:ea typeface="+mn-ea"/>
              <a:cs typeface="+mn-cs"/>
            </a:endParaRPr>
          </a:p>
          <a:p>
            <a:pPr marL="0" marR="0" lvl="0" indent="0" algn="l" defTabSz="914400" rtl="0" eaLnBrk="0" fontAlgn="base" latinLnBrk="0" hangingPunct="0">
              <a:lnSpc>
                <a:spcPts val="4000"/>
              </a:lnSpc>
              <a:spcBef>
                <a:spcPct val="20000"/>
              </a:spcBef>
              <a:spcAft>
                <a:spcPct val="0"/>
              </a:spcAft>
              <a:buClrTx/>
              <a:buSzTx/>
              <a:buFont typeface="Arial" charset="0"/>
              <a:buNone/>
              <a:defRPr/>
            </a:pPr>
            <a:r>
              <a:rPr kumimoji="0" lang="zh-CN" altLang="en-US" sz="2200" b="0" i="0" u="none" strike="noStrike" kern="0" cap="none" spc="0" normalizeH="0" baseline="0" noProof="0" dirty="0" smtClean="0">
                <a:ln>
                  <a:noFill/>
                </a:ln>
                <a:solidFill>
                  <a:schemeClr val="bg1"/>
                </a:solidFill>
                <a:effectLst/>
                <a:uLnTx/>
                <a:uFillTx/>
                <a:latin typeface="黑体" pitchFamily="49" charset="-122"/>
                <a:ea typeface="+mn-ea"/>
                <a:cs typeface="+mn-cs"/>
              </a:rPr>
              <a:t>   第一单元：发展心理学的研究对象</a:t>
            </a:r>
            <a:endParaRPr kumimoji="0" lang="en-US" sz="2200" b="0" i="0" u="none" strike="noStrike" kern="0" cap="none" spc="0" normalizeH="0" baseline="0" noProof="0" dirty="0" smtClean="0">
              <a:ln>
                <a:noFill/>
              </a:ln>
              <a:solidFill>
                <a:schemeClr val="bg1"/>
              </a:solidFill>
              <a:effectLst/>
              <a:uLnTx/>
              <a:uFillTx/>
              <a:latin typeface="黑体" pitchFamily="49" charset="-122"/>
              <a:ea typeface="+mn-ea"/>
              <a:cs typeface="+mn-cs"/>
            </a:endParaRPr>
          </a:p>
          <a:p>
            <a:pPr marL="0" marR="0" lvl="0" indent="0" algn="l" defTabSz="914400" rtl="0" eaLnBrk="0" fontAlgn="base" latinLnBrk="0" hangingPunct="0">
              <a:lnSpc>
                <a:spcPts val="4000"/>
              </a:lnSpc>
              <a:spcBef>
                <a:spcPct val="20000"/>
              </a:spcBef>
              <a:spcAft>
                <a:spcPct val="0"/>
              </a:spcAft>
              <a:buClrTx/>
              <a:buSzTx/>
              <a:buFont typeface="Arial" charset="0"/>
              <a:buNone/>
              <a:defRPr/>
            </a:pPr>
            <a:r>
              <a:rPr kumimoji="0" lang="zh-CN" altLang="en-US" sz="2200" b="0" i="0" u="none" strike="noStrike" kern="0" cap="none" spc="0" normalizeH="0" baseline="0" noProof="0" dirty="0" smtClean="0">
                <a:ln>
                  <a:noFill/>
                </a:ln>
                <a:solidFill>
                  <a:schemeClr val="bg1"/>
                </a:solidFill>
                <a:effectLst/>
                <a:uLnTx/>
                <a:uFillTx/>
                <a:latin typeface="黑体" pitchFamily="49" charset="-122"/>
                <a:ea typeface="+mn-ea"/>
                <a:cs typeface="+mn-cs"/>
              </a:rPr>
              <a:t>   第二单元：发展心理学的研究方法</a:t>
            </a:r>
            <a:endParaRPr kumimoji="0" lang="en-US" sz="2200" b="0" i="0" u="none" strike="noStrike" kern="0" cap="none" spc="0" normalizeH="0" baseline="0" noProof="0" dirty="0" smtClean="0">
              <a:ln>
                <a:noFill/>
              </a:ln>
              <a:solidFill>
                <a:schemeClr val="bg1"/>
              </a:solidFill>
              <a:effectLst/>
              <a:uLnTx/>
              <a:uFillTx/>
              <a:latin typeface="黑体" pitchFamily="49" charset="-122"/>
              <a:ea typeface="+mn-ea"/>
              <a:cs typeface="+mn-cs"/>
            </a:endParaRPr>
          </a:p>
          <a:p>
            <a:pPr marL="0" marR="0" lvl="0" indent="0" algn="l" defTabSz="914400" rtl="0" eaLnBrk="0" fontAlgn="base" latinLnBrk="0" hangingPunct="0">
              <a:lnSpc>
                <a:spcPts val="4000"/>
              </a:lnSpc>
              <a:spcBef>
                <a:spcPct val="20000"/>
              </a:spcBef>
              <a:spcAft>
                <a:spcPct val="0"/>
              </a:spcAft>
              <a:buClrTx/>
              <a:buSzTx/>
              <a:buFont typeface="Arial" charset="0"/>
              <a:buNone/>
              <a:defRPr/>
            </a:pPr>
            <a:r>
              <a:rPr kumimoji="0" lang="zh-CN" altLang="en-US" sz="2200" b="0" i="0" u="none" strike="noStrike" kern="0" cap="none" spc="0" normalizeH="0" baseline="0" noProof="0" dirty="0" smtClean="0">
                <a:ln>
                  <a:noFill/>
                </a:ln>
                <a:solidFill>
                  <a:schemeClr val="bg1"/>
                </a:solidFill>
                <a:effectLst/>
                <a:uLnTx/>
                <a:uFillTx/>
                <a:latin typeface="黑体" pitchFamily="49" charset="-122"/>
                <a:ea typeface="+mn-ea"/>
                <a:cs typeface="+mn-cs"/>
              </a:rPr>
              <a:t>   第七单元：发展心理学简史</a:t>
            </a:r>
            <a:endParaRPr kumimoji="0" lang="en-US" altLang="zh-CN" sz="2200" b="0" i="0" u="none" strike="noStrike" kern="0" cap="none" spc="0" normalizeH="0" baseline="0" noProof="0" dirty="0" smtClean="0">
              <a:ln>
                <a:noFill/>
              </a:ln>
              <a:solidFill>
                <a:schemeClr val="bg1"/>
              </a:solidFill>
              <a:effectLst/>
              <a:uLnTx/>
              <a:uFillTx/>
              <a:latin typeface="黑体" pitchFamily="49" charset="-122"/>
              <a:ea typeface="+mn-ea"/>
              <a:cs typeface="+mn-cs"/>
            </a:endParaRPr>
          </a:p>
          <a:p>
            <a:pPr marL="0" marR="0" lvl="0" indent="0" algn="l" defTabSz="914400" rtl="0" eaLnBrk="0" fontAlgn="base" latinLnBrk="0" hangingPunct="0">
              <a:lnSpc>
                <a:spcPts val="4000"/>
              </a:lnSpc>
              <a:spcBef>
                <a:spcPct val="20000"/>
              </a:spcBef>
              <a:spcAft>
                <a:spcPct val="0"/>
              </a:spcAft>
              <a:buClrTx/>
              <a:buSzTx/>
              <a:buFont typeface="Arial" charset="0"/>
              <a:buNone/>
              <a:defRPr/>
            </a:pPr>
            <a:r>
              <a:rPr kumimoji="0" lang="zh-CN" altLang="en-US" sz="2200" b="0" i="0" u="none" strike="noStrike" kern="0" cap="none" spc="0" normalizeH="0" baseline="0" noProof="0" dirty="0" smtClean="0">
                <a:ln>
                  <a:noFill/>
                </a:ln>
                <a:solidFill>
                  <a:schemeClr val="bg1"/>
                </a:solidFill>
                <a:effectLst/>
                <a:uLnTx/>
                <a:uFillTx/>
                <a:latin typeface="黑体" pitchFamily="49" charset="-122"/>
                <a:ea typeface="+mn-ea"/>
                <a:cs typeface="+mn-cs"/>
              </a:rPr>
              <a:t>   第三单元：心理发展的动因</a:t>
            </a:r>
            <a:endParaRPr kumimoji="0" lang="en-US" altLang="en-US" sz="2200" b="0" i="0" u="none" strike="noStrike" kern="0" cap="none" spc="0" normalizeH="0" baseline="0" noProof="0" dirty="0" smtClean="0">
              <a:ln>
                <a:noFill/>
              </a:ln>
              <a:solidFill>
                <a:schemeClr val="bg1"/>
              </a:solidFill>
              <a:effectLst/>
              <a:uLnTx/>
              <a:uFillTx/>
              <a:latin typeface="黑体" pitchFamily="49" charset="-122"/>
              <a:ea typeface="+mn-ea"/>
              <a:cs typeface="+mn-cs"/>
            </a:endParaRPr>
          </a:p>
          <a:p>
            <a:pPr marL="0" marR="0" lvl="0" indent="0" algn="l" defTabSz="914400" rtl="0" eaLnBrk="0" fontAlgn="base" latinLnBrk="0" hangingPunct="0">
              <a:lnSpc>
                <a:spcPts val="4000"/>
              </a:lnSpc>
              <a:spcBef>
                <a:spcPct val="20000"/>
              </a:spcBef>
              <a:spcAft>
                <a:spcPct val="0"/>
              </a:spcAft>
              <a:buClrTx/>
              <a:buSzTx/>
              <a:buFont typeface="Arial" charset="0"/>
              <a:buNone/>
              <a:defRPr/>
            </a:pPr>
            <a:r>
              <a:rPr kumimoji="0" lang="zh-CN" altLang="en-US" sz="2200" b="0" i="0" u="none" strike="noStrike" kern="0" cap="none" spc="0" normalizeH="0" baseline="0" noProof="0" dirty="0" smtClean="0">
                <a:ln>
                  <a:noFill/>
                </a:ln>
                <a:solidFill>
                  <a:schemeClr val="bg1"/>
                </a:solidFill>
                <a:effectLst/>
                <a:uLnTx/>
                <a:uFillTx/>
                <a:latin typeface="黑体" pitchFamily="49" charset="-122"/>
                <a:ea typeface="+mn-ea"/>
                <a:cs typeface="+mn-cs"/>
              </a:rPr>
              <a:t>   第四单元：心理发展过程</a:t>
            </a:r>
            <a:endParaRPr kumimoji="0" lang="en-US" altLang="en-US" sz="2200" b="0" i="0" u="none" strike="noStrike" kern="0" cap="none" spc="0" normalizeH="0" baseline="0" noProof="0" dirty="0" smtClean="0">
              <a:ln>
                <a:noFill/>
              </a:ln>
              <a:solidFill>
                <a:schemeClr val="bg1"/>
              </a:solidFill>
              <a:effectLst/>
              <a:uLnTx/>
              <a:uFillTx/>
              <a:latin typeface="黑体" pitchFamily="49" charset="-122"/>
              <a:ea typeface="+mn-ea"/>
              <a:cs typeface="+mn-cs"/>
            </a:endParaRPr>
          </a:p>
          <a:p>
            <a:pPr marL="0" marR="0" lvl="0" indent="0" algn="l" defTabSz="914400" rtl="0" eaLnBrk="0" fontAlgn="base" latinLnBrk="0" hangingPunct="0">
              <a:lnSpc>
                <a:spcPts val="4000"/>
              </a:lnSpc>
              <a:spcBef>
                <a:spcPct val="20000"/>
              </a:spcBef>
              <a:spcAft>
                <a:spcPct val="0"/>
              </a:spcAft>
              <a:buClrTx/>
              <a:buSzTx/>
              <a:buFont typeface="Arial" charset="0"/>
              <a:buNone/>
              <a:defRPr/>
            </a:pPr>
            <a:r>
              <a:rPr kumimoji="0" lang="zh-CN" altLang="en-US" sz="2200" b="0" i="0" u="none" strike="noStrike" kern="0" cap="none" spc="0" normalizeH="0" baseline="0" noProof="0" dirty="0" smtClean="0">
                <a:ln>
                  <a:noFill/>
                </a:ln>
                <a:solidFill>
                  <a:schemeClr val="bg1"/>
                </a:solidFill>
                <a:effectLst/>
                <a:uLnTx/>
                <a:uFillTx/>
                <a:latin typeface="黑体" pitchFamily="49" charset="-122"/>
                <a:ea typeface="+mn-ea"/>
                <a:cs typeface="+mn-cs"/>
              </a:rPr>
              <a:t>   第五单元：心理发展的内动力和外动力的关系</a:t>
            </a:r>
            <a:endParaRPr kumimoji="0" lang="en-US" altLang="en-US" sz="2200" b="0" i="0" u="none" strike="noStrike" kern="0" cap="none" spc="0" normalizeH="0" baseline="0" noProof="0" dirty="0" smtClean="0">
              <a:ln>
                <a:noFill/>
              </a:ln>
              <a:solidFill>
                <a:schemeClr val="bg1"/>
              </a:solidFill>
              <a:effectLst/>
              <a:uLnTx/>
              <a:uFillTx/>
              <a:latin typeface="黑体" pitchFamily="49" charset="-122"/>
              <a:ea typeface="+mn-ea"/>
              <a:cs typeface="+mn-cs"/>
            </a:endParaRPr>
          </a:p>
          <a:p>
            <a:pPr marL="0" marR="0" lvl="0" indent="0" algn="l" defTabSz="914400" rtl="0" eaLnBrk="0" fontAlgn="base" latinLnBrk="0" hangingPunct="0">
              <a:lnSpc>
                <a:spcPts val="4000"/>
              </a:lnSpc>
              <a:spcBef>
                <a:spcPct val="20000"/>
              </a:spcBef>
              <a:spcAft>
                <a:spcPct val="0"/>
              </a:spcAft>
              <a:buClrTx/>
              <a:buSzTx/>
              <a:buFont typeface="Arial" charset="0"/>
              <a:buNone/>
              <a:defRPr/>
            </a:pPr>
            <a:r>
              <a:rPr kumimoji="0" lang="zh-CN" altLang="en-US" sz="2200" b="0" i="0" u="none" strike="noStrike" kern="0" cap="none" spc="0" normalizeH="0" baseline="0" noProof="0" dirty="0" smtClean="0">
                <a:ln>
                  <a:noFill/>
                </a:ln>
                <a:solidFill>
                  <a:schemeClr val="bg1"/>
                </a:solidFill>
                <a:effectLst/>
                <a:uLnTx/>
                <a:uFillTx/>
                <a:latin typeface="黑体" pitchFamily="49" charset="-122"/>
                <a:ea typeface="+mn-ea"/>
                <a:cs typeface="+mn-cs"/>
              </a:rPr>
              <a:t>   第六单元：儿童早期心理发展的关键期</a:t>
            </a:r>
            <a:endParaRPr kumimoji="0" lang="zh-CN" altLang="en-US" sz="2200" b="0" i="0" u="none" strike="noStrike" kern="0" cap="none" spc="0" normalizeH="0" baseline="0" noProof="0" dirty="0" smtClean="0">
              <a:ln>
                <a:noFill/>
              </a:ln>
              <a:solidFill>
                <a:schemeClr val="bg1"/>
              </a:solidFill>
              <a:effectLst/>
              <a:uLnTx/>
              <a:uFillTx/>
              <a:latin typeface="黑体" pitchFamily="49" charset="-122"/>
              <a:ea typeface="+mn-ea"/>
              <a:cs typeface="+mn-cs"/>
            </a:endParaRPr>
          </a:p>
          <a:p>
            <a:pPr marL="0" marR="0" lvl="0" indent="0" algn="l" defTabSz="914400" rtl="0" eaLnBrk="0" fontAlgn="base" latinLnBrk="0" hangingPunct="0">
              <a:lnSpc>
                <a:spcPts val="4000"/>
              </a:lnSpc>
              <a:spcBef>
                <a:spcPct val="20000"/>
              </a:spcBef>
              <a:spcAft>
                <a:spcPct val="0"/>
              </a:spcAft>
              <a:buClrTx/>
              <a:buSzTx/>
              <a:buFont typeface="Arial" charset="0"/>
              <a:buNone/>
              <a:defRPr/>
            </a:pPr>
            <a:endParaRPr kumimoji="0" lang="en-US" sz="2200" b="0" i="0" u="none" strike="noStrike" kern="0" cap="none" spc="0" normalizeH="0" baseline="0" noProof="0" dirty="0" smtClean="0">
              <a:ln>
                <a:noFill/>
              </a:ln>
              <a:solidFill>
                <a:schemeClr val="bg1"/>
              </a:solidFill>
              <a:effectLst/>
              <a:uLnTx/>
              <a:uFillTx/>
              <a:latin typeface="黑体" pitchFamily="49" charset="-122"/>
              <a:ea typeface="+mn-ea"/>
              <a:cs typeface="+mn-cs"/>
            </a:endParaRPr>
          </a:p>
          <a:p>
            <a:pPr marL="0" marR="0" lvl="0" indent="0" algn="l" defTabSz="914400" rtl="0" eaLnBrk="0" fontAlgn="base" latinLnBrk="0" hangingPunct="0">
              <a:lnSpc>
                <a:spcPts val="4000"/>
              </a:lnSpc>
              <a:spcBef>
                <a:spcPct val="20000"/>
              </a:spcBef>
              <a:spcAft>
                <a:spcPct val="0"/>
              </a:spcAft>
              <a:buClrTx/>
              <a:buSzTx/>
              <a:buFont typeface="Arial" charset="0"/>
              <a:buNone/>
              <a:defRPr/>
            </a:pPr>
            <a:endParaRPr kumimoji="0" lang="en-US" sz="2200" b="0" i="0" u="none" strike="noStrike" kern="0" cap="none" spc="0" normalizeH="0" baseline="0" noProof="0" dirty="0" smtClean="0">
              <a:ln>
                <a:noFill/>
              </a:ln>
              <a:solidFill>
                <a:schemeClr val="bg1"/>
              </a:solidFill>
              <a:effectLst/>
              <a:uLnTx/>
              <a:uFillTx/>
              <a:latin typeface="黑体" pitchFamily="49" charset="-122"/>
              <a:ea typeface="+mn-ea"/>
              <a:cs typeface="+mn-cs"/>
            </a:endParaRPr>
          </a:p>
          <a:p>
            <a:pPr marL="0" marR="0" lvl="0" indent="0" algn="l" defTabSz="914400" rtl="0" eaLnBrk="0" fontAlgn="base" latinLnBrk="0" hangingPunct="0">
              <a:lnSpc>
                <a:spcPts val="4000"/>
              </a:lnSpc>
              <a:spcBef>
                <a:spcPct val="20000"/>
              </a:spcBef>
              <a:spcAft>
                <a:spcPct val="0"/>
              </a:spcAft>
              <a:buClrTx/>
              <a:buSzTx/>
              <a:buFont typeface="Arial" charset="0"/>
              <a:buNone/>
              <a:defRPr/>
            </a:pPr>
            <a:endParaRPr kumimoji="0" lang="en-US" sz="2200" b="0" i="0" u="none" strike="noStrike" kern="0" cap="none" spc="0" normalizeH="0" baseline="0" noProof="0" dirty="0" smtClean="0">
              <a:ln>
                <a:noFill/>
              </a:ln>
              <a:solidFill>
                <a:schemeClr val="bg1"/>
              </a:solidFill>
              <a:effectLst/>
              <a:uLnTx/>
              <a:uFillTx/>
              <a:latin typeface="黑体" pitchFamily="49" charset="-122"/>
              <a:ea typeface="+mn-ea"/>
              <a:cs typeface="+mn-cs"/>
            </a:endParaRPr>
          </a:p>
          <a:p>
            <a:pPr marL="342900" marR="0" lvl="0" indent="-342900" algn="l" defTabSz="914400" rtl="0" eaLnBrk="0" fontAlgn="base" latinLnBrk="0" hangingPunct="0">
              <a:lnSpc>
                <a:spcPts val="4000"/>
              </a:lnSpc>
              <a:spcBef>
                <a:spcPct val="20000"/>
              </a:spcBef>
              <a:spcAft>
                <a:spcPct val="0"/>
              </a:spcAft>
              <a:buClrTx/>
              <a:buSzTx/>
              <a:buFont typeface="Arial" charset="0"/>
              <a:buNone/>
              <a:defRPr/>
            </a:pPr>
            <a:endParaRPr kumimoji="0" lang="en-US" altLang="zh-CN" sz="2200" b="0" i="0" u="none" strike="noStrike" kern="0" cap="none" spc="0" normalizeH="0" baseline="0" noProof="0" dirty="0" smtClean="0">
              <a:ln>
                <a:noFill/>
              </a:ln>
              <a:solidFill>
                <a:schemeClr val="bg1"/>
              </a:solidFill>
              <a:effectLst/>
              <a:uLnTx/>
              <a:uFillTx/>
              <a:latin typeface="+mn-lt"/>
              <a:ea typeface="+mn-ea"/>
              <a:cs typeface="+mn-cs"/>
            </a:endParaRPr>
          </a:p>
          <a:p>
            <a:pPr marL="342900" marR="0" lvl="0" indent="-342900" algn="l" defTabSz="914400" rtl="0" eaLnBrk="0" fontAlgn="base" latinLnBrk="0" hangingPunct="0">
              <a:lnSpc>
                <a:spcPts val="4000"/>
              </a:lnSpc>
              <a:spcBef>
                <a:spcPct val="20000"/>
              </a:spcBef>
              <a:spcAft>
                <a:spcPct val="0"/>
              </a:spcAft>
              <a:buClrTx/>
              <a:buSzTx/>
              <a:buFont typeface="Arial" charset="0"/>
              <a:buNone/>
              <a:defRPr/>
            </a:pPr>
            <a:endParaRPr kumimoji="0" lang="zh-CN" altLang="en-US" sz="2200" b="0" i="0" u="none" strike="noStrike" kern="0" cap="none" spc="0" normalizeH="0" baseline="0" noProof="0" dirty="0" smtClean="0">
              <a:ln>
                <a:noFill/>
              </a:ln>
              <a:solidFill>
                <a:schemeClr val="bg1"/>
              </a:solidFill>
              <a:effectLst/>
              <a:uLnTx/>
              <a:uFillTx/>
              <a:latin typeface="+mn-lt"/>
              <a:ea typeface="+mn-ea"/>
              <a:cs typeface="+mn-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5" name="内容占位符 2"/>
          <p:cNvSpPr>
            <a14:cpLocks xmlns:a14="http://schemas.microsoft.com/office/drawing/2010/main" noGrp="1"/>
          </p:cNvSpPr>
          <p:nvPr>
            <p:ph idx="1"/>
          </p:nvPr>
        </p:nvSpPr>
        <p:spPr>
          <a:xfrm>
            <a:off x="755650" y="1047750"/>
            <a:ext cx="10869613" cy="4570413"/>
          </a:xfrm>
          <a:ln/>
        </p:spPr>
        <p:txBody>
          <a:bodyPr wrap="square" lIns="91440" tIns="45720" rIns="91440" bIns="45720" anchor="t"/>
          <a:p>
            <a:pPr>
              <a:buNone/>
            </a:pPr>
            <a:r>
              <a:rPr lang="en-US" altLang="zh-CN" dirty="0">
                <a:solidFill>
                  <a:srgbClr val="00FFFF"/>
                </a:solidFill>
              </a:rPr>
              <a:t>[</a:t>
            </a:r>
            <a:r>
              <a:rPr lang="zh-CN" altLang="en-US" dirty="0">
                <a:solidFill>
                  <a:srgbClr val="00FFFF"/>
                </a:solidFill>
              </a:rPr>
              <a:t>考点</a:t>
            </a:r>
            <a:r>
              <a:rPr lang="en-US" altLang="zh-CN" dirty="0">
                <a:solidFill>
                  <a:srgbClr val="00FFFF"/>
                </a:solidFill>
              </a:rPr>
              <a:t>]</a:t>
            </a:r>
            <a:endParaRPr lang="en-US" altLang="zh-CN" dirty="0">
              <a:solidFill>
                <a:srgbClr val="00FFFF"/>
              </a:solidFill>
            </a:endParaRPr>
          </a:p>
          <a:p>
            <a:pPr>
              <a:buNone/>
            </a:pPr>
            <a:r>
              <a:rPr lang="en-US" altLang="zh-CN" dirty="0"/>
              <a:t>       1</a:t>
            </a:r>
            <a:r>
              <a:rPr lang="zh-CN" altLang="en-US" dirty="0"/>
              <a:t>、心理发展的性质</a:t>
            </a:r>
            <a:endParaRPr lang="en-US" altLang="zh-CN" dirty="0"/>
          </a:p>
          <a:p>
            <a:pPr>
              <a:buNone/>
            </a:pPr>
            <a:r>
              <a:rPr lang="en-US" altLang="zh-CN" dirty="0"/>
              <a:t>       2</a:t>
            </a:r>
            <a:r>
              <a:rPr lang="zh-CN" altLang="en-US" dirty="0"/>
              <a:t>、社会学习理论（儿童习、得社会行为的主要方式）</a:t>
            </a:r>
            <a:endParaRPr lang="en-US" altLang="zh-CN" dirty="0"/>
          </a:p>
          <a:p>
            <a:pPr>
              <a:buNone/>
            </a:pPr>
            <a:r>
              <a:rPr lang="en-US" altLang="zh-CN" dirty="0"/>
              <a:t>       3</a:t>
            </a:r>
            <a:r>
              <a:rPr lang="zh-CN" altLang="en-US" dirty="0"/>
              <a:t>、维果斯基提出的教育、教学与心理发展的关系</a:t>
            </a:r>
            <a:endParaRPr lang="en-US" altLang="zh-CN" dirty="0"/>
          </a:p>
          <a:p>
            <a:pPr>
              <a:buNone/>
            </a:pPr>
            <a:r>
              <a:rPr lang="en-US" altLang="zh-CN" dirty="0"/>
              <a:t>       4</a:t>
            </a:r>
            <a:r>
              <a:rPr lang="zh-CN" altLang="en-US" dirty="0"/>
              <a:t>、皮亚杰的主动建构学说和他提出的影响心理发展的因素</a:t>
            </a:r>
            <a:endParaRPr lang="en-US" altLang="zh-CN" dirty="0"/>
          </a:p>
          <a:p>
            <a:pPr>
              <a:buNone/>
            </a:pPr>
            <a:r>
              <a:rPr lang="en-US" altLang="zh-CN" dirty="0"/>
              <a:t>       5</a:t>
            </a:r>
            <a:r>
              <a:rPr lang="zh-CN" altLang="en-US" dirty="0"/>
              <a:t>、皮亚杰的认知发展阶段</a:t>
            </a:r>
            <a:endParaRPr lang="en-US" altLang="zh-CN" dirty="0"/>
          </a:p>
          <a:p>
            <a:pPr>
              <a:buNone/>
            </a:pPr>
            <a:r>
              <a:rPr lang="en-US" altLang="zh-CN" dirty="0"/>
              <a:t>       6</a:t>
            </a:r>
            <a:r>
              <a:rPr lang="zh-CN" altLang="en-US" dirty="0"/>
              <a:t>、埃里克森的人格发展阶段</a:t>
            </a:r>
            <a:endParaRPr lang="en-US" altLang="zh-CN" dirty="0"/>
          </a:p>
          <a:p>
            <a:pPr>
              <a:buNone/>
            </a:pPr>
            <a:r>
              <a:rPr lang="en-US" altLang="zh-CN" dirty="0"/>
              <a:t>       7</a:t>
            </a:r>
            <a:r>
              <a:rPr lang="zh-CN" altLang="en-US" dirty="0"/>
              <a:t>、科学儿童心理学诞生的标志</a:t>
            </a:r>
            <a:endParaRPr lang="en-US" altLang="zh-CN" dirty="0"/>
          </a:p>
          <a:p>
            <a:pPr>
              <a:buNone/>
            </a:pPr>
            <a:endParaRPr lang="zh-CN"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9" name="标题 1"/>
          <p:cNvSpPr>
            <a14:cpLocks xmlns:a14="http://schemas.microsoft.com/office/drawing/2010/main" noGrp="1"/>
          </p:cNvSpPr>
          <p:nvPr>
            <p:ph type="title"/>
          </p:nvPr>
        </p:nvSpPr>
        <p:spPr>
          <a:xfrm>
            <a:off x="1300163" y="314325"/>
            <a:ext cx="8550275" cy="695325"/>
          </a:xfrm>
          <a:ln/>
        </p:spPr>
        <p:txBody>
          <a:bodyPr wrap="square" lIns="91440" tIns="45720" rIns="91440" bIns="45720" anchor="ctr"/>
          <a:p>
            <a:pPr lvl="0" algn="l"/>
            <a:r>
              <a:rPr lang="zh-CN" altLang="en-US" b="1" dirty="0">
                <a:solidFill>
                  <a:srgbClr val="FFFF00"/>
                </a:solidFill>
                <a:latin typeface="黑体" pitchFamily="49" charset="-122"/>
              </a:rPr>
              <a:t>第一单元 发展心理学的研究对象</a:t>
            </a:r>
            <a:endParaRPr lang="zh-CN" altLang="en-US" b="1" dirty="0">
              <a:solidFill>
                <a:srgbClr val="FFFF00"/>
              </a:solidFill>
              <a:latin typeface="黑体" pitchFamily="49" charset="-122"/>
            </a:endParaRPr>
          </a:p>
        </p:txBody>
      </p:sp>
      <p:sp>
        <p:nvSpPr>
          <p:cNvPr id="12290" name="内容占位符 2"/>
          <p:cNvSpPr>
            <a14:cpLocks xmlns:a14="http://schemas.microsoft.com/office/drawing/2010/main" noGrp="1"/>
          </p:cNvSpPr>
          <p:nvPr>
            <p:ph idx="4294967295"/>
          </p:nvPr>
        </p:nvSpPr>
        <p:spPr>
          <a:xfrm>
            <a:off x="1300163" y="957263"/>
            <a:ext cx="9144000" cy="4143375"/>
          </a:xfrm>
          <a:ln/>
        </p:spPr>
        <p:txBody>
          <a:bodyPr wrap="square" lIns="91440" tIns="45720" rIns="91440" bIns="45720" anchor="t"/>
          <a:p>
            <a:pPr marL="0" lvl="0" indent="0">
              <a:lnSpc>
                <a:spcPts val="3500"/>
              </a:lnSpc>
              <a:buNone/>
            </a:pPr>
            <a:r>
              <a:rPr lang="zh-CN" altLang="en-US" dirty="0">
                <a:solidFill>
                  <a:srgbClr val="FFFF00"/>
                </a:solidFill>
                <a:latin typeface="黑体" pitchFamily="49" charset="-122"/>
              </a:rPr>
              <a:t>一、心理发展的内涵和性质</a:t>
            </a:r>
            <a:endParaRPr lang="en-US" altLang="x-none" dirty="0">
              <a:solidFill>
                <a:srgbClr val="FFFF00"/>
              </a:solidFill>
              <a:latin typeface="黑体" pitchFamily="49" charset="-122"/>
            </a:endParaRPr>
          </a:p>
          <a:p>
            <a:pPr marL="0" lvl="0" indent="0">
              <a:lnSpc>
                <a:spcPts val="3500"/>
              </a:lnSpc>
              <a:buNone/>
            </a:pPr>
            <a:r>
              <a:rPr lang="zh-CN" altLang="en-US" dirty="0">
                <a:solidFill>
                  <a:srgbClr val="00FFCC"/>
                </a:solidFill>
                <a:latin typeface="黑体" pitchFamily="49" charset="-122"/>
              </a:rPr>
              <a:t>（一） 心理发展的内涵</a:t>
            </a:r>
            <a:endParaRPr lang="en-US" altLang="x-none" dirty="0">
              <a:solidFill>
                <a:srgbClr val="00FFCC"/>
              </a:solidFill>
              <a:latin typeface="黑体" pitchFamily="49" charset="-122"/>
            </a:endParaRPr>
          </a:p>
          <a:p>
            <a:pPr marL="0" lvl="0" indent="0">
              <a:lnSpc>
                <a:spcPts val="3500"/>
              </a:lnSpc>
              <a:buNone/>
            </a:pPr>
            <a:r>
              <a:rPr lang="zh-CN" altLang="en-US" dirty="0">
                <a:solidFill>
                  <a:srgbClr val="66FFFF"/>
                </a:solidFill>
                <a:latin typeface="黑体" pitchFamily="49" charset="-122"/>
              </a:rPr>
              <a:t>广义</a:t>
            </a:r>
            <a:endParaRPr lang="en-US" altLang="x-none" dirty="0">
              <a:solidFill>
                <a:srgbClr val="66FFFF"/>
              </a:solidFill>
              <a:latin typeface="黑体" pitchFamily="49" charset="-122"/>
            </a:endParaRPr>
          </a:p>
          <a:p>
            <a:pPr marL="0" lvl="0" indent="0">
              <a:lnSpc>
                <a:spcPts val="3500"/>
              </a:lnSpc>
              <a:buNone/>
            </a:pPr>
            <a:r>
              <a:rPr lang="en-US" altLang="x-none" dirty="0">
                <a:latin typeface="黑体" pitchFamily="49" charset="-122"/>
              </a:rPr>
              <a:t>    </a:t>
            </a:r>
            <a:r>
              <a:rPr lang="zh-CN" altLang="en-US" dirty="0">
                <a:latin typeface="黑体" pitchFamily="49" charset="-122"/>
              </a:rPr>
              <a:t>心理种系发展：动物心理发展</a:t>
            </a:r>
            <a:r>
              <a:rPr lang="en-US" altLang="zh-CN" dirty="0">
                <a:latin typeface="黑体" pitchFamily="49" charset="-122"/>
              </a:rPr>
              <a:t>-</a:t>
            </a:r>
            <a:r>
              <a:rPr lang="zh-CN" altLang="en-US" dirty="0">
                <a:latin typeface="黑体" pitchFamily="49" charset="-122"/>
              </a:rPr>
              <a:t>比较心理学</a:t>
            </a:r>
            <a:endParaRPr lang="en-US" altLang="x-none" dirty="0">
              <a:latin typeface="黑体" pitchFamily="49" charset="-122"/>
            </a:endParaRPr>
          </a:p>
          <a:p>
            <a:pPr marL="0" lvl="0" indent="0">
              <a:lnSpc>
                <a:spcPts val="3500"/>
              </a:lnSpc>
              <a:buNone/>
            </a:pPr>
            <a:r>
              <a:rPr lang="en-US" altLang="x-none" dirty="0">
                <a:latin typeface="黑体" pitchFamily="49" charset="-122"/>
              </a:rPr>
              <a:t>    </a:t>
            </a:r>
            <a:r>
              <a:rPr lang="zh-CN" altLang="en-US" dirty="0">
                <a:latin typeface="黑体" pitchFamily="49" charset="-122"/>
              </a:rPr>
              <a:t>心理种族发展：人类心理的历史发展</a:t>
            </a:r>
            <a:r>
              <a:rPr lang="en-US" altLang="zh-CN" dirty="0">
                <a:latin typeface="黑体" pitchFamily="49" charset="-122"/>
              </a:rPr>
              <a:t>-</a:t>
            </a:r>
            <a:r>
              <a:rPr lang="zh-CN" altLang="en-US" dirty="0">
                <a:latin typeface="黑体" pitchFamily="49" charset="-122"/>
              </a:rPr>
              <a:t>民族心理学</a:t>
            </a:r>
            <a:endParaRPr lang="en-US" altLang="x-none" dirty="0">
              <a:latin typeface="黑体" pitchFamily="49" charset="-122"/>
            </a:endParaRPr>
          </a:p>
          <a:p>
            <a:pPr marL="0" lvl="0" indent="0">
              <a:lnSpc>
                <a:spcPts val="3500"/>
              </a:lnSpc>
              <a:buNone/>
            </a:pPr>
            <a:r>
              <a:rPr lang="en-US" altLang="x-none" dirty="0">
                <a:latin typeface="黑体" pitchFamily="49" charset="-122"/>
              </a:rPr>
              <a:t>    </a:t>
            </a:r>
            <a:r>
              <a:rPr lang="zh-CN" altLang="en-US" dirty="0">
                <a:latin typeface="黑体" pitchFamily="49" charset="-122"/>
              </a:rPr>
              <a:t>个体心理发展：个人心理发展</a:t>
            </a:r>
            <a:endParaRPr lang="en-US" altLang="x-none" dirty="0">
              <a:latin typeface="黑体" pitchFamily="49" charset="-122"/>
            </a:endParaRPr>
          </a:p>
          <a:p>
            <a:pPr marL="0" lvl="0" indent="0">
              <a:lnSpc>
                <a:spcPts val="3500"/>
              </a:lnSpc>
              <a:buNone/>
            </a:pPr>
            <a:r>
              <a:rPr lang="zh-CN" altLang="en-US" dirty="0">
                <a:solidFill>
                  <a:srgbClr val="66FFFF"/>
                </a:solidFill>
                <a:latin typeface="黑体" pitchFamily="49" charset="-122"/>
              </a:rPr>
              <a:t>狭义</a:t>
            </a:r>
            <a:endParaRPr lang="en-US" altLang="x-none" dirty="0">
              <a:solidFill>
                <a:srgbClr val="66FFFF"/>
              </a:solidFill>
              <a:latin typeface="黑体" pitchFamily="49" charset="-122"/>
            </a:endParaRPr>
          </a:p>
          <a:p>
            <a:pPr marL="0" lvl="0" indent="0">
              <a:lnSpc>
                <a:spcPts val="3500"/>
              </a:lnSpc>
              <a:buNone/>
            </a:pPr>
            <a:r>
              <a:rPr lang="en-US" altLang="x-none" dirty="0">
                <a:latin typeface="黑体" pitchFamily="49" charset="-122"/>
              </a:rPr>
              <a:t>    </a:t>
            </a:r>
            <a:r>
              <a:rPr lang="zh-CN" altLang="en-US" dirty="0">
                <a:solidFill>
                  <a:srgbClr val="FFC000"/>
                </a:solidFill>
                <a:latin typeface="黑体" pitchFamily="49" charset="-122"/>
              </a:rPr>
              <a:t>个体心理发展：个体从出生到衰亡的整个过程中心理发展。</a:t>
            </a:r>
            <a:endParaRPr lang="en-US" altLang="x-none" dirty="0">
              <a:solidFill>
                <a:srgbClr val="FFC000"/>
              </a:solidFill>
              <a:latin typeface="黑体" pitchFamily="49" charset="-122"/>
            </a:endParaRPr>
          </a:p>
          <a:p>
            <a:pPr marL="0" lvl="0" indent="0">
              <a:lnSpc>
                <a:spcPts val="3500"/>
              </a:lnSpc>
              <a:buNone/>
            </a:pPr>
            <a:r>
              <a:rPr lang="en-US" altLang="x-none" dirty="0">
                <a:solidFill>
                  <a:srgbClr val="FFC000"/>
                </a:solidFill>
                <a:latin typeface="黑体" pitchFamily="49" charset="-122"/>
              </a:rPr>
              <a:t>    </a:t>
            </a:r>
            <a:endParaRPr lang="zh-CN" altLang="en-US" dirty="0">
              <a:solidFill>
                <a:srgbClr val="FFC000"/>
              </a:solidFill>
              <a:latin typeface="黑体" pitchFamily="49" charset="-122"/>
            </a:endParaRPr>
          </a:p>
        </p:txBody>
      </p:sp>
      <p:pic>
        <p:nvPicPr>
          <p:cNvPr id="12291" name="Picture 2" descr="19_5413_a0368b64e7ba7e5"/>
          <p:cNvPicPr>
            <a:picLocks noChangeAspect="1"/>
          </p:cNvPicPr>
          <p:nvPr/>
        </p:nvPicPr>
        <p:blipFill>
          <a:blip r:embed="rId1"/>
          <a:stretch>
            <a:fillRect/>
          </a:stretch>
        </p:blipFill>
        <p:spPr>
          <a:xfrm>
            <a:off x="7372350" y="5029200"/>
            <a:ext cx="1335088" cy="1798638"/>
          </a:xfrm>
          <a:prstGeom prst="rect">
            <a:avLst/>
          </a:prstGeom>
          <a:noFill/>
          <a:ln w="9525">
            <a:noFill/>
          </a:ln>
        </p:spPr>
      </p:pic>
      <p:pic>
        <p:nvPicPr>
          <p:cNvPr id="12292" name="Picture 5" descr="生长发育1"/>
          <p:cNvPicPr>
            <a:picLocks noChangeAspect="1"/>
          </p:cNvPicPr>
          <p:nvPr/>
        </p:nvPicPr>
        <p:blipFill>
          <a:blip r:embed="rId2">
            <a:lum bright="6000"/>
          </a:blip>
          <a:stretch>
            <a:fillRect/>
          </a:stretch>
        </p:blipFill>
        <p:spPr>
          <a:xfrm>
            <a:off x="3228975" y="5529263"/>
            <a:ext cx="1046163" cy="862012"/>
          </a:xfrm>
          <a:prstGeom prst="rect">
            <a:avLst/>
          </a:prstGeom>
          <a:noFill/>
          <a:ln w="9525">
            <a:noFill/>
          </a:ln>
        </p:spPr>
      </p:pic>
      <p:pic>
        <p:nvPicPr>
          <p:cNvPr id="12293" name="Picture 6" descr="12周的胎儿"/>
          <p:cNvPicPr>
            <a:picLocks noChangeAspect="1"/>
          </p:cNvPicPr>
          <p:nvPr/>
        </p:nvPicPr>
        <p:blipFill>
          <a:blip r:embed="rId3"/>
          <a:stretch>
            <a:fillRect/>
          </a:stretch>
        </p:blipFill>
        <p:spPr>
          <a:xfrm>
            <a:off x="1585913" y="5457825"/>
            <a:ext cx="1122362" cy="928688"/>
          </a:xfrm>
          <a:prstGeom prst="rect">
            <a:avLst/>
          </a:prstGeom>
          <a:noFill/>
          <a:ln w="9525">
            <a:noFill/>
          </a:ln>
        </p:spPr>
      </p:pic>
      <p:pic>
        <p:nvPicPr>
          <p:cNvPr id="12294" name="Picture 7" descr="生长发育5"/>
          <p:cNvPicPr>
            <a:picLocks noChangeAspect="1"/>
          </p:cNvPicPr>
          <p:nvPr/>
        </p:nvPicPr>
        <p:blipFill>
          <a:blip r:embed="rId4"/>
          <a:stretch>
            <a:fillRect/>
          </a:stretch>
        </p:blipFill>
        <p:spPr>
          <a:xfrm>
            <a:off x="4800600" y="5243513"/>
            <a:ext cx="847725" cy="1295400"/>
          </a:xfrm>
          <a:prstGeom prst="rect">
            <a:avLst/>
          </a:prstGeom>
          <a:noFill/>
          <a:ln w="9525">
            <a:noFill/>
          </a:ln>
        </p:spPr>
      </p:pic>
      <p:pic>
        <p:nvPicPr>
          <p:cNvPr id="12295" name="Picture 8" descr="生长发育9"/>
          <p:cNvPicPr>
            <a:picLocks noChangeAspect="1"/>
          </p:cNvPicPr>
          <p:nvPr/>
        </p:nvPicPr>
        <p:blipFill>
          <a:blip r:embed="rId5"/>
          <a:stretch>
            <a:fillRect/>
          </a:stretch>
        </p:blipFill>
        <p:spPr>
          <a:xfrm>
            <a:off x="6086475" y="5243513"/>
            <a:ext cx="755650" cy="1371600"/>
          </a:xfrm>
          <a:prstGeom prst="rect">
            <a:avLst/>
          </a:prstGeom>
          <a:noFill/>
          <a:ln w="9525">
            <a:noFill/>
          </a:ln>
        </p:spPr>
      </p:pic>
      <p:sp>
        <p:nvSpPr>
          <p:cNvPr id="9" name="AutoShape 9"/>
          <p:cNvSpPr>
            <a14:cpLocks xmlns:a14="http://schemas.microsoft.com/office/drawing/2010/main" noChangeArrowheads="1"/>
          </p:cNvSpPr>
          <p:nvPr/>
        </p:nvSpPr>
        <p:spPr bwMode="auto">
          <a:xfrm rot="16200000">
            <a:off x="2851150" y="5794375"/>
            <a:ext cx="327025" cy="428625"/>
          </a:xfrm>
          <a:prstGeom prst="downArrow">
            <a:avLst>
              <a:gd name="adj1" fmla="val 50000"/>
              <a:gd name="adj2" fmla="val 32767"/>
            </a:avLst>
          </a:prstGeom>
        </p:spPr>
        <p:style>
          <a:lnRef idx="2">
            <a:schemeClr val="accent6">
              <a:shade val="50000"/>
            </a:schemeClr>
          </a:lnRef>
          <a:fillRef idx="1">
            <a:schemeClr val="accent6"/>
          </a:fillRef>
          <a:effectRef idx="0">
            <a:schemeClr val="accent6"/>
          </a:effectRef>
          <a:fontRef idx="minor">
            <a:schemeClr val="lt1"/>
          </a:fontRef>
        </p:style>
        <p:txBody>
          <a:bodyPr wrap="none" anchor="ctr"/>
          <a:lstStyle/>
          <a:p>
            <a:pPr marL="0" marR="0" lvl="0" indent="0" algn="l" defTabSz="1130300" rtl="0" eaLnBrk="1" fontAlgn="base" latinLnBrk="0" hangingPunct="1">
              <a:lnSpc>
                <a:spcPct val="100000"/>
              </a:lnSpc>
              <a:spcBef>
                <a:spcPct val="0"/>
              </a:spcBef>
              <a:spcAft>
                <a:spcPct val="0"/>
              </a:spcAft>
              <a:buClrTx/>
              <a:buSzTx/>
              <a:buFont typeface="Arial" charset="0"/>
              <a:buNone/>
              <a:defRPr/>
            </a:pPr>
            <a:endParaRPr kumimoji="0" lang="en-US" sz="2200" b="0" i="0" u="none" strike="noStrike" kern="1200" cap="none" spc="0" normalizeH="0" baseline="0" noProof="0">
              <a:ln>
                <a:noFill/>
              </a:ln>
              <a:solidFill>
                <a:schemeClr val="lt1"/>
              </a:solidFill>
              <a:effectLst/>
              <a:uLnTx/>
              <a:uFillTx/>
              <a:latin typeface="+mn-lt"/>
              <a:ea typeface="+mn-ea"/>
              <a:cs typeface="+mn-cs"/>
            </a:endParaRPr>
          </a:p>
        </p:txBody>
      </p:sp>
      <p:sp>
        <p:nvSpPr>
          <p:cNvPr id="10" name="AutoShape 10"/>
          <p:cNvSpPr>
            <a14:cpLocks xmlns:a14="http://schemas.microsoft.com/office/drawing/2010/main" noChangeArrowheads="1"/>
          </p:cNvSpPr>
          <p:nvPr/>
        </p:nvSpPr>
        <p:spPr bwMode="auto">
          <a:xfrm rot="16200000">
            <a:off x="4351338" y="5835650"/>
            <a:ext cx="327025" cy="428625"/>
          </a:xfrm>
          <a:prstGeom prst="downArrow">
            <a:avLst>
              <a:gd name="adj1" fmla="val 50000"/>
              <a:gd name="adj2" fmla="val 32767"/>
            </a:avLst>
          </a:prstGeom>
        </p:spPr>
        <p:style>
          <a:lnRef idx="2">
            <a:schemeClr val="accent6">
              <a:shade val="50000"/>
            </a:schemeClr>
          </a:lnRef>
          <a:fillRef idx="1">
            <a:schemeClr val="accent6"/>
          </a:fillRef>
          <a:effectRef idx="0">
            <a:schemeClr val="accent6"/>
          </a:effectRef>
          <a:fontRef idx="minor">
            <a:schemeClr val="lt1"/>
          </a:fontRef>
        </p:style>
        <p:txBody>
          <a:bodyPr wrap="none" anchor="ctr"/>
          <a:lstStyle/>
          <a:p>
            <a:pPr marL="0" marR="0" lvl="0" indent="0" algn="l" defTabSz="1130300" rtl="0" eaLnBrk="1" fontAlgn="base" latinLnBrk="0" hangingPunct="1">
              <a:lnSpc>
                <a:spcPct val="100000"/>
              </a:lnSpc>
              <a:spcBef>
                <a:spcPct val="0"/>
              </a:spcBef>
              <a:spcAft>
                <a:spcPct val="0"/>
              </a:spcAft>
              <a:buClrTx/>
              <a:buSzTx/>
              <a:buFont typeface="Arial" charset="0"/>
              <a:buNone/>
              <a:defRPr/>
            </a:pPr>
            <a:endParaRPr kumimoji="0" lang="en-US" sz="2200" b="0" i="0" u="none" strike="noStrike" kern="1200" cap="none" spc="0" normalizeH="0" baseline="0" noProof="0">
              <a:ln>
                <a:noFill/>
              </a:ln>
              <a:solidFill>
                <a:schemeClr val="lt1"/>
              </a:solidFill>
              <a:effectLst/>
              <a:uLnTx/>
              <a:uFillTx/>
              <a:latin typeface="+mn-lt"/>
              <a:ea typeface="+mn-ea"/>
              <a:cs typeface="+mn-cs"/>
            </a:endParaRPr>
          </a:p>
        </p:txBody>
      </p:sp>
      <p:sp>
        <p:nvSpPr>
          <p:cNvPr id="11" name="AutoShape 11"/>
          <p:cNvSpPr>
            <a14:cpLocks xmlns:a14="http://schemas.microsoft.com/office/drawing/2010/main" noChangeArrowheads="1"/>
          </p:cNvSpPr>
          <p:nvPr/>
        </p:nvSpPr>
        <p:spPr bwMode="auto">
          <a:xfrm rot="16200000">
            <a:off x="5708650" y="5764213"/>
            <a:ext cx="327025" cy="428625"/>
          </a:xfrm>
          <a:prstGeom prst="downArrow">
            <a:avLst>
              <a:gd name="adj1" fmla="val 50000"/>
              <a:gd name="adj2" fmla="val 32767"/>
            </a:avLst>
          </a:prstGeom>
        </p:spPr>
        <p:style>
          <a:lnRef idx="2">
            <a:schemeClr val="accent6">
              <a:shade val="50000"/>
            </a:schemeClr>
          </a:lnRef>
          <a:fillRef idx="1">
            <a:schemeClr val="accent6"/>
          </a:fillRef>
          <a:effectRef idx="0">
            <a:schemeClr val="accent6"/>
          </a:effectRef>
          <a:fontRef idx="minor">
            <a:schemeClr val="lt1"/>
          </a:fontRef>
        </p:style>
        <p:txBody>
          <a:bodyPr wrap="none" anchor="ctr"/>
          <a:lstStyle/>
          <a:p>
            <a:pPr marL="0" marR="0" lvl="0" indent="0" algn="l" defTabSz="1130300" rtl="0" eaLnBrk="1" fontAlgn="base" latinLnBrk="0" hangingPunct="1">
              <a:lnSpc>
                <a:spcPct val="100000"/>
              </a:lnSpc>
              <a:spcBef>
                <a:spcPct val="0"/>
              </a:spcBef>
              <a:spcAft>
                <a:spcPct val="0"/>
              </a:spcAft>
              <a:buClrTx/>
              <a:buSzTx/>
              <a:buFont typeface="Arial" charset="0"/>
              <a:buNone/>
              <a:defRPr/>
            </a:pPr>
            <a:endParaRPr kumimoji="0" lang="en-US" sz="2200" b="0" i="0" u="none" strike="noStrike" kern="1200" cap="none" spc="0" normalizeH="0" baseline="0" noProof="0">
              <a:ln>
                <a:noFill/>
              </a:ln>
              <a:solidFill>
                <a:schemeClr val="lt1"/>
              </a:solidFill>
              <a:effectLst/>
              <a:uLnTx/>
              <a:uFillTx/>
              <a:latin typeface="+mn-lt"/>
              <a:ea typeface="+mn-ea"/>
              <a:cs typeface="+mn-cs"/>
            </a:endParaRPr>
          </a:p>
        </p:txBody>
      </p:sp>
      <p:sp>
        <p:nvSpPr>
          <p:cNvPr id="12" name="AutoShape 12"/>
          <p:cNvSpPr>
            <a14:cpLocks xmlns:a14="http://schemas.microsoft.com/office/drawing/2010/main" noChangeArrowheads="1"/>
          </p:cNvSpPr>
          <p:nvPr/>
        </p:nvSpPr>
        <p:spPr bwMode="auto">
          <a:xfrm rot="16200000">
            <a:off x="6923088" y="5764213"/>
            <a:ext cx="327025" cy="428625"/>
          </a:xfrm>
          <a:prstGeom prst="downArrow">
            <a:avLst>
              <a:gd name="adj1" fmla="val 50000"/>
              <a:gd name="adj2" fmla="val 32767"/>
            </a:avLst>
          </a:prstGeom>
        </p:spPr>
        <p:style>
          <a:lnRef idx="2">
            <a:schemeClr val="accent6">
              <a:shade val="50000"/>
            </a:schemeClr>
          </a:lnRef>
          <a:fillRef idx="1">
            <a:schemeClr val="accent6"/>
          </a:fillRef>
          <a:effectRef idx="0">
            <a:schemeClr val="accent6"/>
          </a:effectRef>
          <a:fontRef idx="minor">
            <a:schemeClr val="lt1"/>
          </a:fontRef>
        </p:style>
        <p:txBody>
          <a:bodyPr wrap="none" anchor="ctr"/>
          <a:lstStyle/>
          <a:p>
            <a:pPr marL="0" marR="0" lvl="0" indent="0" algn="l" defTabSz="1130300" rtl="0" eaLnBrk="1" fontAlgn="base" latinLnBrk="0" hangingPunct="1">
              <a:lnSpc>
                <a:spcPct val="100000"/>
              </a:lnSpc>
              <a:spcBef>
                <a:spcPct val="0"/>
              </a:spcBef>
              <a:spcAft>
                <a:spcPct val="0"/>
              </a:spcAft>
              <a:buClrTx/>
              <a:buSzTx/>
              <a:buFont typeface="Arial" charset="0"/>
              <a:buNone/>
              <a:defRPr/>
            </a:pPr>
            <a:endParaRPr kumimoji="0" lang="en-US" sz="2200" b="0" i="0" u="none" strike="noStrike" kern="1200" cap="none" spc="0" normalizeH="0" baseline="0" noProof="0">
              <a:ln>
                <a:noFill/>
              </a:ln>
              <a:solidFill>
                <a:schemeClr val="lt1"/>
              </a:solidFill>
              <a:effectLst/>
              <a:uLnTx/>
              <a:uFillTx/>
              <a:latin typeface="+mn-lt"/>
              <a:ea typeface="+mn-ea"/>
              <a:cs typeface="+mn-cs"/>
            </a:endParaRPr>
          </a:p>
        </p:txBody>
      </p:sp>
      <p:pic>
        <p:nvPicPr>
          <p:cNvPr id="12300" name="Picture 13" descr="laonianren2_096"/>
          <p:cNvPicPr>
            <a:picLocks noChangeAspect="1"/>
          </p:cNvPicPr>
          <p:nvPr/>
        </p:nvPicPr>
        <p:blipFill>
          <a:blip r:embed="rId6"/>
          <a:stretch>
            <a:fillRect/>
          </a:stretch>
        </p:blipFill>
        <p:spPr>
          <a:xfrm>
            <a:off x="9301163" y="5029200"/>
            <a:ext cx="1198562" cy="1803400"/>
          </a:xfrm>
          <a:prstGeom prst="rect">
            <a:avLst/>
          </a:prstGeom>
          <a:noFill/>
          <a:ln w="9525">
            <a:noFill/>
          </a:ln>
        </p:spPr>
      </p:pic>
      <p:sp>
        <p:nvSpPr>
          <p:cNvPr id="14" name="AutoShape 14"/>
          <p:cNvSpPr>
            <a14:cpLocks xmlns:a14="http://schemas.microsoft.com/office/drawing/2010/main" noChangeArrowheads="1"/>
          </p:cNvSpPr>
          <p:nvPr/>
        </p:nvSpPr>
        <p:spPr bwMode="auto">
          <a:xfrm rot="16200000">
            <a:off x="8851900" y="5764213"/>
            <a:ext cx="327025" cy="428625"/>
          </a:xfrm>
          <a:prstGeom prst="downArrow">
            <a:avLst>
              <a:gd name="adj1" fmla="val 50000"/>
              <a:gd name="adj2" fmla="val 32767"/>
            </a:avLst>
          </a:prstGeom>
        </p:spPr>
        <p:style>
          <a:lnRef idx="2">
            <a:schemeClr val="accent6">
              <a:shade val="50000"/>
            </a:schemeClr>
          </a:lnRef>
          <a:fillRef idx="1">
            <a:schemeClr val="accent6"/>
          </a:fillRef>
          <a:effectRef idx="0">
            <a:schemeClr val="accent6"/>
          </a:effectRef>
          <a:fontRef idx="minor">
            <a:schemeClr val="lt1"/>
          </a:fontRef>
        </p:style>
        <p:txBody>
          <a:bodyPr wrap="none" anchor="ctr"/>
          <a:lstStyle/>
          <a:p>
            <a:pPr marL="0" marR="0" lvl="0" indent="0" algn="l" defTabSz="1130300" rtl="0" eaLnBrk="1" fontAlgn="base" latinLnBrk="0" hangingPunct="1">
              <a:lnSpc>
                <a:spcPct val="100000"/>
              </a:lnSpc>
              <a:spcBef>
                <a:spcPct val="0"/>
              </a:spcBef>
              <a:spcAft>
                <a:spcPct val="0"/>
              </a:spcAft>
              <a:buClrTx/>
              <a:buSzTx/>
              <a:buFont typeface="Arial" charset="0"/>
              <a:buNone/>
              <a:defRPr/>
            </a:pPr>
            <a:endParaRPr kumimoji="0" lang="en-US" sz="2200" b="0" i="0" u="none" strike="noStrike" kern="1200" cap="none" spc="0" normalizeH="0" baseline="0" noProof="0">
              <a:ln>
                <a:noFill/>
              </a:ln>
              <a:solidFill>
                <a:schemeClr val="lt1"/>
              </a:solidFill>
              <a:effectLst/>
              <a:uLnTx/>
              <a:uFillTx/>
              <a:latin typeface="+mn-lt"/>
              <a:ea typeface="+mn-ea"/>
              <a:cs typeface="+mn-c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7" name="内容占位符 2"/>
          <p:cNvSpPr>
            <a14:cpLocks xmlns:a14="http://schemas.microsoft.com/office/drawing/2010/main" noGrp="1"/>
          </p:cNvSpPr>
          <p:nvPr>
            <p:ph idx="4294967295"/>
          </p:nvPr>
        </p:nvSpPr>
        <p:spPr>
          <a:xfrm>
            <a:off x="1157288" y="385763"/>
            <a:ext cx="9429750" cy="4143375"/>
          </a:xfrm>
          <a:ln/>
        </p:spPr>
        <p:txBody>
          <a:bodyPr wrap="square" lIns="91440" tIns="45720" rIns="91440" bIns="45720" anchor="t"/>
          <a:p>
            <a:pPr marL="0" lvl="0" indent="0">
              <a:buNone/>
            </a:pPr>
            <a:r>
              <a:rPr lang="zh-CN" altLang="en-US" dirty="0">
                <a:solidFill>
                  <a:srgbClr val="00FFCC"/>
                </a:solidFill>
                <a:latin typeface="黑体" pitchFamily="49" charset="-122"/>
              </a:rPr>
              <a:t>（二）心理发展的性质</a:t>
            </a:r>
            <a:endParaRPr lang="en-US" altLang="x-none" dirty="0">
              <a:solidFill>
                <a:srgbClr val="00FFCC"/>
              </a:solidFill>
              <a:latin typeface="黑体" pitchFamily="49" charset="-122"/>
            </a:endParaRPr>
          </a:p>
          <a:p>
            <a:pPr marL="0" lvl="0" indent="0">
              <a:buNone/>
            </a:pPr>
            <a:r>
              <a:rPr lang="en-US" altLang="x-none" b="1" dirty="0">
                <a:latin typeface="黑体" pitchFamily="49" charset="-122"/>
              </a:rPr>
              <a:t>  </a:t>
            </a:r>
            <a:r>
              <a:rPr lang="en-US" altLang="zh-CN" dirty="0">
                <a:latin typeface="黑体" pitchFamily="49" charset="-122"/>
              </a:rPr>
              <a:t>1</a:t>
            </a:r>
            <a:r>
              <a:rPr lang="zh-CN" altLang="en-US" dirty="0">
                <a:latin typeface="黑体" pitchFamily="49" charset="-122"/>
              </a:rPr>
              <a:t>、心理发展的</a:t>
            </a:r>
            <a:r>
              <a:rPr lang="zh-CN" altLang="en-US" dirty="0">
                <a:solidFill>
                  <a:srgbClr val="FFC000"/>
                </a:solidFill>
                <a:latin typeface="黑体" pitchFamily="49" charset="-122"/>
              </a:rPr>
              <a:t>整体性</a:t>
            </a:r>
            <a:r>
              <a:rPr lang="zh-CN" altLang="en-US" dirty="0">
                <a:latin typeface="黑体" pitchFamily="49" charset="-122"/>
              </a:rPr>
              <a:t>（知、情、意三个部分）</a:t>
            </a:r>
            <a:endParaRPr lang="en-US" altLang="x-none" dirty="0">
              <a:latin typeface="黑体" pitchFamily="49" charset="-122"/>
            </a:endParaRPr>
          </a:p>
          <a:p>
            <a:pPr marL="0" lvl="0" indent="0">
              <a:buNone/>
            </a:pPr>
            <a:r>
              <a:rPr lang="en-US" altLang="x-none" dirty="0">
                <a:latin typeface="黑体" pitchFamily="49" charset="-122"/>
              </a:rPr>
              <a:t>  </a:t>
            </a:r>
            <a:r>
              <a:rPr lang="en-US" altLang="zh-CN" dirty="0">
                <a:latin typeface="黑体" pitchFamily="49" charset="-122"/>
              </a:rPr>
              <a:t>2</a:t>
            </a:r>
            <a:r>
              <a:rPr lang="zh-CN" altLang="en-US" dirty="0">
                <a:latin typeface="黑体" pitchFamily="49" charset="-122"/>
              </a:rPr>
              <a:t>、心理发展的</a:t>
            </a:r>
            <a:r>
              <a:rPr lang="zh-CN" altLang="en-US" dirty="0">
                <a:solidFill>
                  <a:srgbClr val="FFC000"/>
                </a:solidFill>
                <a:latin typeface="黑体" pitchFamily="49" charset="-122"/>
              </a:rPr>
              <a:t>社会性</a:t>
            </a:r>
            <a:r>
              <a:rPr lang="zh-CN" altLang="en-US" dirty="0">
                <a:latin typeface="黑体" pitchFamily="49" charset="-122"/>
              </a:rPr>
              <a:t>（狼孩）</a:t>
            </a:r>
            <a:endParaRPr lang="en-US" altLang="x-none" dirty="0">
              <a:latin typeface="黑体" pitchFamily="49" charset="-122"/>
            </a:endParaRPr>
          </a:p>
          <a:p>
            <a:pPr marL="0" lvl="0" indent="0">
              <a:buNone/>
            </a:pPr>
            <a:r>
              <a:rPr lang="en-US" altLang="x-none" dirty="0">
                <a:latin typeface="黑体" pitchFamily="49" charset="-122"/>
              </a:rPr>
              <a:t>  </a:t>
            </a:r>
            <a:r>
              <a:rPr lang="en-US" altLang="zh-CN" dirty="0">
                <a:latin typeface="黑体" pitchFamily="49" charset="-122"/>
              </a:rPr>
              <a:t>3</a:t>
            </a:r>
            <a:r>
              <a:rPr lang="zh-CN" altLang="en-US" dirty="0">
                <a:latin typeface="黑体" pitchFamily="49" charset="-122"/>
              </a:rPr>
              <a:t>、心理发展的</a:t>
            </a:r>
            <a:r>
              <a:rPr lang="zh-CN" altLang="en-US" dirty="0">
                <a:solidFill>
                  <a:srgbClr val="FFC000"/>
                </a:solidFill>
                <a:latin typeface="黑体" pitchFamily="49" charset="-122"/>
              </a:rPr>
              <a:t>活动性</a:t>
            </a:r>
            <a:endParaRPr lang="en-US" altLang="en-US" dirty="0">
              <a:solidFill>
                <a:srgbClr val="FFC000"/>
              </a:solidFill>
              <a:latin typeface="黑体" pitchFamily="49" charset="-122"/>
            </a:endParaRPr>
          </a:p>
          <a:p>
            <a:pPr marL="0" lvl="0" indent="0">
              <a:buNone/>
            </a:pPr>
            <a:r>
              <a:rPr lang="en-US" altLang="x-none" dirty="0">
                <a:latin typeface="黑体" pitchFamily="49" charset="-122"/>
              </a:rPr>
              <a:t>  </a:t>
            </a:r>
            <a:r>
              <a:rPr lang="en-US" altLang="zh-CN" dirty="0">
                <a:latin typeface="黑体" pitchFamily="49" charset="-122"/>
              </a:rPr>
              <a:t>4</a:t>
            </a:r>
            <a:r>
              <a:rPr lang="zh-CN" altLang="en-US" dirty="0">
                <a:latin typeface="黑体" pitchFamily="49" charset="-122"/>
              </a:rPr>
              <a:t>、心理发展的</a:t>
            </a:r>
            <a:r>
              <a:rPr lang="zh-CN" altLang="en-US" dirty="0">
                <a:solidFill>
                  <a:srgbClr val="FFC000"/>
                </a:solidFill>
                <a:latin typeface="黑体" pitchFamily="49" charset="-122"/>
              </a:rPr>
              <a:t>规律性</a:t>
            </a:r>
            <a:endParaRPr lang="en-US" altLang="en-US" dirty="0">
              <a:solidFill>
                <a:srgbClr val="FFC000"/>
              </a:solidFill>
              <a:latin typeface="黑体" pitchFamily="49" charset="-122"/>
            </a:endParaRPr>
          </a:p>
          <a:p>
            <a:pPr marL="0" lvl="0" indent="0">
              <a:buNone/>
            </a:pPr>
            <a:r>
              <a:rPr lang="en-US" altLang="x-none" b="1" dirty="0">
                <a:solidFill>
                  <a:schemeClr val="accent1"/>
                </a:solidFill>
                <a:latin typeface="黑体" pitchFamily="49" charset="-122"/>
              </a:rPr>
              <a:t>   </a:t>
            </a:r>
            <a:r>
              <a:rPr lang="en-US" altLang="x-none" dirty="0">
                <a:solidFill>
                  <a:schemeClr val="accent1"/>
                </a:solidFill>
                <a:latin typeface="黑体" pitchFamily="49" charset="-122"/>
              </a:rPr>
              <a:t> </a:t>
            </a:r>
            <a:r>
              <a:rPr lang="zh-CN" altLang="en-US" dirty="0">
                <a:solidFill>
                  <a:schemeClr val="accent1"/>
                </a:solidFill>
                <a:latin typeface="黑体" pitchFamily="49" charset="-122"/>
              </a:rPr>
              <a:t>（</a:t>
            </a:r>
            <a:r>
              <a:rPr lang="en-US" altLang="zh-CN" dirty="0">
                <a:solidFill>
                  <a:schemeClr val="accent1"/>
                </a:solidFill>
                <a:latin typeface="黑体" pitchFamily="49" charset="-122"/>
              </a:rPr>
              <a:t>1</a:t>
            </a:r>
            <a:r>
              <a:rPr lang="zh-CN" altLang="en-US" dirty="0">
                <a:solidFill>
                  <a:schemeClr val="accent1"/>
                </a:solidFill>
                <a:latin typeface="黑体" pitchFamily="49" charset="-122"/>
              </a:rPr>
              <a:t>）普遍性和特殊性的统一</a:t>
            </a:r>
            <a:endParaRPr lang="en-US" altLang="x-none" dirty="0">
              <a:solidFill>
                <a:schemeClr val="accent1"/>
              </a:solidFill>
              <a:latin typeface="黑体" pitchFamily="49" charset="-122"/>
            </a:endParaRPr>
          </a:p>
          <a:p>
            <a:pPr marL="0" lvl="0" indent="0">
              <a:buNone/>
            </a:pPr>
            <a:r>
              <a:rPr lang="en-US" altLang="x-none" dirty="0">
                <a:solidFill>
                  <a:schemeClr val="accent1"/>
                </a:solidFill>
                <a:latin typeface="黑体" pitchFamily="49" charset="-122"/>
              </a:rPr>
              <a:t>    </a:t>
            </a:r>
            <a:r>
              <a:rPr lang="zh-CN" altLang="en-US" dirty="0">
                <a:solidFill>
                  <a:schemeClr val="accent1"/>
                </a:solidFill>
                <a:latin typeface="黑体" pitchFamily="49" charset="-122"/>
              </a:rPr>
              <a:t>（</a:t>
            </a:r>
            <a:r>
              <a:rPr lang="en-US" altLang="zh-CN" dirty="0">
                <a:solidFill>
                  <a:schemeClr val="accent1"/>
                </a:solidFill>
                <a:latin typeface="黑体" pitchFamily="49" charset="-122"/>
              </a:rPr>
              <a:t>2</a:t>
            </a:r>
            <a:r>
              <a:rPr lang="zh-CN" altLang="en-US" dirty="0">
                <a:solidFill>
                  <a:schemeClr val="accent1"/>
                </a:solidFill>
                <a:latin typeface="黑体" pitchFamily="49" charset="-122"/>
              </a:rPr>
              <a:t>）方向性和顺序性</a:t>
            </a:r>
            <a:endParaRPr lang="en-US" altLang="x-none" dirty="0">
              <a:solidFill>
                <a:schemeClr val="accent1"/>
              </a:solidFill>
              <a:latin typeface="黑体" pitchFamily="49" charset="-122"/>
            </a:endParaRPr>
          </a:p>
          <a:p>
            <a:pPr marL="0" lvl="0" indent="0">
              <a:buNone/>
            </a:pPr>
            <a:r>
              <a:rPr lang="en-US" altLang="x-none" dirty="0">
                <a:solidFill>
                  <a:schemeClr val="accent1"/>
                </a:solidFill>
                <a:latin typeface="黑体" pitchFamily="49" charset="-122"/>
              </a:rPr>
              <a:t>    </a:t>
            </a:r>
            <a:r>
              <a:rPr lang="zh-CN" altLang="en-US" dirty="0">
                <a:solidFill>
                  <a:schemeClr val="accent1"/>
                </a:solidFill>
                <a:latin typeface="黑体" pitchFamily="49" charset="-122"/>
              </a:rPr>
              <a:t>（</a:t>
            </a:r>
            <a:r>
              <a:rPr lang="en-US" altLang="zh-CN" dirty="0">
                <a:solidFill>
                  <a:schemeClr val="accent1"/>
                </a:solidFill>
                <a:latin typeface="黑体" pitchFamily="49" charset="-122"/>
              </a:rPr>
              <a:t>3</a:t>
            </a:r>
            <a:r>
              <a:rPr lang="zh-CN" altLang="en-US" dirty="0">
                <a:solidFill>
                  <a:schemeClr val="accent1"/>
                </a:solidFill>
                <a:latin typeface="黑体" pitchFamily="49" charset="-122"/>
              </a:rPr>
              <a:t>）心理发展的不平衡性（</a:t>
            </a:r>
            <a:r>
              <a:rPr lang="zh-CN" altLang="en-US" dirty="0">
                <a:solidFill>
                  <a:srgbClr val="FFC000"/>
                </a:solidFill>
                <a:latin typeface="黑体" pitchFamily="49" charset="-122"/>
              </a:rPr>
              <a:t>心理发展并不随着年龄增长而匀速前进</a:t>
            </a:r>
            <a:r>
              <a:rPr lang="zh-CN" altLang="en-US" dirty="0">
                <a:solidFill>
                  <a:schemeClr val="accent1"/>
                </a:solidFill>
                <a:latin typeface="黑体" pitchFamily="49" charset="-122"/>
              </a:rPr>
              <a:t>）</a:t>
            </a:r>
            <a:endParaRPr lang="en-US" altLang="zh-CN" dirty="0">
              <a:solidFill>
                <a:schemeClr val="accent1"/>
              </a:solidFill>
              <a:latin typeface="黑体" pitchFamily="49" charset="-122"/>
            </a:endParaRPr>
          </a:p>
          <a:p>
            <a:pPr marL="0" lvl="0" indent="0">
              <a:buNone/>
            </a:pPr>
            <a:r>
              <a:rPr lang="en-US" altLang="x-none" dirty="0">
                <a:solidFill>
                  <a:schemeClr val="accent1"/>
                </a:solidFill>
                <a:latin typeface="黑体" pitchFamily="49" charset="-122"/>
              </a:rPr>
              <a:t>          </a:t>
            </a:r>
            <a:r>
              <a:rPr lang="zh-CN" altLang="en-US" dirty="0">
                <a:solidFill>
                  <a:srgbClr val="FFC000"/>
                </a:solidFill>
                <a:latin typeface="黑体" pitchFamily="49" charset="-122"/>
              </a:rPr>
              <a:t>第一个加速期：婴幼儿时期</a:t>
            </a:r>
            <a:endParaRPr lang="en-US" altLang="zh-CN" dirty="0">
              <a:solidFill>
                <a:srgbClr val="FFC000"/>
              </a:solidFill>
              <a:latin typeface="黑体" pitchFamily="49" charset="-122"/>
            </a:endParaRPr>
          </a:p>
          <a:p>
            <a:pPr marL="0" lvl="0" indent="0">
              <a:buNone/>
            </a:pPr>
            <a:r>
              <a:rPr lang="en-US" altLang="zh-CN" dirty="0">
                <a:solidFill>
                  <a:schemeClr val="accent1"/>
                </a:solidFill>
                <a:latin typeface="黑体" pitchFamily="49" charset="-122"/>
              </a:rPr>
              <a:t>          </a:t>
            </a:r>
            <a:r>
              <a:rPr lang="zh-CN" altLang="en-US" dirty="0">
                <a:solidFill>
                  <a:srgbClr val="FFC000"/>
                </a:solidFill>
                <a:latin typeface="黑体" pitchFamily="49" charset="-122"/>
              </a:rPr>
              <a:t>第二个加速期：少年期</a:t>
            </a:r>
            <a:endParaRPr lang="en-US" altLang="zh-CN" dirty="0">
              <a:solidFill>
                <a:schemeClr val="accent1"/>
              </a:solidFill>
              <a:latin typeface="黑体" pitchFamily="49"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1443038" y="1028700"/>
            <a:ext cx="7237413" cy="4089400"/>
          </a:xfrm>
          <a:prstGeom prst="rect">
            <a:avLst/>
          </a:prstGeom>
          <a:noFill/>
        </p:spPr>
        <p:txBody>
          <a:bodyPr wrap="none">
            <a:spAutoFit/>
          </a:bodyPr>
          <a:lstStyle/>
          <a:p>
            <a:pPr marL="0" marR="0" lvl="0" indent="0" algn="l" defTabSz="1130300" rtl="0" eaLnBrk="0" fontAlgn="base" latinLnBrk="0" hangingPunct="0">
              <a:lnSpc>
                <a:spcPts val="4000"/>
              </a:lnSpc>
              <a:spcBef>
                <a:spcPct val="20000"/>
              </a:spcBef>
              <a:spcAft>
                <a:spcPct val="0"/>
              </a:spcAft>
              <a:buClrTx/>
              <a:buSzTx/>
              <a:buFont typeface="Arial" charset="0"/>
              <a:buNone/>
              <a:defRPr/>
            </a:pPr>
            <a:r>
              <a:rPr kumimoji="0" lang="en-US" altLang="zh-CN" sz="2200" b="0" i="0" u="none" strike="noStrike" kern="1200" cap="none" spc="0" normalizeH="0" baseline="0" noProof="0" dirty="0">
                <a:ln>
                  <a:noFill/>
                </a:ln>
                <a:solidFill>
                  <a:srgbClr val="66FFFF"/>
                </a:solidFill>
                <a:effectLst/>
                <a:uLnTx/>
                <a:uFillTx/>
                <a:latin typeface="黑体" pitchFamily="49" charset="-122"/>
                <a:ea typeface="+mn-ea"/>
                <a:cs typeface="+mn-cs"/>
              </a:rPr>
              <a:t>[</a:t>
            </a:r>
            <a:r>
              <a:rPr kumimoji="0" lang="zh-CN" altLang="en-US" sz="2200" b="0" i="0" u="none" strike="noStrike" kern="1200" cap="none" spc="0" normalizeH="0" baseline="0" noProof="0" dirty="0">
                <a:ln>
                  <a:noFill/>
                </a:ln>
                <a:solidFill>
                  <a:srgbClr val="66FFFF"/>
                </a:solidFill>
                <a:effectLst/>
                <a:uLnTx/>
                <a:uFillTx/>
                <a:latin typeface="黑体" pitchFamily="49" charset="-122"/>
                <a:ea typeface="+mn-ea"/>
                <a:cs typeface="+mn-cs"/>
              </a:rPr>
              <a:t>真题练习</a:t>
            </a:r>
            <a:r>
              <a:rPr kumimoji="0" lang="en-US" altLang="zh-CN" sz="2200" b="0" i="0" u="none" strike="noStrike" kern="1200" cap="none" spc="0" normalizeH="0" baseline="0" noProof="0" dirty="0">
                <a:ln>
                  <a:noFill/>
                </a:ln>
                <a:solidFill>
                  <a:srgbClr val="66FFFF"/>
                </a:solidFill>
                <a:effectLst/>
                <a:uLnTx/>
                <a:uFillTx/>
                <a:latin typeface="黑体" pitchFamily="49" charset="-122"/>
                <a:ea typeface="+mn-ea"/>
                <a:cs typeface="+mn-cs"/>
              </a:rPr>
              <a:t>]</a:t>
            </a:r>
            <a:endParaRPr kumimoji="0" lang="en-US" altLang="zh-CN" sz="2200" b="0" i="0" u="none" strike="noStrike" kern="1200" cap="none" spc="0" normalizeH="0" baseline="0" noProof="0" dirty="0">
              <a:ln>
                <a:noFill/>
              </a:ln>
              <a:solidFill>
                <a:srgbClr val="66FFFF"/>
              </a:solidFill>
              <a:effectLst/>
              <a:uLnTx/>
              <a:uFillTx/>
              <a:latin typeface="黑体" pitchFamily="49" charset="-122"/>
              <a:ea typeface="+mn-ea"/>
              <a:cs typeface="+mn-cs"/>
            </a:endParaRPr>
          </a:p>
          <a:p>
            <a:pPr marL="0" marR="0" lvl="0" indent="0" algn="l" defTabSz="1130300" rtl="0" eaLnBrk="0" fontAlgn="base" latinLnBrk="0" hangingPunct="0">
              <a:lnSpc>
                <a:spcPts val="4000"/>
              </a:lnSpc>
              <a:spcBef>
                <a:spcPct val="20000"/>
              </a:spcBef>
              <a:spcAft>
                <a:spcPct val="0"/>
              </a:spcAft>
              <a:buClrTx/>
              <a:buSzTx/>
              <a:buFont typeface="Arial" charset="0"/>
              <a:buNone/>
              <a:defRPr/>
            </a:pPr>
            <a:r>
              <a:rPr kumimoji="0" lang="en-US" altLang="zh-CN" sz="2200" b="0" i="0" u="none" strike="noStrike" kern="1200" cap="none" spc="0" normalizeH="0" baseline="0" noProof="0" dirty="0">
                <a:ln>
                  <a:noFill/>
                </a:ln>
                <a:solidFill>
                  <a:schemeClr val="bg1"/>
                </a:solidFill>
                <a:effectLst/>
                <a:uLnTx/>
                <a:uFillTx/>
                <a:latin typeface="黑体" pitchFamily="49" charset="-122"/>
                <a:ea typeface="+mn-ea"/>
                <a:cs typeface="+mn-cs"/>
              </a:rPr>
              <a:t>  </a:t>
            </a:r>
            <a:r>
              <a:rPr kumimoji="0" lang="en-US" altLang="en-US" sz="2200" b="0" i="0" u="none" strike="noStrike" kern="1200" cap="none" spc="0" normalizeH="0" baseline="0" noProof="0" dirty="0">
                <a:ln>
                  <a:noFill/>
                </a:ln>
                <a:solidFill>
                  <a:schemeClr val="bg1"/>
                </a:solidFill>
                <a:effectLst/>
                <a:uLnTx/>
                <a:uFillTx/>
                <a:latin typeface="黑体" pitchFamily="49" charset="-122"/>
                <a:ea typeface="+mn-ea"/>
                <a:cs typeface="+mn-cs"/>
              </a:rPr>
              <a:t>42</a:t>
            </a:r>
            <a:r>
              <a:rPr kumimoji="0" lang="zh-CN" altLang="en-US" sz="2200" b="0" i="0" u="none" strike="noStrike" kern="1200" cap="none" spc="0" normalizeH="0" baseline="0" noProof="0" dirty="0">
                <a:ln>
                  <a:noFill/>
                </a:ln>
                <a:solidFill>
                  <a:schemeClr val="bg1"/>
                </a:solidFill>
                <a:effectLst/>
                <a:uLnTx/>
                <a:uFillTx/>
                <a:latin typeface="黑体" pitchFamily="49" charset="-122"/>
                <a:ea typeface="+mn-ea"/>
                <a:cs typeface="+mn-cs"/>
              </a:rPr>
              <a:t>、心理发展的不平衡性是指</a:t>
            </a:r>
            <a:r>
              <a:rPr kumimoji="0" lang="en-US" altLang="en-US" sz="2200" b="0" i="0" u="none" strike="noStrike" kern="1200" cap="none" spc="0" normalizeH="0" baseline="0" noProof="0" dirty="0">
                <a:ln>
                  <a:noFill/>
                </a:ln>
                <a:solidFill>
                  <a:schemeClr val="bg1"/>
                </a:solidFill>
                <a:effectLst/>
                <a:uLnTx/>
                <a:uFillTx/>
                <a:latin typeface="黑体" pitchFamily="49" charset="-122"/>
                <a:ea typeface="+mn-ea"/>
                <a:cs typeface="+mn-cs"/>
              </a:rPr>
              <a:t>(    )</a:t>
            </a:r>
            <a:r>
              <a:rPr kumimoji="0" lang="zh-CN" altLang="en-US" sz="2200" b="0" i="0" u="none" strike="noStrike" kern="1200" cap="none" spc="0" normalizeH="0" baseline="0" noProof="0" dirty="0">
                <a:ln>
                  <a:noFill/>
                </a:ln>
                <a:solidFill>
                  <a:schemeClr val="bg1"/>
                </a:solidFill>
                <a:effectLst/>
                <a:uLnTx/>
                <a:uFillTx/>
                <a:latin typeface="黑体" pitchFamily="49" charset="-122"/>
                <a:ea typeface="+mn-ea"/>
                <a:cs typeface="+mn-cs"/>
              </a:rPr>
              <a:t>。</a:t>
            </a:r>
            <a:r>
              <a:rPr kumimoji="0" lang="en-US" altLang="en-US" sz="2200" b="0" i="0" u="none" strike="noStrike" kern="1200" cap="none" spc="0" normalizeH="0" baseline="0" noProof="0" dirty="0">
                <a:ln>
                  <a:noFill/>
                </a:ln>
                <a:solidFill>
                  <a:schemeClr val="bg1"/>
                </a:solidFill>
                <a:effectLst/>
                <a:uLnTx/>
                <a:uFillTx/>
                <a:latin typeface="黑体" pitchFamily="49" charset="-122"/>
                <a:ea typeface="+mn-ea"/>
                <a:cs typeface="+mn-cs"/>
              </a:rPr>
              <a:t>(2012</a:t>
            </a:r>
            <a:r>
              <a:rPr kumimoji="0" lang="zh-CN" altLang="en-US" sz="2200" b="0" i="0" u="none" strike="noStrike" kern="1200" cap="none" spc="0" normalizeH="0" baseline="0" noProof="0" dirty="0">
                <a:ln>
                  <a:noFill/>
                </a:ln>
                <a:solidFill>
                  <a:schemeClr val="bg1"/>
                </a:solidFill>
                <a:effectLst/>
                <a:uLnTx/>
                <a:uFillTx/>
                <a:latin typeface="黑体" pitchFamily="49" charset="-122"/>
                <a:ea typeface="+mn-ea"/>
                <a:cs typeface="+mn-cs"/>
              </a:rPr>
              <a:t>年</a:t>
            </a:r>
            <a:r>
              <a:rPr kumimoji="0" lang="en-US" altLang="en-US" sz="2200" b="0" i="0" u="none" strike="noStrike" kern="1200" cap="none" spc="0" normalizeH="0" baseline="0" noProof="0" dirty="0">
                <a:ln>
                  <a:noFill/>
                </a:ln>
                <a:solidFill>
                  <a:schemeClr val="bg1"/>
                </a:solidFill>
                <a:effectLst/>
                <a:uLnTx/>
                <a:uFillTx/>
                <a:latin typeface="黑体" pitchFamily="49" charset="-122"/>
                <a:ea typeface="+mn-ea"/>
                <a:cs typeface="+mn-cs"/>
              </a:rPr>
              <a:t>11</a:t>
            </a:r>
            <a:r>
              <a:rPr kumimoji="0" lang="zh-CN" altLang="en-US" sz="2200" b="0" i="0" u="none" strike="noStrike" kern="1200" cap="none" spc="0" normalizeH="0" baseline="0" noProof="0" dirty="0">
                <a:ln>
                  <a:noFill/>
                </a:ln>
                <a:solidFill>
                  <a:schemeClr val="bg1"/>
                </a:solidFill>
                <a:effectLst/>
                <a:uLnTx/>
                <a:uFillTx/>
                <a:latin typeface="黑体" pitchFamily="49" charset="-122"/>
                <a:ea typeface="+mn-ea"/>
                <a:cs typeface="+mn-cs"/>
              </a:rPr>
              <a:t>月）</a:t>
            </a:r>
            <a:endParaRPr kumimoji="0" lang="zh-CN" altLang="en-US" sz="2200" b="0" i="0" u="none" strike="noStrike" kern="1200" cap="none" spc="0" normalizeH="0" baseline="0" noProof="0" dirty="0">
              <a:ln>
                <a:noFill/>
              </a:ln>
              <a:solidFill>
                <a:schemeClr val="bg1"/>
              </a:solidFill>
              <a:effectLst/>
              <a:uLnTx/>
              <a:uFillTx/>
              <a:latin typeface="黑体" pitchFamily="49" charset="-122"/>
              <a:ea typeface="+mn-ea"/>
              <a:cs typeface="+mn-cs"/>
            </a:endParaRPr>
          </a:p>
          <a:p>
            <a:pPr marL="0" marR="0" lvl="0" indent="0" algn="l" defTabSz="1130300" rtl="0" eaLnBrk="0" fontAlgn="base" latinLnBrk="0" hangingPunct="0">
              <a:lnSpc>
                <a:spcPts val="4000"/>
              </a:lnSpc>
              <a:spcBef>
                <a:spcPct val="20000"/>
              </a:spcBef>
              <a:spcAft>
                <a:spcPct val="0"/>
              </a:spcAft>
              <a:buClrTx/>
              <a:buSzTx/>
              <a:buFont typeface="Arial" charset="0"/>
              <a:buNone/>
              <a:defRPr/>
            </a:pPr>
            <a:r>
              <a:rPr kumimoji="0" lang="en-US" altLang="en-US" sz="2200" b="0" i="0" u="none" strike="noStrike" kern="1200" cap="none" spc="0" normalizeH="0" baseline="0" noProof="0" dirty="0">
                <a:ln>
                  <a:noFill/>
                </a:ln>
                <a:solidFill>
                  <a:schemeClr val="bg1"/>
                </a:solidFill>
                <a:effectLst/>
                <a:uLnTx/>
                <a:uFillTx/>
                <a:latin typeface="黑体" pitchFamily="49" charset="-122"/>
                <a:ea typeface="+mn-ea"/>
                <a:cs typeface="+mn-cs"/>
              </a:rPr>
              <a:t>   (A)</a:t>
            </a:r>
            <a:r>
              <a:rPr kumimoji="0" lang="zh-CN" altLang="en-US" sz="2200" b="0" i="0" u="none" strike="noStrike" kern="1200" cap="none" spc="0" normalizeH="0" baseline="0" noProof="0" dirty="0">
                <a:ln>
                  <a:noFill/>
                </a:ln>
                <a:solidFill>
                  <a:schemeClr val="bg1"/>
                </a:solidFill>
                <a:effectLst/>
                <a:uLnTx/>
                <a:uFillTx/>
                <a:latin typeface="黑体" pitchFamily="49" charset="-122"/>
                <a:ea typeface="+mn-ea"/>
                <a:cs typeface="+mn-cs"/>
              </a:rPr>
              <a:t>个体心理经常出现波动</a:t>
            </a:r>
            <a:endParaRPr kumimoji="0" lang="en-US" altLang="zh-CN" sz="2200" b="0" i="0" u="none" strike="noStrike" kern="1200" cap="none" spc="0" normalizeH="0" baseline="0" noProof="0" dirty="0">
              <a:ln>
                <a:noFill/>
              </a:ln>
              <a:solidFill>
                <a:schemeClr val="bg1"/>
              </a:solidFill>
              <a:effectLst/>
              <a:uLnTx/>
              <a:uFillTx/>
              <a:latin typeface="黑体" pitchFamily="49" charset="-122"/>
              <a:ea typeface="+mn-ea"/>
              <a:cs typeface="+mn-cs"/>
            </a:endParaRPr>
          </a:p>
          <a:p>
            <a:pPr marL="0" marR="0" lvl="0" indent="0" algn="l" defTabSz="1130300" rtl="0" eaLnBrk="0" fontAlgn="base" latinLnBrk="0" hangingPunct="0">
              <a:lnSpc>
                <a:spcPts val="4000"/>
              </a:lnSpc>
              <a:spcBef>
                <a:spcPct val="20000"/>
              </a:spcBef>
              <a:spcAft>
                <a:spcPct val="0"/>
              </a:spcAft>
              <a:buClrTx/>
              <a:buSzTx/>
              <a:buFont typeface="Arial" charset="0"/>
              <a:buNone/>
              <a:defRPr/>
            </a:pPr>
            <a:r>
              <a:rPr kumimoji="0" lang="en-US" altLang="en-US" sz="2200" b="0" i="0" u="none" strike="noStrike" kern="1200" cap="none" spc="0" normalizeH="0" baseline="0" noProof="0" dirty="0">
                <a:ln>
                  <a:noFill/>
                </a:ln>
                <a:solidFill>
                  <a:schemeClr val="bg1"/>
                </a:solidFill>
                <a:effectLst/>
                <a:uLnTx/>
                <a:uFillTx/>
                <a:latin typeface="黑体" pitchFamily="49" charset="-122"/>
                <a:ea typeface="+mn-ea"/>
                <a:cs typeface="+mn-cs"/>
              </a:rPr>
              <a:t>   (B)</a:t>
            </a:r>
            <a:r>
              <a:rPr kumimoji="0" lang="zh-CN" altLang="en-US" sz="2200" b="0" i="0" u="none" strike="noStrike" kern="1200" cap="none" spc="0" normalizeH="0" baseline="0" noProof="0" dirty="0">
                <a:ln>
                  <a:noFill/>
                </a:ln>
                <a:solidFill>
                  <a:schemeClr val="bg1"/>
                </a:solidFill>
                <a:effectLst/>
                <a:uLnTx/>
                <a:uFillTx/>
                <a:latin typeface="黑体" pitchFamily="49" charset="-122"/>
                <a:ea typeface="+mn-ea"/>
                <a:cs typeface="+mn-cs"/>
              </a:rPr>
              <a:t>个体一生的心理发展并不随年龄匀速发展</a:t>
            </a:r>
            <a:r>
              <a:rPr kumimoji="0" lang="en-US" altLang="en-US" sz="2200" b="0" i="0" u="none" strike="noStrike" kern="1200" cap="none" spc="0" normalizeH="0" baseline="0" noProof="0" dirty="0">
                <a:ln>
                  <a:noFill/>
                </a:ln>
                <a:solidFill>
                  <a:schemeClr val="bg1"/>
                </a:solidFill>
                <a:effectLst/>
                <a:uLnTx/>
                <a:uFillTx/>
                <a:latin typeface="黑体" pitchFamily="49" charset="-122"/>
                <a:ea typeface="+mn-ea"/>
                <a:cs typeface="+mn-cs"/>
              </a:rPr>
              <a:t>   </a:t>
            </a:r>
            <a:endParaRPr kumimoji="0" lang="zh-CN" altLang="en-US" sz="2200" b="0" i="0" u="none" strike="noStrike" kern="1200" cap="none" spc="0" normalizeH="0" baseline="0" noProof="0" dirty="0">
              <a:ln>
                <a:noFill/>
              </a:ln>
              <a:solidFill>
                <a:schemeClr val="bg1"/>
              </a:solidFill>
              <a:effectLst/>
              <a:uLnTx/>
              <a:uFillTx/>
              <a:latin typeface="黑体" pitchFamily="49" charset="-122"/>
              <a:ea typeface="+mn-ea"/>
              <a:cs typeface="+mn-cs"/>
            </a:endParaRPr>
          </a:p>
          <a:p>
            <a:pPr marL="0" marR="0" lvl="0" indent="0" algn="l" defTabSz="1130300" rtl="0" eaLnBrk="0" fontAlgn="base" latinLnBrk="0" hangingPunct="0">
              <a:lnSpc>
                <a:spcPts val="4000"/>
              </a:lnSpc>
              <a:spcBef>
                <a:spcPct val="20000"/>
              </a:spcBef>
              <a:spcAft>
                <a:spcPct val="0"/>
              </a:spcAft>
              <a:buClrTx/>
              <a:buSzTx/>
              <a:buFont typeface="Arial" charset="0"/>
              <a:buNone/>
              <a:defRPr/>
            </a:pPr>
            <a:r>
              <a:rPr kumimoji="0" lang="en-US" altLang="en-US" sz="2200" b="0" i="0" u="none" strike="noStrike" kern="1200" cap="none" spc="0" normalizeH="0" baseline="0" noProof="0" dirty="0">
                <a:ln>
                  <a:noFill/>
                </a:ln>
                <a:solidFill>
                  <a:schemeClr val="bg1"/>
                </a:solidFill>
                <a:effectLst/>
                <a:uLnTx/>
                <a:uFillTx/>
                <a:latin typeface="黑体" pitchFamily="49" charset="-122"/>
                <a:ea typeface="+mn-ea"/>
                <a:cs typeface="+mn-cs"/>
              </a:rPr>
              <a:t>   (C)</a:t>
            </a:r>
            <a:r>
              <a:rPr kumimoji="0" lang="zh-CN" altLang="en-US" sz="2200" b="0" i="0" u="none" strike="noStrike" kern="1200" cap="none" spc="0" normalizeH="0" baseline="0" noProof="0" dirty="0">
                <a:ln>
                  <a:noFill/>
                </a:ln>
                <a:solidFill>
                  <a:schemeClr val="bg1"/>
                </a:solidFill>
                <a:effectLst/>
                <a:uLnTx/>
                <a:uFillTx/>
                <a:latin typeface="黑体" pitchFamily="49" charset="-122"/>
                <a:ea typeface="+mn-ea"/>
                <a:cs typeface="+mn-cs"/>
              </a:rPr>
              <a:t>心理发展过程中会出现阴阳失调</a:t>
            </a:r>
            <a:endParaRPr kumimoji="0" lang="en-US" altLang="zh-CN" sz="2200" b="0" i="0" u="none" strike="noStrike" kern="1200" cap="none" spc="0" normalizeH="0" baseline="0" noProof="0" dirty="0">
              <a:ln>
                <a:noFill/>
              </a:ln>
              <a:solidFill>
                <a:schemeClr val="bg1"/>
              </a:solidFill>
              <a:effectLst/>
              <a:uLnTx/>
              <a:uFillTx/>
              <a:latin typeface="黑体" pitchFamily="49" charset="-122"/>
              <a:ea typeface="+mn-ea"/>
              <a:cs typeface="+mn-cs"/>
            </a:endParaRPr>
          </a:p>
          <a:p>
            <a:pPr marL="0" marR="0" lvl="0" indent="0" algn="l" defTabSz="1130300" rtl="0" eaLnBrk="0" fontAlgn="base" latinLnBrk="0" hangingPunct="0">
              <a:lnSpc>
                <a:spcPts val="4000"/>
              </a:lnSpc>
              <a:spcBef>
                <a:spcPct val="20000"/>
              </a:spcBef>
              <a:spcAft>
                <a:spcPct val="0"/>
              </a:spcAft>
              <a:buClrTx/>
              <a:buSzTx/>
              <a:buFont typeface="Arial" charset="0"/>
              <a:buNone/>
              <a:defRPr/>
            </a:pPr>
            <a:r>
              <a:rPr kumimoji="0" lang="en-US" altLang="en-US" sz="2200" b="0" i="0" u="none" strike="noStrike" kern="1200" cap="none" spc="0" normalizeH="0" baseline="0" noProof="0" dirty="0">
                <a:ln>
                  <a:noFill/>
                </a:ln>
                <a:solidFill>
                  <a:schemeClr val="bg1"/>
                </a:solidFill>
                <a:effectLst/>
                <a:uLnTx/>
                <a:uFillTx/>
                <a:latin typeface="黑体" pitchFamily="49" charset="-122"/>
                <a:ea typeface="+mn-ea"/>
                <a:cs typeface="+mn-cs"/>
              </a:rPr>
              <a:t>   (D)</a:t>
            </a:r>
            <a:r>
              <a:rPr kumimoji="0" lang="zh-CN" altLang="en-US" sz="2200" b="0" i="0" u="none" strike="noStrike" kern="1200" cap="none" spc="0" normalizeH="0" baseline="0" noProof="0" dirty="0">
                <a:ln>
                  <a:noFill/>
                </a:ln>
                <a:solidFill>
                  <a:schemeClr val="bg1"/>
                </a:solidFill>
                <a:effectLst/>
                <a:uLnTx/>
                <a:uFillTx/>
                <a:latin typeface="黑体" pitchFamily="49" charset="-122"/>
                <a:ea typeface="+mn-ea"/>
                <a:cs typeface="+mn-cs"/>
              </a:rPr>
              <a:t>心理发展和行为发展不协调</a:t>
            </a:r>
            <a:endParaRPr kumimoji="0" lang="en-US" altLang="zh-CN" sz="2200" b="0" i="0" u="none" strike="noStrike" kern="1200" cap="none" spc="0" normalizeH="0" baseline="0" noProof="0" dirty="0">
              <a:ln>
                <a:noFill/>
              </a:ln>
              <a:solidFill>
                <a:schemeClr val="bg1"/>
              </a:solidFill>
              <a:effectLst/>
              <a:uLnTx/>
              <a:uFillTx/>
              <a:latin typeface="黑体" pitchFamily="49" charset="-122"/>
              <a:ea typeface="+mn-ea"/>
              <a:cs typeface="+mn-cs"/>
            </a:endParaRPr>
          </a:p>
          <a:p>
            <a:pPr marL="0" marR="0" lvl="0" indent="0" algn="l" defTabSz="1130300" rtl="0" eaLnBrk="0" fontAlgn="base" latinLnBrk="0" hangingPunct="0">
              <a:lnSpc>
                <a:spcPts val="4000"/>
              </a:lnSpc>
              <a:spcBef>
                <a:spcPct val="20000"/>
              </a:spcBef>
              <a:spcAft>
                <a:spcPct val="0"/>
              </a:spcAft>
              <a:buClrTx/>
              <a:buSzTx/>
              <a:buFont typeface="Arial" charset="0"/>
              <a:buNone/>
              <a:defRPr/>
            </a:pPr>
            <a:r>
              <a:rPr kumimoji="0" lang="en-US" altLang="zh-CN" sz="2200" b="0" i="0" u="none" strike="noStrike" kern="1200" cap="none" spc="0" normalizeH="0" baseline="0" noProof="0" dirty="0">
                <a:ln>
                  <a:noFill/>
                </a:ln>
                <a:solidFill>
                  <a:schemeClr val="bg1"/>
                </a:solidFill>
                <a:effectLst/>
                <a:uLnTx/>
                <a:uFillTx/>
                <a:latin typeface="黑体" pitchFamily="49" charset="-122"/>
                <a:ea typeface="+mn-ea"/>
                <a:cs typeface="+mn-cs"/>
              </a:rPr>
              <a:t>   [</a:t>
            </a:r>
            <a:r>
              <a:rPr kumimoji="0" lang="zh-CN" altLang="en-US" sz="2200" b="0" i="0" u="none" strike="noStrike" kern="1200" cap="none" spc="0" normalizeH="0" baseline="0" noProof="0" dirty="0">
                <a:ln>
                  <a:noFill/>
                </a:ln>
                <a:solidFill>
                  <a:schemeClr val="bg1"/>
                </a:solidFill>
                <a:effectLst/>
                <a:uLnTx/>
                <a:uFillTx/>
                <a:latin typeface="黑体" pitchFamily="49" charset="-122"/>
                <a:ea typeface="+mn-ea"/>
                <a:cs typeface="+mn-cs"/>
              </a:rPr>
              <a:t>答案</a:t>
            </a:r>
            <a:r>
              <a:rPr kumimoji="0" lang="en-US" altLang="zh-CN" sz="2200" b="0" i="0" u="none" strike="noStrike" kern="1200" cap="none" spc="0" normalizeH="0" baseline="0" noProof="0" dirty="0">
                <a:ln>
                  <a:noFill/>
                </a:ln>
                <a:solidFill>
                  <a:schemeClr val="bg1"/>
                </a:solidFill>
                <a:effectLst/>
                <a:uLnTx/>
                <a:uFillTx/>
                <a:latin typeface="黑体" pitchFamily="49" charset="-122"/>
                <a:ea typeface="+mn-ea"/>
                <a:cs typeface="+mn-cs"/>
              </a:rPr>
              <a:t>]B</a:t>
            </a:r>
            <a:endParaRPr kumimoji="0" lang="zh-CN" altLang="en-US" sz="2200" b="0" i="0" u="none" strike="noStrike" kern="1200" cap="none" spc="0" normalizeH="0" baseline="0" noProof="0" dirty="0">
              <a:ln>
                <a:noFill/>
              </a:ln>
              <a:solidFill>
                <a:schemeClr val="bg1"/>
              </a:solidFill>
              <a:effectLst/>
              <a:uLnTx/>
              <a:uFillTx/>
              <a:latin typeface="黑体" pitchFamily="49" charset="-122"/>
              <a:ea typeface="+mn-ea"/>
              <a:cs typeface="+mn-c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5" name="内容占位符 2"/>
          <p:cNvSpPr>
            <a14:cpLocks xmlns:a14="http://schemas.microsoft.com/office/drawing/2010/main" noGrp="1"/>
          </p:cNvSpPr>
          <p:nvPr>
            <p:ph idx="4294967295"/>
          </p:nvPr>
        </p:nvSpPr>
        <p:spPr>
          <a:xfrm>
            <a:off x="1443038" y="957263"/>
            <a:ext cx="8478837" cy="4143375"/>
          </a:xfrm>
          <a:ln/>
        </p:spPr>
        <p:txBody>
          <a:bodyPr wrap="square" lIns="91440" tIns="45720" rIns="91440" bIns="45720" anchor="t"/>
          <a:p>
            <a:pPr marL="0" lvl="0" indent="0">
              <a:buNone/>
            </a:pPr>
            <a:r>
              <a:rPr lang="zh-CN" altLang="en-US" b="1" dirty="0">
                <a:solidFill>
                  <a:srgbClr val="00FFCC"/>
                </a:solidFill>
                <a:latin typeface="黑体" pitchFamily="49" charset="-122"/>
              </a:rPr>
              <a:t>二、发展心理学的研究内容</a:t>
            </a:r>
            <a:endParaRPr lang="en-US" altLang="x-none" b="1" dirty="0">
              <a:solidFill>
                <a:srgbClr val="00FFCC"/>
              </a:solidFill>
              <a:latin typeface="黑体" pitchFamily="49" charset="-122"/>
            </a:endParaRPr>
          </a:p>
          <a:p>
            <a:pPr marL="0" lvl="0" indent="0">
              <a:buNone/>
            </a:pPr>
            <a:r>
              <a:rPr lang="en-US" altLang="x-none" dirty="0">
                <a:solidFill>
                  <a:schemeClr val="accent1"/>
                </a:solidFill>
                <a:latin typeface="黑体" pitchFamily="49" charset="-122"/>
              </a:rPr>
              <a:t>  </a:t>
            </a:r>
            <a:r>
              <a:rPr lang="en-US" altLang="zh-CN" dirty="0">
                <a:solidFill>
                  <a:schemeClr val="accent1"/>
                </a:solidFill>
                <a:latin typeface="黑体" pitchFamily="49" charset="-122"/>
              </a:rPr>
              <a:t>1</a:t>
            </a:r>
            <a:r>
              <a:rPr lang="zh-CN" altLang="en-US" dirty="0">
                <a:solidFill>
                  <a:schemeClr val="accent1"/>
                </a:solidFill>
                <a:latin typeface="黑体" pitchFamily="49" charset="-122"/>
              </a:rPr>
              <a:t>、心理发展的年龄阶段特征</a:t>
            </a:r>
            <a:endParaRPr lang="en-US" altLang="x-none" dirty="0">
              <a:solidFill>
                <a:schemeClr val="accent1"/>
              </a:solidFill>
              <a:latin typeface="黑体" pitchFamily="49" charset="-122"/>
            </a:endParaRPr>
          </a:p>
          <a:p>
            <a:pPr marL="0" lvl="0" indent="0">
              <a:buNone/>
            </a:pPr>
            <a:r>
              <a:rPr lang="en-US" altLang="x-none" dirty="0">
                <a:solidFill>
                  <a:schemeClr val="accent1"/>
                </a:solidFill>
                <a:latin typeface="黑体" pitchFamily="49" charset="-122"/>
              </a:rPr>
              <a:t>  </a:t>
            </a:r>
            <a:r>
              <a:rPr lang="en-US" altLang="zh-CN" dirty="0">
                <a:solidFill>
                  <a:schemeClr val="accent1"/>
                </a:solidFill>
                <a:latin typeface="黑体" pitchFamily="49" charset="-122"/>
              </a:rPr>
              <a:t>2</a:t>
            </a:r>
            <a:r>
              <a:rPr lang="zh-CN" altLang="en-US" dirty="0">
                <a:solidFill>
                  <a:schemeClr val="accent1"/>
                </a:solidFill>
                <a:latin typeface="黑体" pitchFamily="49" charset="-122"/>
              </a:rPr>
              <a:t>、心理发展的基本理论</a:t>
            </a:r>
            <a:endParaRPr lang="en-US" altLang="x-none" dirty="0">
              <a:solidFill>
                <a:schemeClr val="accent1"/>
              </a:solidFill>
              <a:latin typeface="黑体" pitchFamily="49" charset="-122"/>
            </a:endParaRPr>
          </a:p>
          <a:p>
            <a:pPr marL="0" lvl="0" indent="0">
              <a:buNone/>
            </a:pPr>
            <a:r>
              <a:rPr lang="en-US" altLang="x-none" dirty="0">
                <a:solidFill>
                  <a:schemeClr val="accent1"/>
                </a:solidFill>
                <a:latin typeface="黑体" pitchFamily="49" charset="-122"/>
              </a:rPr>
              <a:t>      </a:t>
            </a:r>
            <a:r>
              <a:rPr lang="zh-CN" altLang="en-US" dirty="0">
                <a:solidFill>
                  <a:schemeClr val="accent1"/>
                </a:solidFill>
                <a:latin typeface="黑体" pitchFamily="49" charset="-122"/>
              </a:rPr>
              <a:t>心理发展的动因：遗传和环境</a:t>
            </a:r>
            <a:endParaRPr lang="en-US" altLang="x-none" dirty="0">
              <a:solidFill>
                <a:schemeClr val="accent1"/>
              </a:solidFill>
              <a:latin typeface="黑体" pitchFamily="49" charset="-122"/>
            </a:endParaRPr>
          </a:p>
          <a:p>
            <a:pPr marL="0" lvl="0" indent="0">
              <a:buNone/>
            </a:pPr>
            <a:r>
              <a:rPr lang="en-US" altLang="x-none" dirty="0">
                <a:solidFill>
                  <a:schemeClr val="accent1"/>
                </a:solidFill>
                <a:latin typeface="黑体" pitchFamily="49" charset="-122"/>
              </a:rPr>
              <a:t>      </a:t>
            </a:r>
            <a:r>
              <a:rPr lang="zh-CN" altLang="en-US" dirty="0">
                <a:solidFill>
                  <a:schemeClr val="accent1"/>
                </a:solidFill>
                <a:latin typeface="黑体" pitchFamily="49" charset="-122"/>
              </a:rPr>
              <a:t>心理发展的过程：连续性和阶段性</a:t>
            </a:r>
            <a:endParaRPr lang="en-US" altLang="x-none" dirty="0">
              <a:solidFill>
                <a:schemeClr val="accent1"/>
              </a:solidFill>
              <a:latin typeface="黑体" pitchFamily="49" charset="-122"/>
            </a:endParaRPr>
          </a:p>
          <a:p>
            <a:pPr marL="0" lvl="0" indent="0">
              <a:buNone/>
            </a:pPr>
            <a:r>
              <a:rPr lang="en-US" altLang="x-none" dirty="0">
                <a:solidFill>
                  <a:schemeClr val="accent1"/>
                </a:solidFill>
                <a:latin typeface="黑体" pitchFamily="49" charset="-122"/>
              </a:rPr>
              <a:t>      </a:t>
            </a:r>
            <a:r>
              <a:rPr lang="zh-CN" altLang="en-US" dirty="0">
                <a:solidFill>
                  <a:schemeClr val="accent1"/>
                </a:solidFill>
                <a:latin typeface="黑体" pitchFamily="49" charset="-122"/>
              </a:rPr>
              <a:t>心理发展的内动力和外动力的关系问题</a:t>
            </a:r>
            <a:endParaRPr lang="en-US" altLang="x-none" dirty="0">
              <a:solidFill>
                <a:schemeClr val="accent1"/>
              </a:solidFill>
              <a:latin typeface="黑体" pitchFamily="49" charset="-122"/>
            </a:endParaRPr>
          </a:p>
          <a:p>
            <a:pPr marL="0" lvl="0" indent="0">
              <a:buNone/>
            </a:pPr>
            <a:r>
              <a:rPr lang="en-US" altLang="x-none" dirty="0">
                <a:solidFill>
                  <a:schemeClr val="accent1"/>
                </a:solidFill>
                <a:latin typeface="黑体" pitchFamily="49" charset="-122"/>
              </a:rPr>
              <a:t>      </a:t>
            </a:r>
            <a:r>
              <a:rPr lang="zh-CN" altLang="en-US" dirty="0">
                <a:solidFill>
                  <a:schemeClr val="accent1"/>
                </a:solidFill>
                <a:latin typeface="黑体" pitchFamily="49" charset="-122"/>
              </a:rPr>
              <a:t>“关键期”问题</a:t>
            </a:r>
            <a:endParaRPr lang="en-US" altLang="x-none" dirty="0">
              <a:solidFill>
                <a:schemeClr val="accent1"/>
              </a:solidFill>
              <a:latin typeface="黑体" pitchFamily="49" charset="-122"/>
            </a:endParaRPr>
          </a:p>
          <a:p>
            <a:pPr marL="0" lvl="0" indent="0">
              <a:buNone/>
            </a:pPr>
            <a:endParaRPr lang="zh-CN" altLang="en-US" b="1" dirty="0">
              <a:solidFill>
                <a:schemeClr val="accent1"/>
              </a:solidFill>
              <a:latin typeface="黑体" pitchFamily="49"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9" name="标题 1"/>
          <p:cNvSpPr>
            <a14:cpLocks xmlns:a14="http://schemas.microsoft.com/office/drawing/2010/main" noGrp="1"/>
          </p:cNvSpPr>
          <p:nvPr>
            <p:ph type="title"/>
          </p:nvPr>
        </p:nvSpPr>
        <p:spPr>
          <a:xfrm>
            <a:off x="1300163" y="885825"/>
            <a:ext cx="8550275" cy="695325"/>
          </a:xfrm>
          <a:ln/>
        </p:spPr>
        <p:txBody>
          <a:bodyPr wrap="square" lIns="91440" tIns="45720" rIns="91440" bIns="45720" anchor="ctr"/>
          <a:p>
            <a:pPr lvl="0" algn="l"/>
            <a:r>
              <a:rPr lang="zh-CN" altLang="en-US" b="1" dirty="0">
                <a:solidFill>
                  <a:srgbClr val="FFFF00"/>
                </a:solidFill>
                <a:latin typeface="黑体" pitchFamily="49" charset="-122"/>
              </a:rPr>
              <a:t>第二单元 发展心理学的研究方法</a:t>
            </a:r>
            <a:endParaRPr lang="zh-CN" altLang="en-US" b="1" dirty="0">
              <a:solidFill>
                <a:srgbClr val="FFFF00"/>
              </a:solidFill>
              <a:latin typeface="黑体" pitchFamily="49" charset="-122"/>
            </a:endParaRPr>
          </a:p>
        </p:txBody>
      </p:sp>
      <p:sp>
        <p:nvSpPr>
          <p:cNvPr id="17410" name="内容占位符 2"/>
          <p:cNvSpPr>
            <a14:cpLocks xmlns:a14="http://schemas.microsoft.com/office/drawing/2010/main" noGrp="1"/>
          </p:cNvSpPr>
          <p:nvPr>
            <p:ph idx="4294967295"/>
          </p:nvPr>
        </p:nvSpPr>
        <p:spPr>
          <a:xfrm>
            <a:off x="1443038" y="1743075"/>
            <a:ext cx="8478837" cy="4143375"/>
          </a:xfrm>
          <a:ln/>
        </p:spPr>
        <p:txBody>
          <a:bodyPr wrap="square" lIns="91440" tIns="45720" rIns="91440" bIns="45720" anchor="t"/>
          <a:p>
            <a:pPr marL="0" lvl="0" indent="0">
              <a:buNone/>
            </a:pPr>
            <a:r>
              <a:rPr lang="zh-CN" altLang="en-US" dirty="0">
                <a:solidFill>
                  <a:srgbClr val="00FFCC"/>
                </a:solidFill>
                <a:latin typeface="黑体" pitchFamily="49" charset="-122"/>
              </a:rPr>
              <a:t>一、发展心理学研究的功能和特殊性</a:t>
            </a:r>
            <a:endParaRPr lang="en-US" altLang="x-none" dirty="0">
              <a:solidFill>
                <a:srgbClr val="00FFCC"/>
              </a:solidFill>
              <a:latin typeface="黑体" pitchFamily="49" charset="-122"/>
            </a:endParaRPr>
          </a:p>
          <a:p>
            <a:pPr marL="0" lvl="0" indent="0">
              <a:buNone/>
            </a:pPr>
            <a:r>
              <a:rPr lang="en-US" altLang="x-none" b="1" dirty="0">
                <a:solidFill>
                  <a:srgbClr val="00FFCC"/>
                </a:solidFill>
                <a:latin typeface="黑体" pitchFamily="49" charset="-122"/>
              </a:rPr>
              <a:t> </a:t>
            </a:r>
            <a:r>
              <a:rPr lang="zh-CN" altLang="en-US" dirty="0">
                <a:solidFill>
                  <a:srgbClr val="00FFCC"/>
                </a:solidFill>
                <a:latin typeface="黑体" pitchFamily="49" charset="-122"/>
              </a:rPr>
              <a:t>功能：</a:t>
            </a:r>
            <a:endParaRPr lang="en-US" altLang="x-none" dirty="0">
              <a:solidFill>
                <a:srgbClr val="00FFCC"/>
              </a:solidFill>
              <a:latin typeface="黑体" pitchFamily="49" charset="-122"/>
            </a:endParaRPr>
          </a:p>
          <a:p>
            <a:pPr marL="0" lvl="0" indent="0">
              <a:buNone/>
            </a:pPr>
            <a:r>
              <a:rPr lang="en-US" altLang="x-none" dirty="0">
                <a:latin typeface="黑体" pitchFamily="49" charset="-122"/>
              </a:rPr>
              <a:t>   </a:t>
            </a:r>
            <a:r>
              <a:rPr lang="zh-CN" altLang="en-US" dirty="0">
                <a:latin typeface="黑体" pitchFamily="49" charset="-122"/>
              </a:rPr>
              <a:t>描述→解释→预测→控制</a:t>
            </a:r>
            <a:endParaRPr lang="en-US" altLang="x-none" dirty="0">
              <a:latin typeface="黑体" pitchFamily="49" charset="-122"/>
            </a:endParaRPr>
          </a:p>
          <a:p>
            <a:pPr marL="0" lvl="0" indent="0">
              <a:buNone/>
            </a:pPr>
            <a:r>
              <a:rPr lang="en-US" altLang="x-none" dirty="0">
                <a:latin typeface="黑体" pitchFamily="49" charset="-122"/>
              </a:rPr>
              <a:t> </a:t>
            </a:r>
            <a:r>
              <a:rPr lang="zh-CN" altLang="en-US" dirty="0">
                <a:solidFill>
                  <a:srgbClr val="00FFCC"/>
                </a:solidFill>
                <a:latin typeface="黑体" pitchFamily="49" charset="-122"/>
              </a:rPr>
              <a:t>特殊性：</a:t>
            </a:r>
            <a:endParaRPr lang="en-US" altLang="x-none" dirty="0">
              <a:solidFill>
                <a:srgbClr val="00FFCC"/>
              </a:solidFill>
              <a:latin typeface="黑体" pitchFamily="49" charset="-122"/>
            </a:endParaRPr>
          </a:p>
          <a:p>
            <a:pPr marL="0" lvl="0" indent="0">
              <a:buNone/>
            </a:pPr>
            <a:r>
              <a:rPr lang="en-US" altLang="x-none" dirty="0">
                <a:latin typeface="黑体" pitchFamily="49" charset="-122"/>
              </a:rPr>
              <a:t>    </a:t>
            </a:r>
            <a:r>
              <a:rPr lang="zh-CN" altLang="en-US" dirty="0">
                <a:latin typeface="黑体" pitchFamily="49" charset="-122"/>
              </a:rPr>
              <a:t>过程性、动态性</a:t>
            </a:r>
            <a:endParaRPr lang="en-US" altLang="x-none" dirty="0">
              <a:latin typeface="黑体" pitchFamily="49" charset="-122"/>
            </a:endParaRPr>
          </a:p>
          <a:p>
            <a:pPr marL="0" lvl="0" indent="0">
              <a:buNone/>
            </a:pPr>
            <a:r>
              <a:rPr lang="en-US" altLang="x-none" dirty="0">
                <a:latin typeface="黑体" pitchFamily="49" charset="-122"/>
              </a:rPr>
              <a:t>    </a:t>
            </a:r>
            <a:r>
              <a:rPr lang="zh-CN" altLang="en-US" dirty="0">
                <a:latin typeface="黑体" pitchFamily="49" charset="-122"/>
              </a:rPr>
              <a:t>研究对象年龄跨度大，研究方法选择上有差异。</a:t>
            </a:r>
            <a:endParaRPr lang="zh-CN" altLang="en-US" dirty="0">
              <a:latin typeface="黑体" pitchFamily="49"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3" name="灯片编号占位符 5"/>
          <p:cNvSpPr txBox="1">
            <a14:cpLocks xmlns:a14="http://schemas.microsoft.com/office/drawing/2010/main" noGrp="1"/>
          </p:cNvSpPr>
          <p:nvPr/>
        </p:nvSpPr>
        <p:spPr>
          <a:xfrm>
            <a:off x="9031288" y="6557963"/>
            <a:ext cx="2730500" cy="500062"/>
          </a:xfrm>
          <a:prstGeom prst="rect">
            <a:avLst/>
          </a:prstGeom>
          <a:noFill/>
          <a:ln w="9525">
            <a:noFill/>
          </a:ln>
        </p:spPr>
        <p:txBody>
          <a:bodyPr lIns="113157" tIns="56579" rIns="113157" bIns="56579" anchor="t"/>
          <a:p>
            <a:pPr lvl="0" algn="r" defTabSz="1132205"/>
            <a:fld id="{9A0DB2DC-4C9A-4742-B13C-FB6460FD3503}" type="slidenum">
              <a:rPr lang="en-US" altLang="zh-CN" sz="1500" dirty="0">
                <a:latin typeface="Verdana" pitchFamily="34" charset="0"/>
                <a:ea typeface="宋体" charset="-122"/>
              </a:rPr>
            </a:fld>
            <a:endParaRPr lang="en-US" altLang="zh-CN" sz="1500" dirty="0">
              <a:latin typeface="Verdana" pitchFamily="34" charset="0"/>
              <a:ea typeface="宋体" charset="-122"/>
            </a:endParaRPr>
          </a:p>
        </p:txBody>
      </p:sp>
      <p:sp>
        <p:nvSpPr>
          <p:cNvPr id="18434" name="Rectangle 3"/>
          <p:cNvSpPr>
            <a14:cpLocks xmlns:a14="http://schemas.microsoft.com/office/drawing/2010/main" noGrp="1"/>
          </p:cNvSpPr>
          <p:nvPr>
            <p:ph type="body"/>
          </p:nvPr>
        </p:nvSpPr>
        <p:spPr>
          <a:xfrm>
            <a:off x="0" y="600075"/>
            <a:ext cx="12230100" cy="4752975"/>
          </a:xfrm>
          <a:ln/>
        </p:spPr>
        <p:txBody>
          <a:bodyPr wrap="square" lIns="113157" tIns="56579" rIns="113157" bIns="56579" anchor="t"/>
          <a:p>
            <a:pPr marL="469900" lvl="0" indent="-469900" eaLnBrk="1" hangingPunct="1">
              <a:buClr>
                <a:schemeClr val="accent2"/>
              </a:buClr>
              <a:buSzPct val="90000"/>
              <a:buNone/>
            </a:pPr>
            <a:r>
              <a:rPr lang="zh-CN" altLang="en-US" dirty="0">
                <a:solidFill>
                  <a:srgbClr val="00FFCC"/>
                </a:solidFill>
              </a:rPr>
              <a:t>  二、</a:t>
            </a:r>
            <a:r>
              <a:rPr lang="zh-CN" altLang="en-US" dirty="0">
                <a:solidFill>
                  <a:srgbClr val="00FFCC"/>
                </a:solidFill>
                <a:latin typeface="黑体" pitchFamily="49" charset="-122"/>
              </a:rPr>
              <a:t>发展心理学研究的设计方式</a:t>
            </a:r>
            <a:endParaRPr lang="en-US" altLang="zh-CN" dirty="0">
              <a:solidFill>
                <a:srgbClr val="00FFCC"/>
              </a:solidFill>
              <a:latin typeface="黑体" pitchFamily="49" charset="-122"/>
            </a:endParaRPr>
          </a:p>
          <a:p>
            <a:pPr marL="469900" lvl="0" indent="-469900" eaLnBrk="1" hangingPunct="1">
              <a:buClr>
                <a:schemeClr val="accent2"/>
              </a:buClr>
              <a:buSzPct val="90000"/>
              <a:buNone/>
            </a:pPr>
            <a:endParaRPr lang="en-US" altLang="zh-CN" dirty="0">
              <a:solidFill>
                <a:srgbClr val="00FFCC"/>
              </a:solidFill>
              <a:latin typeface="黑体" pitchFamily="49" charset="-122"/>
            </a:endParaRPr>
          </a:p>
          <a:p>
            <a:pPr marL="469900" lvl="0" indent="-469900" eaLnBrk="1" hangingPunct="1">
              <a:buClr>
                <a:schemeClr val="accent2"/>
              </a:buClr>
              <a:buSzPct val="90000"/>
              <a:buNone/>
            </a:pPr>
            <a:r>
              <a:rPr lang="en-US" altLang="zh-CN" dirty="0">
                <a:solidFill>
                  <a:srgbClr val="00FFCC"/>
                </a:solidFill>
                <a:latin typeface="黑体" pitchFamily="49" charset="-122"/>
              </a:rPr>
              <a:t>1</a:t>
            </a:r>
            <a:r>
              <a:rPr lang="zh-CN" altLang="en-US" dirty="0">
                <a:solidFill>
                  <a:srgbClr val="00FFCC"/>
                </a:solidFill>
                <a:latin typeface="黑体" pitchFamily="49" charset="-122"/>
              </a:rPr>
              <a:t>、横向研究设计</a:t>
            </a:r>
            <a:r>
              <a:rPr lang="zh-CN" altLang="en-US" dirty="0">
                <a:latin typeface="黑体" pitchFamily="49" charset="-122"/>
              </a:rPr>
              <a:t>（同一个时间，三组被试）       </a:t>
            </a:r>
            <a:r>
              <a:rPr lang="en-US" altLang="zh-CN" dirty="0">
                <a:latin typeface="黑体" pitchFamily="49" charset="-122"/>
              </a:rPr>
              <a:t>2</a:t>
            </a:r>
            <a:r>
              <a:rPr lang="zh-CN" altLang="en-US" dirty="0">
                <a:latin typeface="黑体" pitchFamily="49" charset="-122"/>
              </a:rPr>
              <a:t>、</a:t>
            </a:r>
            <a:r>
              <a:rPr lang="zh-CN" altLang="en-US" dirty="0">
                <a:solidFill>
                  <a:srgbClr val="00FFCC"/>
                </a:solidFill>
                <a:latin typeface="黑体" pitchFamily="49" charset="-122"/>
              </a:rPr>
              <a:t>纵向研究设计</a:t>
            </a:r>
            <a:r>
              <a:rPr lang="zh-CN" altLang="en-US" dirty="0">
                <a:latin typeface="黑体" pitchFamily="49" charset="-122"/>
              </a:rPr>
              <a:t>（同一组被试，</a:t>
            </a:r>
            <a:r>
              <a:rPr lang="en-US" altLang="zh-CN" dirty="0">
                <a:latin typeface="黑体" pitchFamily="49" charset="-122"/>
              </a:rPr>
              <a:t>3</a:t>
            </a:r>
            <a:r>
              <a:rPr lang="zh-CN" altLang="en-US" dirty="0">
                <a:latin typeface="黑体" pitchFamily="49" charset="-122"/>
              </a:rPr>
              <a:t>次时间）</a:t>
            </a:r>
            <a:endParaRPr lang="en-US" altLang="x-none" dirty="0">
              <a:latin typeface="黑体" pitchFamily="49" charset="-122"/>
            </a:endParaRPr>
          </a:p>
          <a:p>
            <a:pPr marL="908050" lvl="1" indent="-436245" eaLnBrk="1" hangingPunct="1">
              <a:buNone/>
            </a:pPr>
            <a:endParaRPr lang="zh-CN" altLang="en-US" dirty="0">
              <a:latin typeface="黑体" pitchFamily="49" charset="-122"/>
            </a:endParaRPr>
          </a:p>
          <a:p>
            <a:pPr marL="1304925" lvl="2" indent="-394970" eaLnBrk="1" hangingPunct="1">
              <a:buFont typeface="Wingdings 2" pitchFamily="18" charset="2"/>
              <a:buNone/>
            </a:pPr>
            <a:endParaRPr lang="zh-CN" altLang="en-US" dirty="0"/>
          </a:p>
        </p:txBody>
      </p:sp>
      <p:pic>
        <p:nvPicPr>
          <p:cNvPr id="18435" name="Picture 2"/>
          <p:cNvPicPr>
            <a:picLocks noChangeAspect="1"/>
          </p:cNvPicPr>
          <p:nvPr/>
        </p:nvPicPr>
        <p:blipFill>
          <a:blip r:embed="rId1"/>
          <a:stretch>
            <a:fillRect/>
          </a:stretch>
        </p:blipFill>
        <p:spPr>
          <a:xfrm>
            <a:off x="585788" y="2743200"/>
            <a:ext cx="5159375" cy="2286000"/>
          </a:xfrm>
          <a:prstGeom prst="rect">
            <a:avLst/>
          </a:prstGeom>
          <a:noFill/>
          <a:ln w="9525">
            <a:noFill/>
          </a:ln>
          <a:effectLst>
            <a:prstShdw prst="shdw17" dist="17961" dir="2699999">
              <a:srgbClr val="999999"/>
            </a:prstShdw>
          </a:effectLst>
        </p:spPr>
      </p:pic>
      <p:pic>
        <p:nvPicPr>
          <p:cNvPr id="18436" name="Picture 3"/>
          <p:cNvPicPr>
            <a:picLocks noChangeAspect="1"/>
          </p:cNvPicPr>
          <p:nvPr/>
        </p:nvPicPr>
        <p:blipFill>
          <a:blip r:embed="rId2"/>
          <a:stretch>
            <a:fillRect/>
          </a:stretch>
        </p:blipFill>
        <p:spPr>
          <a:xfrm>
            <a:off x="6729413" y="2743200"/>
            <a:ext cx="5143500" cy="2409825"/>
          </a:xfrm>
          <a:prstGeom prst="rect">
            <a:avLst/>
          </a:prstGeom>
          <a:noFill/>
          <a:ln w="9525">
            <a:noFill/>
          </a:ln>
          <a:effectLst>
            <a:prstShdw prst="shdw17" dist="17961" dir="2699999">
              <a:srgbClr val="999999"/>
            </a:prstShdw>
          </a:effectLst>
        </p:spPr>
      </p:pic>
      <p:cxnSp>
        <p:nvCxnSpPr>
          <p:cNvPr id="18437" name="直接连接符 7"/>
          <p:cNvCxnSpPr/>
          <p:nvPr/>
        </p:nvCxnSpPr>
        <p:spPr>
          <a:xfrm rot="-5400000" flipH="1">
            <a:off x="4156075" y="3602038"/>
            <a:ext cx="4073525" cy="69850"/>
          </a:xfrm>
          <a:prstGeom prst="line">
            <a:avLst/>
          </a:prstGeom>
          <a:ln w="28575" cap="flat" cmpd="sng">
            <a:solidFill>
              <a:srgbClr val="00FFCC"/>
            </a:solidFill>
            <a:prstDash val="solid"/>
            <a:round/>
            <a:headEnd type="none" w="med" len="med"/>
            <a:tailEnd type="none" w="med" len="med"/>
          </a:ln>
          <a:effectLst>
            <a:outerShdw dist="17961" dir="2699999" algn="ctr" rotWithShape="0">
              <a:srgbClr val="000000"/>
            </a:outerShdw>
          </a:effectLst>
        </p:spPr>
      </p:cxn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6386" name="Group 2"/>
          <p:cNvGraphicFramePr>
            <a:graphicFrameLocks noGrp="1"/>
          </p:cNvGraphicFramePr>
          <p:nvPr>
            <p:ph idx="1"/>
          </p:nvPr>
        </p:nvGraphicFramePr>
        <p:xfrm>
          <a:off x="1228725" y="1457325"/>
          <a:ext cx="10121900" cy="3324225"/>
        </p:xfrm>
        <a:graphic>
          <a:graphicData uri="http://schemas.openxmlformats.org/drawingml/2006/table">
            <a:tbl>
              <a:tblPr/>
              <a:tblGrid>
                <a:gridCol w="1500188"/>
                <a:gridCol w="4286250"/>
                <a:gridCol w="4335462"/>
              </a:tblGrid>
              <a:tr h="600075">
                <a:tc>
                  <a:txBody>
                    <a:bodyPr/>
                    <a:lstStyle/>
                    <a:p>
                      <a:pPr marL="0" marR="0" lvl="0" indent="0" algn="l" defTabSz="914400" rtl="0" eaLnBrk="1" fontAlgn="base" latinLnBrk="0" hangingPunct="1">
                        <a:lnSpc>
                          <a:spcPts val="4000"/>
                        </a:lnSpc>
                        <a:spcBef>
                          <a:spcPct val="0"/>
                        </a:spcBef>
                        <a:spcAft>
                          <a:spcPct val="0"/>
                        </a:spcAft>
                        <a:buClrTx/>
                        <a:buSzTx/>
                        <a:buFont typeface="Arial" charset="0"/>
                        <a:buNone/>
                      </a:pPr>
                      <a:endParaRPr kumimoji="0" lang="zh-CN" altLang="zh-CN" sz="2200" b="0" i="0" u="none" strike="noStrike" cap="none" normalizeH="0" baseline="0" dirty="0" smtClean="0">
                        <a:ln>
                          <a:noFill/>
                        </a:ln>
                        <a:solidFill>
                          <a:srgbClr val="FFFFFF"/>
                        </a:solidFill>
                        <a:effectLst/>
                        <a:latin typeface="黑体" pitchFamily="49" charset="-122"/>
                        <a:ea typeface="黑体" pitchFamily="49"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8EB4E3"/>
                    </a:solidFill>
                  </a:tcPr>
                </a:tc>
                <a:tc>
                  <a:txBody>
                    <a:bodyPr/>
                    <a:lstStyle/>
                    <a:p>
                      <a:pPr marL="0" marR="0" lvl="0" indent="0" algn="l" defTabSz="914400" rtl="0" eaLnBrk="1" fontAlgn="base" latinLnBrk="0" hangingPunct="1">
                        <a:lnSpc>
                          <a:spcPts val="4000"/>
                        </a:lnSpc>
                        <a:spcBef>
                          <a:spcPct val="0"/>
                        </a:spcBef>
                        <a:spcAft>
                          <a:spcPct val="0"/>
                        </a:spcAft>
                        <a:buClrTx/>
                        <a:buSzTx/>
                        <a:buFont typeface="Arial" charset="0"/>
                        <a:buNone/>
                      </a:pPr>
                      <a:r>
                        <a:rPr kumimoji="0" lang="zh-CN" sz="2200" b="0" i="0" u="none" strike="noStrike" cap="none" normalizeH="0" baseline="0" dirty="0" smtClean="0">
                          <a:ln>
                            <a:noFill/>
                          </a:ln>
                          <a:solidFill>
                            <a:srgbClr val="FFFFFF"/>
                          </a:solidFill>
                          <a:effectLst/>
                          <a:latin typeface="黑体" pitchFamily="49" charset="-122"/>
                          <a:ea typeface="黑体" pitchFamily="49" charset="-122"/>
                        </a:rPr>
                        <a:t>优点</a:t>
                      </a:r>
                      <a:endParaRPr kumimoji="0" lang="zh-CN" sz="2200" b="0" i="0" u="none" strike="noStrike" cap="none" normalizeH="0" baseline="0" dirty="0" smtClean="0">
                        <a:ln>
                          <a:noFill/>
                        </a:ln>
                        <a:solidFill>
                          <a:srgbClr val="FFFFFF"/>
                        </a:solidFill>
                        <a:effectLst/>
                        <a:latin typeface="黑体" pitchFamily="49" charset="-122"/>
                        <a:ea typeface="黑体" pitchFamily="49"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8EB4E3"/>
                    </a:solidFill>
                  </a:tcPr>
                </a:tc>
                <a:tc>
                  <a:txBody>
                    <a:bodyPr/>
                    <a:lstStyle/>
                    <a:p>
                      <a:pPr marL="0" marR="0" lvl="0" indent="0" algn="l" defTabSz="914400" rtl="0" eaLnBrk="1" fontAlgn="base" latinLnBrk="0" hangingPunct="1">
                        <a:lnSpc>
                          <a:spcPts val="4000"/>
                        </a:lnSpc>
                        <a:spcBef>
                          <a:spcPct val="0"/>
                        </a:spcBef>
                        <a:spcAft>
                          <a:spcPct val="0"/>
                        </a:spcAft>
                        <a:buClrTx/>
                        <a:buSzTx/>
                        <a:buFont typeface="Arial" charset="0"/>
                        <a:buNone/>
                      </a:pPr>
                      <a:r>
                        <a:rPr kumimoji="0" lang="zh-CN" sz="2200" b="0" i="0" u="none" strike="noStrike" cap="none" normalizeH="0" baseline="0" smtClean="0">
                          <a:ln>
                            <a:noFill/>
                          </a:ln>
                          <a:solidFill>
                            <a:srgbClr val="FFFFFF"/>
                          </a:solidFill>
                          <a:effectLst/>
                          <a:latin typeface="黑体" pitchFamily="49" charset="-122"/>
                          <a:ea typeface="黑体" pitchFamily="49" charset="-122"/>
                        </a:rPr>
                        <a:t>缺点</a:t>
                      </a:r>
                      <a:endParaRPr kumimoji="0" lang="zh-CN" sz="2200" b="0" i="0" u="none" strike="noStrike" cap="none" normalizeH="0" baseline="0" smtClean="0">
                        <a:ln>
                          <a:noFill/>
                        </a:ln>
                        <a:solidFill>
                          <a:srgbClr val="FFFFFF"/>
                        </a:solidFill>
                        <a:effectLst/>
                        <a:latin typeface="黑体" pitchFamily="49" charset="-122"/>
                        <a:ea typeface="黑体" pitchFamily="49"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8EB4E3"/>
                    </a:solidFill>
                  </a:tcPr>
                </a:tc>
              </a:tr>
              <a:tr h="1108075">
                <a:tc>
                  <a:txBody>
                    <a:bodyPr/>
                    <a:lstStyle/>
                    <a:p>
                      <a:pPr marL="0" marR="0" lvl="0" indent="0" algn="l" defTabSz="914400" rtl="0" eaLnBrk="1" fontAlgn="base" latinLnBrk="0" hangingPunct="1">
                        <a:lnSpc>
                          <a:spcPts val="4000"/>
                        </a:lnSpc>
                        <a:spcBef>
                          <a:spcPct val="0"/>
                        </a:spcBef>
                        <a:spcAft>
                          <a:spcPct val="0"/>
                        </a:spcAft>
                        <a:buClrTx/>
                        <a:buSzTx/>
                        <a:buFont typeface="Arial" charset="0"/>
                        <a:buNone/>
                      </a:pPr>
                      <a:r>
                        <a:rPr kumimoji="0" lang="zh-CN" sz="2200" b="0" i="0" u="none" strike="noStrike" cap="none" normalizeH="0" baseline="0" dirty="0" smtClean="0">
                          <a:ln>
                            <a:noFill/>
                          </a:ln>
                          <a:solidFill>
                            <a:srgbClr val="00FFCC"/>
                          </a:solidFill>
                          <a:effectLst/>
                          <a:latin typeface="黑体" pitchFamily="49" charset="-122"/>
                          <a:ea typeface="黑体" pitchFamily="49" charset="-122"/>
                        </a:rPr>
                        <a:t>横向研究</a:t>
                      </a:r>
                      <a:endParaRPr kumimoji="0" lang="zh-CN" sz="2200" b="0" i="0" u="none" strike="noStrike" cap="none" normalizeH="0" baseline="0" dirty="0" smtClean="0">
                        <a:ln>
                          <a:noFill/>
                        </a:ln>
                        <a:solidFill>
                          <a:srgbClr val="00FFCC"/>
                        </a:solidFill>
                        <a:effectLst/>
                        <a:latin typeface="黑体" pitchFamily="49" charset="-122"/>
                        <a:ea typeface="黑体" pitchFamily="49"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ts val="4000"/>
                        </a:lnSpc>
                        <a:spcBef>
                          <a:spcPct val="0"/>
                        </a:spcBef>
                        <a:spcAft>
                          <a:spcPct val="0"/>
                        </a:spcAft>
                        <a:buClrTx/>
                        <a:buSzTx/>
                        <a:buFont typeface="Arial" charset="0"/>
                        <a:buNone/>
                      </a:pPr>
                      <a:r>
                        <a:rPr kumimoji="0" lang="zh-CN" altLang="en-US" sz="2200" b="0" i="0" u="none" strike="noStrike" cap="none" normalizeH="0" baseline="0" smtClean="0">
                          <a:ln>
                            <a:noFill/>
                          </a:ln>
                          <a:solidFill>
                            <a:srgbClr val="FFFFFF"/>
                          </a:solidFill>
                          <a:effectLst/>
                          <a:latin typeface="黑体" pitchFamily="49" charset="-122"/>
                          <a:ea typeface="黑体" pitchFamily="49" charset="-122"/>
                        </a:rPr>
                        <a:t>适用性</a:t>
                      </a:r>
                      <a:endParaRPr kumimoji="0" lang="en-US" sz="2200" b="0" i="0" u="none" strike="noStrike" cap="none" normalizeH="0" baseline="0" smtClean="0">
                        <a:ln>
                          <a:noFill/>
                        </a:ln>
                        <a:solidFill>
                          <a:srgbClr val="FFFFFF"/>
                        </a:solidFill>
                        <a:effectLst/>
                        <a:latin typeface="黑体" pitchFamily="49" charset="-122"/>
                        <a:ea typeface="黑体" pitchFamily="49" charset="-122"/>
                      </a:endParaRPr>
                    </a:p>
                    <a:p>
                      <a:pPr marL="0" marR="0" lvl="0" indent="0" algn="l" defTabSz="914400" rtl="0" eaLnBrk="1" fontAlgn="base" latinLnBrk="0" hangingPunct="1">
                        <a:lnSpc>
                          <a:spcPts val="4000"/>
                        </a:lnSpc>
                        <a:spcBef>
                          <a:spcPct val="0"/>
                        </a:spcBef>
                        <a:spcAft>
                          <a:spcPct val="0"/>
                        </a:spcAft>
                        <a:buClrTx/>
                        <a:buSzTx/>
                        <a:buFont typeface="Arial" charset="0"/>
                        <a:buNone/>
                      </a:pPr>
                      <a:r>
                        <a:rPr kumimoji="0" lang="zh-CN" altLang="en-US" sz="2200" b="0" i="0" u="none" strike="noStrike" cap="none" normalizeH="0" baseline="0" smtClean="0">
                          <a:ln>
                            <a:noFill/>
                          </a:ln>
                          <a:solidFill>
                            <a:srgbClr val="FFFFFF"/>
                          </a:solidFill>
                          <a:effectLst/>
                          <a:latin typeface="黑体" pitchFamily="49" charset="-122"/>
                          <a:ea typeface="黑体" pitchFamily="49" charset="-122"/>
                        </a:rPr>
                        <a:t>时效性</a:t>
                      </a:r>
                      <a:endParaRPr kumimoji="0" lang="zh-CN" altLang="en-US" sz="2200" b="0" i="0" u="none" strike="noStrike" cap="none" normalizeH="0" baseline="0" smtClean="0">
                        <a:ln>
                          <a:noFill/>
                        </a:ln>
                        <a:solidFill>
                          <a:srgbClr val="FFFFFF"/>
                        </a:solidFill>
                        <a:effectLst/>
                        <a:latin typeface="黑体" pitchFamily="49" charset="-122"/>
                        <a:ea typeface="黑体" pitchFamily="49"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ts val="4000"/>
                        </a:lnSpc>
                        <a:spcBef>
                          <a:spcPct val="0"/>
                        </a:spcBef>
                        <a:spcAft>
                          <a:spcPct val="0"/>
                        </a:spcAft>
                        <a:buClrTx/>
                        <a:buSzTx/>
                        <a:buFont typeface="Arial" charset="0"/>
                        <a:buNone/>
                      </a:pPr>
                      <a:r>
                        <a:rPr kumimoji="0" lang="zh-CN" altLang="en-US" sz="2200" b="0" i="0" u="none" strike="noStrike" cap="none" normalizeH="0" baseline="0" smtClean="0">
                          <a:ln>
                            <a:noFill/>
                          </a:ln>
                          <a:solidFill>
                            <a:srgbClr val="FFFFFF"/>
                          </a:solidFill>
                          <a:effectLst/>
                          <a:latin typeface="黑体" pitchFamily="49" charset="-122"/>
                          <a:ea typeface="黑体" pitchFamily="49" charset="-122"/>
                        </a:rPr>
                        <a:t>人为的联结性</a:t>
                      </a:r>
                      <a:endParaRPr kumimoji="0" lang="en-US" sz="2200" b="0" i="0" u="none" strike="noStrike" cap="none" normalizeH="0" baseline="0" smtClean="0">
                        <a:ln>
                          <a:noFill/>
                        </a:ln>
                        <a:solidFill>
                          <a:srgbClr val="FFFFFF"/>
                        </a:solidFill>
                        <a:effectLst/>
                        <a:latin typeface="黑体" pitchFamily="49" charset="-122"/>
                        <a:ea typeface="黑体" pitchFamily="49" charset="-122"/>
                      </a:endParaRPr>
                    </a:p>
                    <a:p>
                      <a:pPr marL="0" marR="0" lvl="0" indent="0" algn="l" defTabSz="914400" rtl="0" eaLnBrk="1" fontAlgn="base" latinLnBrk="0" hangingPunct="1">
                        <a:lnSpc>
                          <a:spcPts val="4000"/>
                        </a:lnSpc>
                        <a:spcBef>
                          <a:spcPct val="0"/>
                        </a:spcBef>
                        <a:spcAft>
                          <a:spcPct val="0"/>
                        </a:spcAft>
                        <a:buClrTx/>
                        <a:buSzTx/>
                        <a:buFont typeface="Arial" charset="0"/>
                        <a:buNone/>
                      </a:pPr>
                      <a:r>
                        <a:rPr kumimoji="0" lang="zh-CN" altLang="en-US" sz="2200" b="0" i="0" u="none" strike="noStrike" cap="none" normalizeH="0" baseline="0" smtClean="0">
                          <a:ln>
                            <a:noFill/>
                          </a:ln>
                          <a:solidFill>
                            <a:srgbClr val="FFFFFF"/>
                          </a:solidFill>
                          <a:effectLst/>
                          <a:latin typeface="黑体" pitchFamily="49" charset="-122"/>
                          <a:ea typeface="黑体" pitchFamily="49" charset="-122"/>
                        </a:rPr>
                        <a:t>组群效应</a:t>
                      </a:r>
                      <a:endParaRPr kumimoji="0" lang="zh-CN" altLang="en-US" sz="2200" b="0" i="0" u="none" strike="noStrike" cap="none" normalizeH="0" baseline="0" smtClean="0">
                        <a:ln>
                          <a:noFill/>
                        </a:ln>
                        <a:solidFill>
                          <a:srgbClr val="FFFFFF"/>
                        </a:solidFill>
                        <a:effectLst/>
                        <a:latin typeface="黑体" pitchFamily="49" charset="-122"/>
                        <a:ea typeface="黑体" pitchFamily="49"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r h="1616075">
                <a:tc>
                  <a:txBody>
                    <a:bodyPr/>
                    <a:lstStyle/>
                    <a:p>
                      <a:pPr marL="0" marR="0" lvl="0" indent="0" algn="l" defTabSz="914400" rtl="0" eaLnBrk="1" fontAlgn="base" latinLnBrk="0" hangingPunct="1">
                        <a:lnSpc>
                          <a:spcPts val="4000"/>
                        </a:lnSpc>
                        <a:spcBef>
                          <a:spcPct val="0"/>
                        </a:spcBef>
                        <a:spcAft>
                          <a:spcPct val="0"/>
                        </a:spcAft>
                        <a:buClrTx/>
                        <a:buSzTx/>
                        <a:buFont typeface="Arial" charset="0"/>
                        <a:buNone/>
                      </a:pPr>
                      <a:r>
                        <a:rPr kumimoji="0" lang="zh-CN" sz="2200" b="0" i="0" u="none" strike="noStrike" cap="none" normalizeH="0" baseline="0" dirty="0" smtClean="0">
                          <a:ln>
                            <a:noFill/>
                          </a:ln>
                          <a:solidFill>
                            <a:srgbClr val="00FFCC"/>
                          </a:solidFill>
                          <a:effectLst/>
                          <a:latin typeface="黑体" pitchFamily="49" charset="-122"/>
                          <a:ea typeface="黑体" pitchFamily="49" charset="-122"/>
                        </a:rPr>
                        <a:t>纵向研究</a:t>
                      </a:r>
                      <a:endParaRPr kumimoji="0" lang="zh-CN" sz="2200" b="0" i="0" u="none" strike="noStrike" cap="none" normalizeH="0" baseline="0" dirty="0" smtClean="0">
                        <a:ln>
                          <a:noFill/>
                        </a:ln>
                        <a:solidFill>
                          <a:srgbClr val="00FFCC"/>
                        </a:solidFill>
                        <a:effectLst/>
                        <a:latin typeface="黑体" pitchFamily="49" charset="-122"/>
                        <a:ea typeface="黑体" pitchFamily="49"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ts val="4000"/>
                        </a:lnSpc>
                        <a:spcBef>
                          <a:spcPct val="0"/>
                        </a:spcBef>
                        <a:spcAft>
                          <a:spcPct val="0"/>
                        </a:spcAft>
                        <a:buClrTx/>
                        <a:buSzTx/>
                        <a:buFont typeface="Arial" charset="0"/>
                        <a:buNone/>
                      </a:pPr>
                      <a:r>
                        <a:rPr kumimoji="0" lang="zh-CN" altLang="en-US" sz="2200" b="0" i="0" u="none" strike="noStrike" cap="none" normalizeH="0" baseline="0" smtClean="0">
                          <a:ln>
                            <a:noFill/>
                          </a:ln>
                          <a:solidFill>
                            <a:srgbClr val="FFFFFF"/>
                          </a:solidFill>
                          <a:effectLst/>
                          <a:latin typeface="黑体" pitchFamily="49" charset="-122"/>
                          <a:ea typeface="黑体" pitchFamily="49" charset="-122"/>
                        </a:rPr>
                        <a:t>系统了解心理发展的连续过程</a:t>
                      </a:r>
                      <a:endParaRPr kumimoji="0" lang="en-US" sz="2200" b="0" i="0" u="none" strike="noStrike" cap="none" normalizeH="0" baseline="0" smtClean="0">
                        <a:ln>
                          <a:noFill/>
                        </a:ln>
                        <a:solidFill>
                          <a:srgbClr val="FFFFFF"/>
                        </a:solidFill>
                        <a:effectLst/>
                        <a:latin typeface="黑体" pitchFamily="49" charset="-122"/>
                        <a:ea typeface="黑体" pitchFamily="49" charset="-122"/>
                      </a:endParaRPr>
                    </a:p>
                    <a:p>
                      <a:pPr marL="0" marR="0" lvl="0" indent="0" algn="l" defTabSz="914400" rtl="0" eaLnBrk="1" fontAlgn="base" latinLnBrk="0" hangingPunct="1">
                        <a:lnSpc>
                          <a:spcPts val="4000"/>
                        </a:lnSpc>
                        <a:spcBef>
                          <a:spcPct val="0"/>
                        </a:spcBef>
                        <a:spcAft>
                          <a:spcPct val="0"/>
                        </a:spcAft>
                        <a:buClrTx/>
                        <a:buSzTx/>
                        <a:buFont typeface="Arial" charset="0"/>
                        <a:buNone/>
                      </a:pPr>
                      <a:r>
                        <a:rPr kumimoji="0" lang="zh-CN" altLang="en-US" sz="2200" b="0" i="0" u="none" strike="noStrike" cap="none" normalizeH="0" baseline="0" smtClean="0">
                          <a:ln>
                            <a:noFill/>
                          </a:ln>
                          <a:solidFill>
                            <a:srgbClr val="FFFFFF"/>
                          </a:solidFill>
                          <a:effectLst/>
                          <a:latin typeface="黑体" pitchFamily="49" charset="-122"/>
                          <a:ea typeface="黑体" pitchFamily="49" charset="-122"/>
                        </a:rPr>
                        <a:t>能揭示从量变到质变的规律</a:t>
                      </a:r>
                      <a:endParaRPr kumimoji="0" lang="zh-CN" altLang="en-US" sz="2200" b="0" i="0" u="none" strike="noStrike" cap="none" normalizeH="0" baseline="0" smtClean="0">
                        <a:ln>
                          <a:noFill/>
                        </a:ln>
                        <a:solidFill>
                          <a:srgbClr val="FFFFFF"/>
                        </a:solidFill>
                        <a:effectLst/>
                        <a:latin typeface="黑体" pitchFamily="49" charset="-122"/>
                        <a:ea typeface="黑体" pitchFamily="49"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ts val="4000"/>
                        </a:lnSpc>
                        <a:spcBef>
                          <a:spcPct val="0"/>
                        </a:spcBef>
                        <a:spcAft>
                          <a:spcPct val="0"/>
                        </a:spcAft>
                        <a:buClrTx/>
                        <a:buSzTx/>
                        <a:buFont typeface="Arial" charset="0"/>
                        <a:buNone/>
                      </a:pPr>
                      <a:r>
                        <a:rPr kumimoji="0" lang="zh-CN" altLang="en-US" sz="2200" b="0" i="0" u="none" strike="noStrike" cap="none" normalizeH="0" baseline="0" dirty="0" smtClean="0">
                          <a:ln>
                            <a:noFill/>
                          </a:ln>
                          <a:solidFill>
                            <a:srgbClr val="FFFFFF"/>
                          </a:solidFill>
                          <a:effectLst/>
                          <a:latin typeface="黑体" pitchFamily="49" charset="-122"/>
                          <a:ea typeface="黑体" pitchFamily="49" charset="-122"/>
                        </a:rPr>
                        <a:t>时效性差（耗费人力、物力）</a:t>
                      </a:r>
                      <a:endParaRPr kumimoji="0" lang="en-US" sz="2200" b="0" i="0" u="none" strike="noStrike" cap="none" normalizeH="0" baseline="0" dirty="0" smtClean="0">
                        <a:ln>
                          <a:noFill/>
                        </a:ln>
                        <a:solidFill>
                          <a:srgbClr val="FFFFFF"/>
                        </a:solidFill>
                        <a:effectLst/>
                        <a:latin typeface="黑体" pitchFamily="49" charset="-122"/>
                        <a:ea typeface="黑体" pitchFamily="49" charset="-122"/>
                      </a:endParaRPr>
                    </a:p>
                    <a:p>
                      <a:pPr marL="0" marR="0" lvl="0" indent="0" algn="l" defTabSz="914400" rtl="0" eaLnBrk="1" fontAlgn="base" latinLnBrk="0" hangingPunct="1">
                        <a:lnSpc>
                          <a:spcPts val="4000"/>
                        </a:lnSpc>
                        <a:spcBef>
                          <a:spcPct val="0"/>
                        </a:spcBef>
                        <a:spcAft>
                          <a:spcPct val="0"/>
                        </a:spcAft>
                        <a:buClrTx/>
                        <a:buSzTx/>
                        <a:buFont typeface="Arial" charset="0"/>
                        <a:buNone/>
                      </a:pPr>
                      <a:r>
                        <a:rPr kumimoji="0" lang="zh-CN" altLang="en-US" sz="2200" b="0" i="0" u="none" strike="noStrike" cap="none" normalizeH="0" baseline="0" dirty="0" smtClean="0">
                          <a:ln>
                            <a:noFill/>
                          </a:ln>
                          <a:solidFill>
                            <a:srgbClr val="FFFFFF"/>
                          </a:solidFill>
                          <a:effectLst/>
                          <a:latin typeface="黑体" pitchFamily="49" charset="-122"/>
                          <a:ea typeface="黑体" pitchFamily="49" charset="-122"/>
                        </a:rPr>
                        <a:t>被试容易流失</a:t>
                      </a:r>
                      <a:endParaRPr kumimoji="0" lang="en-US" sz="2200" b="0" i="0" u="none" strike="noStrike" cap="none" normalizeH="0" baseline="0" dirty="0" smtClean="0">
                        <a:ln>
                          <a:noFill/>
                        </a:ln>
                        <a:solidFill>
                          <a:srgbClr val="FFFFFF"/>
                        </a:solidFill>
                        <a:effectLst/>
                        <a:latin typeface="黑体" pitchFamily="49" charset="-122"/>
                        <a:ea typeface="黑体" pitchFamily="49" charset="-122"/>
                      </a:endParaRPr>
                    </a:p>
                    <a:p>
                      <a:pPr marL="0" marR="0" lvl="0" indent="0" algn="l" defTabSz="914400" rtl="0" eaLnBrk="1" fontAlgn="base" latinLnBrk="0" hangingPunct="1">
                        <a:lnSpc>
                          <a:spcPts val="4000"/>
                        </a:lnSpc>
                        <a:spcBef>
                          <a:spcPct val="0"/>
                        </a:spcBef>
                        <a:spcAft>
                          <a:spcPct val="0"/>
                        </a:spcAft>
                        <a:buClrTx/>
                        <a:buSzTx/>
                        <a:buFont typeface="Arial" charset="0"/>
                        <a:buNone/>
                      </a:pPr>
                      <a:r>
                        <a:rPr kumimoji="0" lang="zh-CN" altLang="en-US" sz="2200" b="0" i="0" u="none" strike="noStrike" cap="none" normalizeH="0" baseline="0" dirty="0" smtClean="0">
                          <a:ln>
                            <a:noFill/>
                          </a:ln>
                          <a:solidFill>
                            <a:srgbClr val="FFFFFF"/>
                          </a:solidFill>
                          <a:effectLst/>
                          <a:latin typeface="黑体" pitchFamily="49" charset="-122"/>
                          <a:ea typeface="黑体" pitchFamily="49" charset="-122"/>
                        </a:rPr>
                        <a:t>可能出现练习效应和疲劳</a:t>
                      </a:r>
                      <a:endParaRPr kumimoji="0" lang="zh-CN" altLang="en-US" sz="2200" b="0" i="0" u="none" strike="noStrike" cap="none" normalizeH="0" baseline="0" dirty="0" smtClean="0">
                        <a:ln>
                          <a:noFill/>
                        </a:ln>
                        <a:solidFill>
                          <a:srgbClr val="FFFFFF"/>
                        </a:solidFill>
                        <a:effectLst/>
                        <a:latin typeface="黑体" pitchFamily="49" charset="-122"/>
                        <a:ea typeface="黑体" pitchFamily="49"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1" name="灯片编号占位符 5"/>
          <p:cNvSpPr txBox="1">
            <a14:cpLocks xmlns:a14="http://schemas.microsoft.com/office/drawing/2010/main" noGrp="1"/>
          </p:cNvSpPr>
          <p:nvPr/>
        </p:nvSpPr>
        <p:spPr>
          <a:xfrm>
            <a:off x="9031288" y="6557963"/>
            <a:ext cx="2730500" cy="500062"/>
          </a:xfrm>
          <a:prstGeom prst="rect">
            <a:avLst/>
          </a:prstGeom>
          <a:noFill/>
          <a:ln w="9525">
            <a:noFill/>
          </a:ln>
        </p:spPr>
        <p:txBody>
          <a:bodyPr lIns="113157" tIns="56579" rIns="113157" bIns="56579" anchor="t"/>
          <a:p>
            <a:pPr lvl="0" algn="r" defTabSz="1132205"/>
            <a:fld id="{9A0DB2DC-4C9A-4742-B13C-FB6460FD3503}" type="slidenum">
              <a:rPr lang="en-US" altLang="zh-CN" sz="1500" dirty="0">
                <a:latin typeface="Verdana" pitchFamily="34" charset="0"/>
                <a:ea typeface="宋体" charset="-122"/>
              </a:rPr>
            </a:fld>
            <a:endParaRPr lang="en-US" altLang="zh-CN" sz="1500" dirty="0">
              <a:latin typeface="Verdana" pitchFamily="34" charset="0"/>
              <a:ea typeface="宋体" charset="-122"/>
            </a:endParaRPr>
          </a:p>
        </p:txBody>
      </p:sp>
      <p:sp>
        <p:nvSpPr>
          <p:cNvPr id="20482" name="Rectangle 3"/>
          <p:cNvSpPr>
            <a14:cpLocks xmlns:a14="http://schemas.microsoft.com/office/drawing/2010/main" noGrp="1"/>
          </p:cNvSpPr>
          <p:nvPr>
            <p:ph type="body"/>
          </p:nvPr>
        </p:nvSpPr>
        <p:spPr>
          <a:xfrm>
            <a:off x="1157288" y="814388"/>
            <a:ext cx="8478837" cy="4752975"/>
          </a:xfrm>
          <a:ln/>
        </p:spPr>
        <p:txBody>
          <a:bodyPr wrap="square" lIns="113157" tIns="56579" rIns="113157" bIns="56579" anchor="t"/>
          <a:p>
            <a:pPr marL="908050" lvl="1" indent="-436245" eaLnBrk="1" hangingPunct="1">
              <a:buNone/>
            </a:pPr>
            <a:r>
              <a:rPr lang="en-US" altLang="zh-CN" dirty="0">
                <a:solidFill>
                  <a:srgbClr val="00FFCC"/>
                </a:solidFill>
                <a:latin typeface="黑体" pitchFamily="49" charset="-122"/>
              </a:rPr>
              <a:t>3</a:t>
            </a:r>
            <a:r>
              <a:rPr lang="zh-CN" altLang="en-US" dirty="0">
                <a:solidFill>
                  <a:srgbClr val="00FFCC"/>
                </a:solidFill>
                <a:latin typeface="黑体" pitchFamily="49" charset="-122"/>
              </a:rPr>
              <a:t>、纵横交叉研究设计</a:t>
            </a:r>
            <a:endParaRPr lang="zh-CN" altLang="en-US" dirty="0">
              <a:solidFill>
                <a:srgbClr val="00FFCC"/>
              </a:solidFill>
              <a:latin typeface="黑体" pitchFamily="49" charset="-122"/>
            </a:endParaRPr>
          </a:p>
          <a:p>
            <a:pPr marL="1304925" lvl="2" indent="-394970" eaLnBrk="1" hangingPunct="1">
              <a:buFont typeface="Wingdings 2" pitchFamily="18" charset="2"/>
              <a:buNone/>
            </a:pPr>
            <a:endParaRPr lang="zh-CN" altLang="zh-CN" dirty="0">
              <a:solidFill>
                <a:srgbClr val="00FFCC"/>
              </a:solidFill>
            </a:endParaRPr>
          </a:p>
        </p:txBody>
      </p:sp>
      <p:pic>
        <p:nvPicPr>
          <p:cNvPr id="20483" name="Picture 6"/>
          <p:cNvPicPr>
            <a:picLocks noChangeAspect="1"/>
          </p:cNvPicPr>
          <p:nvPr/>
        </p:nvPicPr>
        <p:blipFill>
          <a:blip r:embed="rId1"/>
          <a:stretch>
            <a:fillRect/>
          </a:stretch>
        </p:blipFill>
        <p:spPr>
          <a:xfrm>
            <a:off x="1800225" y="1528763"/>
            <a:ext cx="7310438" cy="3357562"/>
          </a:xfrm>
          <a:prstGeom prst="rect">
            <a:avLst/>
          </a:prstGeom>
          <a:noFill/>
          <a:ln w="9525">
            <a:noFill/>
          </a:ln>
        </p:spPr>
      </p:pic>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5" name="内容占位符 2"/>
          <p:cNvSpPr>
            <a14:cpLocks xmlns:a14="http://schemas.microsoft.com/office/drawing/2010/main" noGrp="1"/>
          </p:cNvSpPr>
          <p:nvPr>
            <p:ph idx="4294967295"/>
          </p:nvPr>
        </p:nvSpPr>
        <p:spPr>
          <a:xfrm>
            <a:off x="1800225" y="1100138"/>
            <a:ext cx="8478838" cy="4143375"/>
          </a:xfrm>
          <a:ln/>
        </p:spPr>
        <p:txBody>
          <a:bodyPr wrap="square" lIns="91440" tIns="45720" rIns="91440" bIns="45720" anchor="t"/>
          <a:p>
            <a:pPr marL="0" lvl="0" indent="0">
              <a:buNone/>
            </a:pPr>
            <a:r>
              <a:rPr lang="zh-CN" altLang="en-US" b="1" dirty="0">
                <a:solidFill>
                  <a:srgbClr val="00FFCC"/>
                </a:solidFill>
                <a:latin typeface="黑体" pitchFamily="49" charset="-122"/>
              </a:rPr>
              <a:t>三、发展心理学研究方法的新趋势</a:t>
            </a:r>
            <a:endParaRPr lang="en-US" altLang="x-none" b="1" dirty="0">
              <a:solidFill>
                <a:srgbClr val="00FFCC"/>
              </a:solidFill>
              <a:latin typeface="黑体" pitchFamily="49" charset="-122"/>
            </a:endParaRPr>
          </a:p>
          <a:p>
            <a:pPr marL="0" lvl="0" indent="0">
              <a:buNone/>
            </a:pPr>
            <a:r>
              <a:rPr lang="zh-CN" altLang="en-US" dirty="0">
                <a:latin typeface="黑体" pitchFamily="49" charset="-122"/>
              </a:rPr>
              <a:t>  跨文化比较研究</a:t>
            </a:r>
            <a:endParaRPr lang="en-US" altLang="x-none" dirty="0">
              <a:latin typeface="黑体" pitchFamily="49" charset="-122"/>
            </a:endParaRPr>
          </a:p>
          <a:p>
            <a:pPr marL="0" lvl="0" indent="0">
              <a:buNone/>
            </a:pPr>
            <a:r>
              <a:rPr lang="zh-CN" altLang="en-US" dirty="0">
                <a:latin typeface="黑体" pitchFamily="49" charset="-122"/>
              </a:rPr>
              <a:t>  跨学科、跨领域的综合性研究</a:t>
            </a:r>
            <a:endParaRPr lang="en-US" altLang="x-none" dirty="0">
              <a:latin typeface="黑体" pitchFamily="49" charset="-122"/>
            </a:endParaRPr>
          </a:p>
          <a:p>
            <a:pPr marL="0" lvl="0" indent="0">
              <a:buNone/>
            </a:pPr>
            <a:r>
              <a:rPr lang="zh-CN" altLang="en-US" dirty="0">
                <a:latin typeface="黑体" pitchFamily="49" charset="-122"/>
              </a:rPr>
              <a:t>  研究方法的整合</a:t>
            </a:r>
            <a:endParaRPr lang="en-US" altLang="x-none" dirty="0">
              <a:latin typeface="黑体" pitchFamily="49" charset="-122"/>
            </a:endParaRPr>
          </a:p>
          <a:p>
            <a:pPr marL="0" lvl="0" indent="0">
              <a:buNone/>
            </a:pPr>
            <a:r>
              <a:rPr lang="zh-CN" altLang="en-US" dirty="0">
                <a:latin typeface="黑体" pitchFamily="49" charset="-122"/>
              </a:rPr>
              <a:t>  训练研究和教育实验越来受重视</a:t>
            </a:r>
            <a:endParaRPr lang="zh-CN" altLang="en-US" dirty="0">
              <a:latin typeface="黑体" pitchFamily="49"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9" name="灯片编号占位符 5"/>
          <p:cNvSpPr txBox="1">
            <a14:cpLocks xmlns:a14="http://schemas.microsoft.com/office/drawing/2010/main" noGrp="1"/>
          </p:cNvSpPr>
          <p:nvPr/>
        </p:nvSpPr>
        <p:spPr>
          <a:xfrm>
            <a:off x="9031288" y="6557963"/>
            <a:ext cx="2730500" cy="500062"/>
          </a:xfrm>
          <a:prstGeom prst="rect">
            <a:avLst/>
          </a:prstGeom>
          <a:noFill/>
          <a:ln w="9525">
            <a:noFill/>
          </a:ln>
        </p:spPr>
        <p:txBody>
          <a:bodyPr lIns="113157" tIns="56579" rIns="113157" bIns="56579" anchor="t"/>
          <a:p>
            <a:pPr lvl="0" algn="r" defTabSz="1132205"/>
            <a:fld id="{9A0DB2DC-4C9A-4742-B13C-FB6460FD3503}" type="slidenum">
              <a:rPr lang="en-US" altLang="zh-CN" sz="1500" dirty="0">
                <a:latin typeface="Verdana" pitchFamily="34" charset="0"/>
                <a:ea typeface="宋体" charset="-122"/>
              </a:rPr>
            </a:fld>
            <a:endParaRPr lang="en-US" altLang="zh-CN" sz="1500" dirty="0">
              <a:latin typeface="Verdana" pitchFamily="34" charset="0"/>
              <a:ea typeface="宋体" charset="-122"/>
            </a:endParaRPr>
          </a:p>
        </p:txBody>
      </p:sp>
      <p:sp>
        <p:nvSpPr>
          <p:cNvPr id="22530" name="Rectangle 2"/>
          <p:cNvSpPr>
            <a14:cpLocks xmlns:a14="http://schemas.microsoft.com/office/drawing/2010/main" noGrp="1"/>
          </p:cNvSpPr>
          <p:nvPr>
            <p:ph type="title"/>
          </p:nvPr>
        </p:nvSpPr>
        <p:spPr>
          <a:xfrm>
            <a:off x="1443038" y="385763"/>
            <a:ext cx="7969250" cy="841375"/>
          </a:xfrm>
          <a:ln/>
        </p:spPr>
        <p:txBody>
          <a:bodyPr wrap="square" lIns="113157" tIns="56579" rIns="113157" bIns="56579" anchor="b"/>
          <a:p>
            <a:pPr lvl="0" algn="l" eaLnBrk="1" hangingPunct="1"/>
            <a:r>
              <a:rPr lang="zh-CN" altLang="en-US" b="1" dirty="0">
                <a:solidFill>
                  <a:srgbClr val="FFFF00"/>
                </a:solidFill>
              </a:rPr>
              <a:t>第七单元 发展心理学简史</a:t>
            </a:r>
            <a:endParaRPr lang="zh-CN" altLang="en-US" b="1" dirty="0">
              <a:solidFill>
                <a:srgbClr val="FFFF00"/>
              </a:solidFill>
            </a:endParaRPr>
          </a:p>
        </p:txBody>
      </p:sp>
      <p:sp>
        <p:nvSpPr>
          <p:cNvPr id="19460" name="Rectangle 3"/>
          <p:cNvSpPr>
            <a14:cpLocks xmlns:a14="http://schemas.microsoft.com/office/drawing/2010/main" noGrp="1" noChangeArrowheads="1"/>
          </p:cNvSpPr>
          <p:nvPr>
            <p:ph type="body" idx="1"/>
          </p:nvPr>
        </p:nvSpPr>
        <p:spPr>
          <a:xfrm>
            <a:off x="1514475" y="1385888"/>
            <a:ext cx="9217025" cy="5256213"/>
          </a:xfrm>
          <a:ln>
            <a:miter/>
          </a:ln>
        </p:spPr>
        <p:txBody>
          <a:bodyPr vert="horz" wrap="square" lIns="113157" tIns="56579" rIns="113157" bIns="56579" numCol="1" anchor="t" anchorCtr="0" compatLnSpc="1"/>
          <a:lstStyle/>
          <a:p>
            <a:pPr marL="469900" marR="0" lvl="0" indent="-469900" algn="l" defTabSz="914400" rtl="0" eaLnBrk="1" fontAlgn="base" latinLnBrk="0" hangingPunct="1">
              <a:lnSpc>
                <a:spcPct val="130000"/>
              </a:lnSpc>
              <a:spcBef>
                <a:spcPct val="20000"/>
              </a:spcBef>
              <a:spcAft>
                <a:spcPct val="0"/>
              </a:spcAft>
              <a:buClrTx/>
              <a:buSzTx/>
              <a:buFont typeface="Arial" charset="0"/>
              <a:buNone/>
              <a:defRPr/>
            </a:pPr>
            <a:r>
              <a:rPr kumimoji="0" lang="zh-CN" altLang="en-US" sz="2200" b="0" i="0" u="none" strike="noStrike" kern="0" cap="none" spc="0" normalizeH="0" baseline="0" noProof="0" dirty="0" smtClean="0">
                <a:ln>
                  <a:noFill/>
                </a:ln>
                <a:solidFill>
                  <a:srgbClr val="00FFCC"/>
                </a:solidFill>
                <a:effectLst/>
                <a:uLnTx/>
                <a:uFillTx/>
                <a:latin typeface="黑体" pitchFamily="49" charset="-122"/>
                <a:ea typeface="+mn-ea"/>
                <a:cs typeface="+mn-cs"/>
              </a:rPr>
              <a:t>一、儿童心理学的诞生和演变</a:t>
            </a:r>
            <a:endParaRPr kumimoji="0" lang="zh-CN" altLang="en-US" sz="2200" b="0" i="0" u="none" strike="noStrike" kern="0" cap="none" spc="0" normalizeH="0" baseline="0" noProof="0" dirty="0" smtClean="0">
              <a:ln>
                <a:noFill/>
              </a:ln>
              <a:solidFill>
                <a:srgbClr val="00FFCC"/>
              </a:solidFill>
              <a:effectLst/>
              <a:uLnTx/>
              <a:uFillTx/>
              <a:latin typeface="黑体" pitchFamily="49" charset="-122"/>
              <a:ea typeface="+mn-ea"/>
              <a:cs typeface="+mn-cs"/>
            </a:endParaRPr>
          </a:p>
          <a:p>
            <a:pPr marL="908050" marR="0" lvl="1" indent="-908050" algn="l" defTabSz="914400" rtl="0" eaLnBrk="1" fontAlgn="base" latinLnBrk="0" hangingPunct="1">
              <a:lnSpc>
                <a:spcPct val="130000"/>
              </a:lnSpc>
              <a:spcBef>
                <a:spcPct val="20000"/>
              </a:spcBef>
              <a:spcAft>
                <a:spcPct val="0"/>
              </a:spcAft>
              <a:buClrTx/>
              <a:buSzTx/>
              <a:buFont typeface="Arial" charset="0"/>
              <a:buNone/>
              <a:defRPr/>
            </a:pPr>
            <a:r>
              <a:rPr kumimoji="0" lang="zh-CN" altLang="en-US" sz="2200" b="0" i="0" u="none" strike="noStrike" kern="0" cap="none" spc="0" normalizeH="0" baseline="0" noProof="0" dirty="0" smtClean="0">
                <a:ln>
                  <a:noFill/>
                </a:ln>
                <a:solidFill>
                  <a:schemeClr val="bg1"/>
                </a:solidFill>
                <a:effectLst/>
                <a:uLnTx/>
                <a:uFillTx/>
                <a:latin typeface="黑体" pitchFamily="49" charset="-122"/>
                <a:ea typeface="+mn-ea"/>
              </a:rPr>
              <a:t>（一）诞生的基础</a:t>
            </a:r>
            <a:endParaRPr kumimoji="0" lang="en-US" altLang="zh-CN" sz="2200" b="0" i="0" u="none" strike="noStrike" kern="0" cap="none" spc="0" normalizeH="0" baseline="0" noProof="0" dirty="0" smtClean="0">
              <a:ln>
                <a:noFill/>
              </a:ln>
              <a:solidFill>
                <a:schemeClr val="bg1"/>
              </a:solidFill>
              <a:effectLst/>
              <a:uLnTx/>
              <a:uFillTx/>
              <a:latin typeface="黑体" pitchFamily="49" charset="-122"/>
              <a:ea typeface="+mn-ea"/>
            </a:endParaRPr>
          </a:p>
          <a:p>
            <a:pPr marL="908050" marR="0" lvl="1" indent="-436880" algn="l" defTabSz="914400" rtl="0" eaLnBrk="1" fontAlgn="base" latinLnBrk="0" hangingPunct="1">
              <a:lnSpc>
                <a:spcPct val="130000"/>
              </a:lnSpc>
              <a:spcBef>
                <a:spcPct val="20000"/>
              </a:spcBef>
              <a:spcAft>
                <a:spcPct val="0"/>
              </a:spcAft>
              <a:buClrTx/>
              <a:buSzTx/>
              <a:buFont typeface="Arial" charset="0"/>
              <a:buNone/>
              <a:defRPr/>
            </a:pPr>
            <a:r>
              <a:rPr kumimoji="0" lang="zh-CN" altLang="en-US" sz="2200" b="0" i="0" u="none" strike="noStrike" kern="0" cap="none" spc="0" normalizeH="0" baseline="0" noProof="0" dirty="0" smtClean="0">
                <a:ln>
                  <a:noFill/>
                </a:ln>
                <a:solidFill>
                  <a:schemeClr val="bg1"/>
                </a:solidFill>
                <a:effectLst/>
                <a:uLnTx/>
                <a:uFillTx/>
                <a:latin typeface="黑体" pitchFamily="49" charset="-122"/>
                <a:ea typeface="+mn-ea"/>
              </a:rPr>
              <a:t> 诞生的思想基础：人本主义思想和儿童教育的需求</a:t>
            </a:r>
            <a:endParaRPr kumimoji="0" lang="zh-CN" altLang="en-US" sz="2200" b="0" i="0" u="none" strike="noStrike" kern="0" cap="none" spc="0" normalizeH="0" baseline="0" noProof="0" dirty="0" smtClean="0">
              <a:ln>
                <a:noFill/>
              </a:ln>
              <a:solidFill>
                <a:schemeClr val="bg1"/>
              </a:solidFill>
              <a:effectLst/>
              <a:uLnTx/>
              <a:uFillTx/>
              <a:latin typeface="黑体" pitchFamily="49" charset="-122"/>
              <a:ea typeface="+mn-ea"/>
            </a:endParaRPr>
          </a:p>
          <a:p>
            <a:pPr marL="908050" marR="0" lvl="1" indent="-436880" algn="l" defTabSz="914400" rtl="0" eaLnBrk="1" fontAlgn="base" latinLnBrk="0" hangingPunct="1">
              <a:lnSpc>
                <a:spcPct val="130000"/>
              </a:lnSpc>
              <a:spcBef>
                <a:spcPct val="20000"/>
              </a:spcBef>
              <a:spcAft>
                <a:spcPct val="0"/>
              </a:spcAft>
              <a:buClrTx/>
              <a:buSzTx/>
              <a:buFont typeface="Arial" charset="0"/>
              <a:buNone/>
              <a:defRPr/>
            </a:pPr>
            <a:r>
              <a:rPr kumimoji="0" lang="zh-CN" altLang="en-US" sz="2200" b="0" i="0" u="none" strike="noStrike" kern="0" cap="none" spc="0" normalizeH="0" baseline="0" noProof="0" dirty="0" smtClean="0">
                <a:ln>
                  <a:noFill/>
                </a:ln>
                <a:solidFill>
                  <a:schemeClr val="bg1"/>
                </a:solidFill>
                <a:effectLst/>
                <a:uLnTx/>
                <a:uFillTx/>
                <a:latin typeface="黑体" pitchFamily="49" charset="-122"/>
                <a:ea typeface="+mn-ea"/>
              </a:rPr>
              <a:t> 诞生的研究基础：达尔文</a:t>
            </a:r>
            <a:r>
              <a:rPr kumimoji="0" lang="en-US" sz="2200" b="0" i="0" u="none" strike="noStrike" kern="0" cap="none" spc="0" normalizeH="0" baseline="0" noProof="0" dirty="0" smtClean="0">
                <a:ln>
                  <a:noFill/>
                </a:ln>
                <a:solidFill>
                  <a:schemeClr val="bg1"/>
                </a:solidFill>
                <a:effectLst/>
                <a:uLnTx/>
                <a:uFillTx/>
                <a:latin typeface="黑体" pitchFamily="49" charset="-122"/>
                <a:ea typeface="+mn-ea"/>
              </a:rPr>
              <a:t>《</a:t>
            </a:r>
            <a:r>
              <a:rPr kumimoji="0" lang="zh-CN" altLang="en-US" sz="2200" b="0" i="0" u="none" strike="noStrike" kern="0" cap="none" spc="0" normalizeH="0" baseline="0" noProof="0" dirty="0" smtClean="0">
                <a:ln>
                  <a:noFill/>
                </a:ln>
                <a:solidFill>
                  <a:schemeClr val="bg1"/>
                </a:solidFill>
                <a:effectLst/>
                <a:uLnTx/>
                <a:uFillTx/>
                <a:latin typeface="黑体" pitchFamily="49" charset="-122"/>
                <a:ea typeface="+mn-ea"/>
              </a:rPr>
              <a:t>一个婴儿的传略</a:t>
            </a:r>
            <a:r>
              <a:rPr kumimoji="0" lang="en-US" sz="2200" b="0" i="0" u="none" strike="noStrike" kern="0" cap="none" spc="0" normalizeH="0" baseline="0" noProof="0" dirty="0" smtClean="0">
                <a:ln>
                  <a:noFill/>
                </a:ln>
                <a:solidFill>
                  <a:schemeClr val="bg1"/>
                </a:solidFill>
                <a:effectLst/>
                <a:uLnTx/>
                <a:uFillTx/>
                <a:latin typeface="黑体" pitchFamily="49" charset="-122"/>
                <a:ea typeface="+mn-ea"/>
              </a:rPr>
              <a:t>》</a:t>
            </a:r>
            <a:r>
              <a:rPr kumimoji="0" lang="zh-CN" altLang="en-US" sz="2200" b="0" i="0" u="none" strike="noStrike" kern="0" cap="none" spc="0" normalizeH="0" baseline="0" noProof="0" dirty="0" smtClean="0">
                <a:ln>
                  <a:noFill/>
                </a:ln>
                <a:solidFill>
                  <a:schemeClr val="bg1"/>
                </a:solidFill>
                <a:effectLst/>
                <a:uLnTx/>
                <a:uFillTx/>
                <a:latin typeface="黑体" pitchFamily="49" charset="-122"/>
                <a:ea typeface="+mn-ea"/>
              </a:rPr>
              <a:t>（</a:t>
            </a:r>
            <a:r>
              <a:rPr kumimoji="0" lang="en-US" sz="2200" b="0" i="0" u="none" strike="noStrike" kern="0" cap="none" spc="0" normalizeH="0" baseline="0" noProof="0" dirty="0" smtClean="0">
                <a:ln>
                  <a:noFill/>
                </a:ln>
                <a:solidFill>
                  <a:schemeClr val="bg1"/>
                </a:solidFill>
                <a:effectLst/>
                <a:uLnTx/>
                <a:uFillTx/>
                <a:latin typeface="黑体" pitchFamily="49" charset="-122"/>
                <a:ea typeface="+mn-ea"/>
              </a:rPr>
              <a:t>1876</a:t>
            </a:r>
            <a:r>
              <a:rPr kumimoji="0" lang="zh-CN" altLang="en-US" sz="2200" b="0" i="0" u="none" strike="noStrike" kern="0" cap="none" spc="0" normalizeH="0" baseline="0" noProof="0" dirty="0" smtClean="0">
                <a:ln>
                  <a:noFill/>
                </a:ln>
                <a:solidFill>
                  <a:schemeClr val="bg1"/>
                </a:solidFill>
                <a:effectLst/>
                <a:uLnTx/>
                <a:uFillTx/>
                <a:latin typeface="黑体" pitchFamily="49" charset="-122"/>
                <a:ea typeface="+mn-ea"/>
              </a:rPr>
              <a:t>）</a:t>
            </a:r>
            <a:endParaRPr kumimoji="0" lang="zh-CN" altLang="en-US" sz="2200" b="0" i="0" u="none" strike="noStrike" kern="0" cap="none" spc="0" normalizeH="0" baseline="0" noProof="0" dirty="0" smtClean="0">
              <a:ln>
                <a:noFill/>
              </a:ln>
              <a:solidFill>
                <a:schemeClr val="bg1"/>
              </a:solidFill>
              <a:effectLst/>
              <a:uLnTx/>
              <a:uFillTx/>
              <a:latin typeface="黑体" pitchFamily="49" charset="-122"/>
              <a:ea typeface="+mn-ea"/>
            </a:endParaRPr>
          </a:p>
          <a:p>
            <a:pPr marL="908050" marR="0" lvl="1" indent="-811530" algn="l" defTabSz="914400" rtl="0" eaLnBrk="1" fontAlgn="base" latinLnBrk="0" hangingPunct="1">
              <a:lnSpc>
                <a:spcPct val="130000"/>
              </a:lnSpc>
              <a:spcBef>
                <a:spcPct val="20000"/>
              </a:spcBef>
              <a:spcAft>
                <a:spcPct val="0"/>
              </a:spcAft>
              <a:buClrTx/>
              <a:buSzTx/>
              <a:buFont typeface="Arial" charset="0"/>
              <a:buNone/>
              <a:defRPr/>
            </a:pPr>
            <a:r>
              <a:rPr kumimoji="0" lang="zh-CN" altLang="en-US" sz="2200" b="0" i="0" u="none" strike="noStrike" kern="0" cap="none" spc="0" normalizeH="0" baseline="0" noProof="0" dirty="0" smtClean="0">
                <a:ln>
                  <a:noFill/>
                </a:ln>
                <a:solidFill>
                  <a:schemeClr val="bg1"/>
                </a:solidFill>
                <a:effectLst/>
                <a:uLnTx/>
                <a:uFillTx/>
                <a:latin typeface="黑体" pitchFamily="49" charset="-122"/>
                <a:ea typeface="+mn-ea"/>
              </a:rPr>
              <a:t>（二）科学儿童心理学的诞生</a:t>
            </a:r>
            <a:r>
              <a:rPr kumimoji="0" lang="zh-CN" altLang="en-US" sz="2200" b="0" i="0" u="none" strike="noStrike" kern="0" cap="none" spc="0" normalizeH="0" baseline="0" noProof="0" dirty="0" smtClean="0">
                <a:ln>
                  <a:noFill/>
                </a:ln>
                <a:solidFill>
                  <a:srgbClr val="FFC000"/>
                </a:solidFill>
                <a:effectLst/>
                <a:uLnTx/>
                <a:uFillTx/>
                <a:latin typeface="黑体" pitchFamily="49" charset="-122"/>
                <a:ea typeface="+mn-ea"/>
              </a:rPr>
              <a:t>：普莱尔 </a:t>
            </a:r>
            <a:r>
              <a:rPr kumimoji="0" lang="en-US" sz="2200" b="0" i="0" u="none" strike="noStrike" kern="0" cap="none" spc="0" normalizeH="0" baseline="0" noProof="0" dirty="0" smtClean="0">
                <a:ln>
                  <a:noFill/>
                </a:ln>
                <a:solidFill>
                  <a:srgbClr val="FFC000"/>
                </a:solidFill>
                <a:effectLst/>
                <a:uLnTx/>
                <a:uFillTx/>
                <a:latin typeface="黑体" pitchFamily="49" charset="-122"/>
                <a:ea typeface="+mn-ea"/>
              </a:rPr>
              <a:t>1882 《</a:t>
            </a:r>
            <a:r>
              <a:rPr kumimoji="0" lang="zh-CN" altLang="en-US" sz="2200" b="0" i="0" u="none" strike="noStrike" kern="0" cap="none" spc="0" normalizeH="0" baseline="0" noProof="0" dirty="0" smtClean="0">
                <a:ln>
                  <a:noFill/>
                </a:ln>
                <a:solidFill>
                  <a:srgbClr val="FFC000"/>
                </a:solidFill>
                <a:effectLst/>
                <a:uLnTx/>
                <a:uFillTx/>
                <a:latin typeface="黑体" pitchFamily="49" charset="-122"/>
                <a:ea typeface="+mn-ea"/>
              </a:rPr>
              <a:t>儿童心理</a:t>
            </a:r>
            <a:r>
              <a:rPr kumimoji="0" lang="en-US" sz="2200" b="0" i="0" u="none" strike="noStrike" kern="0" cap="none" spc="0" normalizeH="0" baseline="0" noProof="0" dirty="0" smtClean="0">
                <a:ln>
                  <a:noFill/>
                </a:ln>
                <a:solidFill>
                  <a:srgbClr val="FFC000"/>
                </a:solidFill>
                <a:effectLst/>
                <a:uLnTx/>
                <a:uFillTx/>
                <a:latin typeface="黑体" pitchFamily="49" charset="-122"/>
                <a:ea typeface="+mn-ea"/>
              </a:rPr>
              <a:t>》</a:t>
            </a:r>
            <a:endParaRPr kumimoji="0" lang="en-US" sz="2200" b="0" i="0" u="none" strike="noStrike" kern="0" cap="none" spc="0" normalizeH="0" baseline="0" noProof="0" dirty="0" smtClean="0">
              <a:ln>
                <a:noFill/>
              </a:ln>
              <a:solidFill>
                <a:srgbClr val="FFC000"/>
              </a:solidFill>
              <a:effectLst/>
              <a:uLnTx/>
              <a:uFillTx/>
              <a:latin typeface="黑体" pitchFamily="49" charset="-122"/>
              <a:ea typeface="+mn-ea"/>
            </a:endParaRPr>
          </a:p>
          <a:p>
            <a:pPr marL="908050" marR="0" lvl="1" indent="-811530" algn="l" defTabSz="914400" rtl="0" eaLnBrk="1" fontAlgn="base" latinLnBrk="0" hangingPunct="1">
              <a:lnSpc>
                <a:spcPct val="130000"/>
              </a:lnSpc>
              <a:spcBef>
                <a:spcPct val="20000"/>
              </a:spcBef>
              <a:spcAft>
                <a:spcPct val="0"/>
              </a:spcAft>
              <a:buClrTx/>
              <a:buSzTx/>
              <a:buFont typeface="Arial" charset="0"/>
              <a:buNone/>
              <a:defRPr/>
            </a:pPr>
            <a:r>
              <a:rPr kumimoji="0" lang="zh-CN" altLang="en-US" sz="2200" b="0" i="0" u="none" strike="noStrike" kern="0" cap="none" spc="0" normalizeH="0" baseline="0" noProof="0" dirty="0" smtClean="0">
                <a:ln>
                  <a:noFill/>
                </a:ln>
                <a:solidFill>
                  <a:schemeClr val="bg1"/>
                </a:solidFill>
                <a:effectLst/>
                <a:uLnTx/>
                <a:uFillTx/>
                <a:latin typeface="黑体" pitchFamily="49" charset="-122"/>
                <a:ea typeface="+mn-ea"/>
              </a:rPr>
              <a:t>（三）儿童心理学的发展</a:t>
            </a:r>
            <a:endParaRPr kumimoji="0" lang="zh-CN" altLang="en-US" sz="2200" b="0" i="0" u="none" strike="noStrike" kern="0" cap="none" spc="0" normalizeH="0" baseline="0" noProof="0" dirty="0" smtClean="0">
              <a:ln>
                <a:noFill/>
              </a:ln>
              <a:solidFill>
                <a:schemeClr val="bg1"/>
              </a:solidFill>
              <a:effectLst/>
              <a:uLnTx/>
              <a:uFillTx/>
              <a:latin typeface="黑体" pitchFamily="49" charset="-122"/>
              <a:ea typeface="+mn-ea"/>
            </a:endParaRPr>
          </a:p>
          <a:p>
            <a:pPr marL="1304925" marR="0" lvl="2" indent="-395605" algn="l" defTabSz="914400" rtl="0" eaLnBrk="1" fontAlgn="base" latinLnBrk="0" hangingPunct="1">
              <a:lnSpc>
                <a:spcPct val="130000"/>
              </a:lnSpc>
              <a:spcBef>
                <a:spcPct val="20000"/>
              </a:spcBef>
              <a:spcAft>
                <a:spcPct val="0"/>
              </a:spcAft>
              <a:buClrTx/>
              <a:buSzTx/>
              <a:buFont typeface="Arial" charset="0"/>
              <a:buNone/>
              <a:defRPr/>
            </a:pPr>
            <a:r>
              <a:rPr kumimoji="0" lang="zh-CN" altLang="en-US" sz="2200" b="0" i="0" u="none" strike="noStrike" kern="0" cap="none" spc="0" normalizeH="0" baseline="0" noProof="0" dirty="0" smtClean="0">
                <a:ln>
                  <a:noFill/>
                </a:ln>
                <a:solidFill>
                  <a:schemeClr val="bg1"/>
                </a:solidFill>
                <a:effectLst/>
                <a:uLnTx/>
                <a:uFillTx/>
                <a:latin typeface="黑体" pitchFamily="49" charset="-122"/>
                <a:ea typeface="+mn-ea"/>
              </a:rPr>
              <a:t>一批先驱者、不同学派、演变与增新</a:t>
            </a:r>
            <a:endParaRPr kumimoji="0" lang="zh-CN" altLang="en-US" sz="2200" b="0" i="0" u="none" strike="noStrike" kern="0" cap="none" spc="0" normalizeH="0" baseline="0" noProof="0" dirty="0" smtClean="0">
              <a:ln>
                <a:noFill/>
              </a:ln>
              <a:solidFill>
                <a:schemeClr val="bg1"/>
              </a:solidFill>
              <a:effectLst/>
              <a:uLnTx/>
              <a:uFillTx/>
              <a:latin typeface="黑体" pitchFamily="49" charset="-122"/>
              <a:ea typeface="+mn-ea"/>
            </a:endParaRPr>
          </a:p>
          <a:p>
            <a:pPr marL="469900" marR="0" lvl="0" indent="-469900" algn="l" defTabSz="914400" rtl="0" eaLnBrk="1" fontAlgn="base" latinLnBrk="0" hangingPunct="1">
              <a:lnSpc>
                <a:spcPct val="130000"/>
              </a:lnSpc>
              <a:spcBef>
                <a:spcPct val="20000"/>
              </a:spcBef>
              <a:spcAft>
                <a:spcPct val="0"/>
              </a:spcAft>
              <a:buClrTx/>
              <a:buSzTx/>
              <a:buFont typeface="Arial" charset="0"/>
              <a:buNone/>
              <a:defRPr/>
            </a:pPr>
            <a:r>
              <a:rPr kumimoji="0" lang="zh-CN" altLang="en-US" sz="2200" b="0" i="0" u="none" strike="noStrike" kern="0" cap="none" spc="0" normalizeH="0" baseline="0" noProof="0" dirty="0" smtClean="0">
                <a:ln>
                  <a:noFill/>
                </a:ln>
                <a:solidFill>
                  <a:srgbClr val="00FFCC"/>
                </a:solidFill>
                <a:effectLst/>
                <a:uLnTx/>
                <a:uFillTx/>
                <a:latin typeface="黑体" pitchFamily="49" charset="-122"/>
                <a:ea typeface="+mn-ea"/>
                <a:cs typeface="+mn-cs"/>
              </a:rPr>
              <a:t>二、从儿童心理学到发展心理学的演变</a:t>
            </a:r>
            <a:endParaRPr kumimoji="0" lang="zh-CN" altLang="en-US" sz="2200" b="0" i="0" u="none" strike="noStrike" kern="0" cap="none" spc="0" normalizeH="0" baseline="0" noProof="0" dirty="0" smtClean="0">
              <a:ln>
                <a:noFill/>
              </a:ln>
              <a:solidFill>
                <a:srgbClr val="00FFCC"/>
              </a:solidFill>
              <a:effectLst/>
              <a:uLnTx/>
              <a:uFillTx/>
              <a:latin typeface="黑体" pitchFamily="49" charset="-122"/>
              <a:ea typeface="+mn-ea"/>
              <a:cs typeface="+mn-cs"/>
            </a:endParaRPr>
          </a:p>
          <a:p>
            <a:pPr marL="908050" marR="0" lvl="1" indent="-436880" algn="l" defTabSz="914400" rtl="0" eaLnBrk="1" fontAlgn="base" latinLnBrk="0" hangingPunct="1">
              <a:lnSpc>
                <a:spcPct val="130000"/>
              </a:lnSpc>
              <a:spcBef>
                <a:spcPct val="20000"/>
              </a:spcBef>
              <a:spcAft>
                <a:spcPct val="0"/>
              </a:spcAft>
              <a:buClrTx/>
              <a:buSzTx/>
              <a:buFont typeface="Arial" charset="0"/>
              <a:buNone/>
              <a:defRPr/>
            </a:pPr>
            <a:r>
              <a:rPr kumimoji="0" lang="en-US" sz="2200" b="0" i="0" u="none" strike="noStrike" kern="0" cap="none" spc="0" normalizeH="0" baseline="0" noProof="0" dirty="0" smtClean="0">
                <a:ln>
                  <a:noFill/>
                </a:ln>
                <a:solidFill>
                  <a:schemeClr val="bg1"/>
                </a:solidFill>
                <a:effectLst/>
                <a:uLnTx/>
                <a:uFillTx/>
                <a:latin typeface="黑体" pitchFamily="49" charset="-122"/>
                <a:ea typeface="+mn-ea"/>
              </a:rPr>
              <a:t>1957</a:t>
            </a:r>
            <a:r>
              <a:rPr kumimoji="0" lang="zh-CN" altLang="en-US" sz="2200" b="0" i="0" u="none" strike="noStrike" kern="0" cap="none" spc="0" normalizeH="0" baseline="0" noProof="0" dirty="0" smtClean="0">
                <a:ln>
                  <a:noFill/>
                </a:ln>
                <a:solidFill>
                  <a:schemeClr val="bg1"/>
                </a:solidFill>
                <a:effectLst/>
                <a:uLnTx/>
                <a:uFillTx/>
                <a:latin typeface="黑体" pitchFamily="49" charset="-122"/>
                <a:ea typeface="+mn-ea"/>
              </a:rPr>
              <a:t>年美国的</a:t>
            </a:r>
            <a:r>
              <a:rPr kumimoji="0" lang="en-US" sz="2200" b="0" i="0" u="none" strike="noStrike" kern="0" cap="none" spc="0" normalizeH="0" baseline="0" noProof="0" dirty="0" smtClean="0">
                <a:ln>
                  <a:noFill/>
                </a:ln>
                <a:solidFill>
                  <a:schemeClr val="bg1"/>
                </a:solidFill>
                <a:effectLst/>
                <a:uLnTx/>
                <a:uFillTx/>
                <a:latin typeface="黑体" pitchFamily="49" charset="-122"/>
                <a:ea typeface="+mn-ea"/>
              </a:rPr>
              <a:t>《</a:t>
            </a:r>
            <a:r>
              <a:rPr kumimoji="0" lang="zh-CN" altLang="en-US" sz="2200" b="0" i="0" u="none" strike="noStrike" kern="0" cap="none" spc="0" normalizeH="0" baseline="0" noProof="0" dirty="0" smtClean="0">
                <a:ln>
                  <a:noFill/>
                </a:ln>
                <a:solidFill>
                  <a:schemeClr val="bg1"/>
                </a:solidFill>
                <a:effectLst/>
                <a:uLnTx/>
                <a:uFillTx/>
                <a:latin typeface="黑体" pitchFamily="49" charset="-122"/>
                <a:ea typeface="+mn-ea"/>
              </a:rPr>
              <a:t>心理学年鉴</a:t>
            </a:r>
            <a:r>
              <a:rPr kumimoji="0" lang="en-US" sz="2200" b="0" i="0" u="none" strike="noStrike" kern="0" cap="none" spc="0" normalizeH="0" baseline="0" noProof="0" dirty="0" smtClean="0">
                <a:ln>
                  <a:noFill/>
                </a:ln>
                <a:solidFill>
                  <a:schemeClr val="bg1"/>
                </a:solidFill>
                <a:effectLst/>
                <a:uLnTx/>
                <a:uFillTx/>
                <a:latin typeface="黑体" pitchFamily="49" charset="-122"/>
                <a:ea typeface="+mn-ea"/>
              </a:rPr>
              <a:t>》</a:t>
            </a:r>
            <a:r>
              <a:rPr kumimoji="0" lang="zh-CN" altLang="en-US" sz="2200" b="0" i="0" u="none" strike="noStrike" kern="0" cap="none" spc="0" normalizeH="0" baseline="0" noProof="0" dirty="0" smtClean="0">
                <a:ln>
                  <a:noFill/>
                </a:ln>
                <a:solidFill>
                  <a:schemeClr val="bg1"/>
                </a:solidFill>
                <a:effectLst/>
                <a:uLnTx/>
                <a:uFillTx/>
                <a:latin typeface="黑体" pitchFamily="49" charset="-122"/>
                <a:ea typeface="+mn-ea"/>
              </a:rPr>
              <a:t>用</a:t>
            </a:r>
            <a:r>
              <a:rPr kumimoji="0" lang="zh-CN" altLang="en-US" sz="2200" b="0" i="0" u="none" strike="noStrike" kern="0" cap="none" spc="0" normalizeH="0" baseline="0" noProof="0" dirty="0" smtClean="0">
                <a:ln>
                  <a:noFill/>
                </a:ln>
                <a:solidFill>
                  <a:schemeClr val="bg1"/>
                </a:solidFill>
                <a:effectLst/>
                <a:uLnTx/>
                <a:uFillTx/>
                <a:latin typeface="+mn-lt"/>
                <a:ea typeface="+mn-ea"/>
              </a:rPr>
              <a:t>“</a:t>
            </a:r>
            <a:r>
              <a:rPr kumimoji="0" lang="zh-CN" altLang="en-US" sz="2200" b="0" i="0" u="none" strike="noStrike" kern="0" cap="none" spc="0" normalizeH="0" baseline="0" noProof="0" dirty="0" smtClean="0">
                <a:ln>
                  <a:noFill/>
                </a:ln>
                <a:solidFill>
                  <a:schemeClr val="bg1"/>
                </a:solidFill>
                <a:effectLst/>
                <a:uLnTx/>
                <a:uFillTx/>
                <a:latin typeface="黑体" pitchFamily="49" charset="-122"/>
                <a:ea typeface="+mn-ea"/>
              </a:rPr>
              <a:t>发展心理学</a:t>
            </a:r>
            <a:r>
              <a:rPr kumimoji="0" lang="zh-CN" altLang="en-US" sz="2200" b="0" i="0" u="none" strike="noStrike" kern="0" cap="none" spc="0" normalizeH="0" baseline="0" noProof="0" dirty="0" smtClean="0">
                <a:ln>
                  <a:noFill/>
                </a:ln>
                <a:solidFill>
                  <a:schemeClr val="bg1"/>
                </a:solidFill>
                <a:effectLst/>
                <a:uLnTx/>
                <a:uFillTx/>
                <a:latin typeface="+mn-lt"/>
                <a:ea typeface="+mn-ea"/>
              </a:rPr>
              <a:t>”</a:t>
            </a:r>
            <a:r>
              <a:rPr kumimoji="0" lang="zh-CN" altLang="en-US" sz="2200" b="0" i="0" u="none" strike="noStrike" kern="0" cap="none" spc="0" normalizeH="0" baseline="0" noProof="0" dirty="0" smtClean="0">
                <a:ln>
                  <a:noFill/>
                </a:ln>
                <a:solidFill>
                  <a:schemeClr val="bg1"/>
                </a:solidFill>
                <a:effectLst/>
                <a:uLnTx/>
                <a:uFillTx/>
                <a:latin typeface="黑体" pitchFamily="49" charset="-122"/>
                <a:ea typeface="+mn-ea"/>
              </a:rPr>
              <a:t>取代</a:t>
            </a:r>
            <a:r>
              <a:rPr kumimoji="0" lang="zh-CN" altLang="en-US" sz="2200" b="0" i="0" u="none" strike="noStrike" kern="0" cap="none" spc="0" normalizeH="0" baseline="0" noProof="0" dirty="0" smtClean="0">
                <a:ln>
                  <a:noFill/>
                </a:ln>
                <a:solidFill>
                  <a:schemeClr val="bg1"/>
                </a:solidFill>
                <a:effectLst/>
                <a:uLnTx/>
                <a:uFillTx/>
                <a:latin typeface="+mn-lt"/>
                <a:ea typeface="+mn-ea"/>
              </a:rPr>
              <a:t>“</a:t>
            </a:r>
            <a:r>
              <a:rPr kumimoji="0" lang="zh-CN" altLang="en-US" sz="2200" b="0" i="0" u="none" strike="noStrike" kern="0" cap="none" spc="0" normalizeH="0" baseline="0" noProof="0" dirty="0" smtClean="0">
                <a:ln>
                  <a:noFill/>
                </a:ln>
                <a:solidFill>
                  <a:schemeClr val="bg1"/>
                </a:solidFill>
                <a:effectLst/>
                <a:uLnTx/>
                <a:uFillTx/>
                <a:latin typeface="黑体" pitchFamily="49" charset="-122"/>
                <a:ea typeface="+mn-ea"/>
              </a:rPr>
              <a:t>儿童心理学</a:t>
            </a:r>
            <a:r>
              <a:rPr kumimoji="0" lang="zh-CN" altLang="en-US" sz="2200" b="0" i="0" u="none" strike="noStrike" kern="0" cap="none" spc="0" normalizeH="0" baseline="0" noProof="0" dirty="0" smtClean="0">
                <a:ln>
                  <a:noFill/>
                </a:ln>
                <a:solidFill>
                  <a:schemeClr val="bg1"/>
                </a:solidFill>
                <a:effectLst/>
                <a:uLnTx/>
                <a:uFillTx/>
                <a:latin typeface="+mn-lt"/>
                <a:ea typeface="+mn-ea"/>
              </a:rPr>
              <a:t>”</a:t>
            </a:r>
            <a:r>
              <a:rPr kumimoji="0" lang="zh-CN" altLang="en-US" sz="2200" b="0" i="0" u="none" strike="noStrike" kern="0" cap="none" spc="0" normalizeH="0" baseline="0" noProof="0" dirty="0" smtClean="0">
                <a:ln>
                  <a:noFill/>
                </a:ln>
                <a:solidFill>
                  <a:schemeClr val="bg1"/>
                </a:solidFill>
                <a:effectLst/>
                <a:uLnTx/>
                <a:uFillTx/>
                <a:latin typeface="黑体" pitchFamily="49" charset="-122"/>
                <a:ea typeface="+mn-ea"/>
              </a:rPr>
              <a:t>作为文章标题</a:t>
            </a:r>
            <a:endParaRPr kumimoji="0" lang="zh-CN" altLang="en-US" sz="2200" b="0" i="0" u="none" strike="noStrike" kern="0" cap="none" spc="0" normalizeH="0" baseline="0" noProof="0" dirty="0" smtClean="0">
              <a:ln>
                <a:noFill/>
              </a:ln>
              <a:solidFill>
                <a:schemeClr val="bg1"/>
              </a:solidFill>
              <a:effectLst/>
              <a:uLnTx/>
              <a:uFillTx/>
              <a:latin typeface="黑体" pitchFamily="49" charset="-122"/>
              <a:ea typeface="+mn-ea"/>
            </a:endParaRP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3" name="Rectangle 2"/>
          <p:cNvSpPr>
            <a14:cpLocks xmlns:a14="http://schemas.microsoft.com/office/drawing/2010/main" noGrp="1"/>
          </p:cNvSpPr>
          <p:nvPr>
            <p:ph type="title"/>
          </p:nvPr>
        </p:nvSpPr>
        <p:spPr>
          <a:xfrm>
            <a:off x="900113" y="647700"/>
            <a:ext cx="9321800" cy="720725"/>
          </a:xfrm>
          <a:ln/>
        </p:spPr>
        <p:txBody>
          <a:bodyPr wrap="square" lIns="113157" tIns="56579" rIns="113157" bIns="56579" anchor="ctr"/>
          <a:p>
            <a:pPr lvl="0" algn="l" eaLnBrk="1" hangingPunct="1">
              <a:buFont typeface="Wingdings" charset="2"/>
              <a:buChar char="•"/>
            </a:pPr>
            <a:r>
              <a:rPr lang="zh-CN" altLang="en-US" dirty="0">
                <a:solidFill>
                  <a:srgbClr val="FFFF00"/>
                </a:solidFill>
                <a:latin typeface="黑体" pitchFamily="49" charset="-122"/>
              </a:rPr>
              <a:t>第三单元 心理发展的动因</a:t>
            </a:r>
            <a:endParaRPr lang="zh-CN" altLang="en-US" b="1" dirty="0">
              <a:solidFill>
                <a:srgbClr val="FFFF00"/>
              </a:solidFill>
              <a:latin typeface="黑体" pitchFamily="49" charset="-122"/>
            </a:endParaRPr>
          </a:p>
        </p:txBody>
      </p:sp>
      <p:sp>
        <p:nvSpPr>
          <p:cNvPr id="20483" name="Rectangle 3"/>
          <p:cNvSpPr>
            <a14:cpLocks xmlns:a14="http://schemas.microsoft.com/office/drawing/2010/main" noGrp="1" noChangeArrowheads="1"/>
          </p:cNvSpPr>
          <p:nvPr>
            <p:ph type="body" idx="1"/>
          </p:nvPr>
        </p:nvSpPr>
        <p:spPr>
          <a:xfrm>
            <a:off x="1014413" y="1385888"/>
            <a:ext cx="7858125" cy="3455988"/>
          </a:xfrm>
          <a:ln>
            <a:miter/>
          </a:ln>
        </p:spPr>
        <p:txBody>
          <a:bodyPr vert="horz" wrap="square" lIns="113157" tIns="56579" rIns="113157" bIns="56579" numCol="1" anchor="t" anchorCtr="0" compatLnSpc="1"/>
          <a:lstStyle/>
          <a:p>
            <a:pPr marL="609600" marR="0" lvl="0" indent="-609600" algn="l" defTabSz="914400" rtl="0" eaLnBrk="1" fontAlgn="base" latinLnBrk="0" hangingPunct="1">
              <a:lnSpc>
                <a:spcPts val="4000"/>
              </a:lnSpc>
              <a:spcBef>
                <a:spcPct val="20000"/>
              </a:spcBef>
              <a:spcAft>
                <a:spcPct val="0"/>
              </a:spcAft>
              <a:buClrTx/>
              <a:buSzTx/>
              <a:buFont typeface="Arial" charset="0"/>
              <a:buNone/>
              <a:defRPr/>
            </a:pPr>
            <a:r>
              <a:rPr kumimoji="0" lang="zh-CN" altLang="en-US" sz="2200" b="0" i="0" u="none" strike="noStrike" kern="0" cap="none" spc="0" normalizeH="0" baseline="0" noProof="0" dirty="0" smtClean="0">
                <a:ln>
                  <a:noFill/>
                </a:ln>
                <a:solidFill>
                  <a:srgbClr val="00FFCC"/>
                </a:solidFill>
                <a:effectLst>
                  <a:outerShdw blurRad="38100" dist="38100" dir="2700000" algn="tl">
                    <a:srgbClr val="000000"/>
                  </a:outerShdw>
                </a:effectLst>
                <a:uLnTx/>
                <a:uFillTx/>
                <a:latin typeface="黑体" pitchFamily="49" charset="-122"/>
                <a:ea typeface="+mn-ea"/>
                <a:cs typeface="+mn-cs"/>
              </a:rPr>
              <a:t>一、</a:t>
            </a:r>
            <a:r>
              <a:rPr kumimoji="0" lang="zh-CN" altLang="en-US" sz="2200" b="0" i="0" u="none" strike="noStrike" kern="0" cap="none" spc="0" normalizeH="0" baseline="0" noProof="0" dirty="0" smtClean="0">
                <a:ln>
                  <a:noFill/>
                </a:ln>
                <a:solidFill>
                  <a:srgbClr val="00FFCC"/>
                </a:solidFill>
                <a:effectLst/>
                <a:uLnTx/>
                <a:uFillTx/>
                <a:latin typeface="黑体" pitchFamily="49" charset="-122"/>
                <a:ea typeface="+mn-ea"/>
                <a:cs typeface="+mn-cs"/>
              </a:rPr>
              <a:t>遗传因素决定心理发展</a:t>
            </a:r>
            <a:endParaRPr kumimoji="0" lang="en-US" sz="2200" b="0" i="0" u="none" strike="noStrike" kern="0" cap="none" spc="0" normalizeH="0" baseline="0" noProof="0" dirty="0" smtClean="0">
              <a:ln>
                <a:noFill/>
              </a:ln>
              <a:solidFill>
                <a:srgbClr val="00FFCC"/>
              </a:solidFill>
              <a:effectLst>
                <a:outerShdw blurRad="38100" dist="38100" dir="2700000" algn="tl">
                  <a:srgbClr val="000000"/>
                </a:outerShdw>
              </a:effectLst>
              <a:uLnTx/>
              <a:uFillTx/>
              <a:latin typeface="楷体_GB2312" pitchFamily="1" charset="-122"/>
              <a:ea typeface="+mn-ea"/>
              <a:cs typeface="+mn-cs"/>
            </a:endParaRPr>
          </a:p>
          <a:p>
            <a:pPr marL="609600" marR="0" lvl="0" indent="-609600" algn="l" defTabSz="914400" rtl="0" eaLnBrk="1" fontAlgn="base" latinLnBrk="0" hangingPunct="1">
              <a:lnSpc>
                <a:spcPts val="4000"/>
              </a:lnSpc>
              <a:spcBef>
                <a:spcPct val="20000"/>
              </a:spcBef>
              <a:spcAft>
                <a:spcPct val="0"/>
              </a:spcAft>
              <a:buClrTx/>
              <a:buSzTx/>
              <a:buFont typeface="Arial" charset="0"/>
              <a:buNone/>
              <a:defRPr/>
            </a:pPr>
            <a:r>
              <a:rPr kumimoji="0" lang="zh-CN" altLang="en-US" sz="2200" b="0" i="0" u="none" strike="noStrike" kern="0" cap="none" spc="0" normalizeH="0" baseline="0" noProof="0" dirty="0" smtClean="0">
                <a:ln>
                  <a:noFill/>
                </a:ln>
                <a:solidFill>
                  <a:srgbClr val="00FFCC"/>
                </a:solidFill>
                <a:effectLst/>
                <a:uLnTx/>
                <a:uFillTx/>
                <a:latin typeface="黑体" pitchFamily="49" charset="-122"/>
                <a:ea typeface="+mn-ea"/>
                <a:cs typeface="+mn-cs"/>
              </a:rPr>
              <a:t>  代表人物</a:t>
            </a:r>
            <a:r>
              <a:rPr kumimoji="0" lang="zh-CN" altLang="en-US" sz="2200" b="0" i="0" u="none" strike="noStrike" kern="0" cap="none" spc="0" normalizeH="0" baseline="0" noProof="0" dirty="0" smtClean="0">
                <a:ln>
                  <a:noFill/>
                </a:ln>
                <a:solidFill>
                  <a:schemeClr val="bg1"/>
                </a:solidFill>
                <a:effectLst/>
                <a:uLnTx/>
                <a:uFillTx/>
                <a:latin typeface="黑体" pitchFamily="49" charset="-122"/>
                <a:ea typeface="+mn-ea"/>
                <a:cs typeface="+mn-cs"/>
              </a:rPr>
              <a:t>：高尔顿，霍尔</a:t>
            </a:r>
            <a:endParaRPr kumimoji="0" lang="en-US" altLang="zh-CN" sz="2200" b="0" i="0" u="none" strike="noStrike" kern="0" cap="none" spc="0" normalizeH="0" baseline="0" noProof="0" dirty="0" smtClean="0">
              <a:ln>
                <a:noFill/>
              </a:ln>
              <a:solidFill>
                <a:schemeClr val="bg1"/>
              </a:solidFill>
              <a:effectLst/>
              <a:uLnTx/>
              <a:uFillTx/>
              <a:latin typeface="黑体" pitchFamily="49" charset="-122"/>
              <a:ea typeface="+mn-ea"/>
              <a:cs typeface="+mn-cs"/>
            </a:endParaRPr>
          </a:p>
          <a:p>
            <a:pPr marL="609600" marR="0" lvl="0" indent="-609600" algn="l" defTabSz="914400" rtl="0" eaLnBrk="1" fontAlgn="base" latinLnBrk="0" hangingPunct="1">
              <a:lnSpc>
                <a:spcPts val="4000"/>
              </a:lnSpc>
              <a:spcBef>
                <a:spcPct val="20000"/>
              </a:spcBef>
              <a:spcAft>
                <a:spcPct val="0"/>
              </a:spcAft>
              <a:buClrTx/>
              <a:buSzTx/>
              <a:buFont typeface="Arial" charset="0"/>
              <a:buNone/>
              <a:defRPr/>
            </a:pPr>
            <a:r>
              <a:rPr kumimoji="0" lang="zh-CN" altLang="en-US" sz="2200" b="0" i="0" u="none" strike="noStrike" kern="0" cap="none" spc="0" normalizeH="0" baseline="0" noProof="0" dirty="0" smtClean="0">
                <a:ln>
                  <a:noFill/>
                </a:ln>
                <a:solidFill>
                  <a:srgbClr val="00FFCC"/>
                </a:solidFill>
                <a:effectLst/>
                <a:uLnTx/>
                <a:uFillTx/>
                <a:latin typeface="黑体" pitchFamily="49" charset="-122"/>
                <a:ea typeface="+mn-ea"/>
                <a:cs typeface="+mn-cs"/>
              </a:rPr>
              <a:t>  主要观点</a:t>
            </a:r>
            <a:r>
              <a:rPr kumimoji="0" lang="zh-CN" altLang="en-US" sz="2200" b="0" i="0" u="none" strike="noStrike" kern="0" cap="none" spc="0" normalizeH="0" baseline="0" noProof="0" dirty="0" smtClean="0">
                <a:ln>
                  <a:noFill/>
                </a:ln>
                <a:solidFill>
                  <a:schemeClr val="bg1"/>
                </a:solidFill>
                <a:effectLst/>
                <a:uLnTx/>
                <a:uFillTx/>
                <a:latin typeface="黑体" pitchFamily="49" charset="-122"/>
                <a:ea typeface="+mn-ea"/>
                <a:cs typeface="+mn-cs"/>
              </a:rPr>
              <a:t>：</a:t>
            </a:r>
            <a:endParaRPr kumimoji="0" lang="en-US" altLang="zh-CN" sz="2200" b="0" i="0" u="none" strike="noStrike" kern="0" cap="none" spc="0" normalizeH="0" baseline="0" noProof="0" dirty="0" smtClean="0">
              <a:ln>
                <a:noFill/>
              </a:ln>
              <a:solidFill>
                <a:schemeClr val="bg1"/>
              </a:solidFill>
              <a:effectLst/>
              <a:uLnTx/>
              <a:uFillTx/>
              <a:latin typeface="黑体" pitchFamily="49" charset="-122"/>
              <a:ea typeface="+mn-ea"/>
              <a:cs typeface="+mn-cs"/>
            </a:endParaRPr>
          </a:p>
          <a:p>
            <a:pPr marL="609600" marR="0" lvl="0" indent="-609600" algn="l" defTabSz="914400" rtl="0" eaLnBrk="1" fontAlgn="base" latinLnBrk="0" hangingPunct="1">
              <a:lnSpc>
                <a:spcPts val="4000"/>
              </a:lnSpc>
              <a:spcBef>
                <a:spcPct val="20000"/>
              </a:spcBef>
              <a:spcAft>
                <a:spcPct val="0"/>
              </a:spcAft>
              <a:buClrTx/>
              <a:buSzTx/>
              <a:buFont typeface="Arial" charset="0"/>
              <a:buNone/>
              <a:defRPr/>
            </a:pPr>
            <a:r>
              <a:rPr kumimoji="0" lang="en-US" altLang="zh-CN" sz="2200" b="0" i="0" u="none" strike="noStrike" kern="0" cap="none" spc="0" normalizeH="0" baseline="0" noProof="0" dirty="0" smtClean="0">
                <a:ln>
                  <a:noFill/>
                </a:ln>
                <a:solidFill>
                  <a:schemeClr val="bg1"/>
                </a:solidFill>
                <a:effectLst/>
                <a:uLnTx/>
                <a:uFillTx/>
                <a:latin typeface="黑体" pitchFamily="49" charset="-122"/>
                <a:ea typeface="+mn-ea"/>
                <a:cs typeface="+mn-cs"/>
              </a:rPr>
              <a:t>    </a:t>
            </a:r>
            <a:r>
              <a:rPr kumimoji="0" lang="zh-CN" altLang="en-US" sz="2200" b="0" i="0" u="none" strike="noStrike" kern="0" cap="none" spc="0" normalizeH="0" baseline="0" noProof="0" dirty="0" smtClean="0">
                <a:ln>
                  <a:noFill/>
                </a:ln>
                <a:solidFill>
                  <a:schemeClr val="bg1"/>
                </a:solidFill>
                <a:effectLst/>
                <a:uLnTx/>
                <a:uFillTx/>
                <a:latin typeface="黑体" pitchFamily="49" charset="-122"/>
                <a:ea typeface="+mn-ea"/>
                <a:cs typeface="+mn-cs"/>
              </a:rPr>
              <a:t>第一，心理发展是受遗传因素决定的。</a:t>
            </a:r>
            <a:endParaRPr kumimoji="0" lang="en-US" altLang="zh-CN" sz="2200" b="0" i="0" u="none" strike="noStrike" kern="0" cap="none" spc="0" normalizeH="0" baseline="0" noProof="0" dirty="0" smtClean="0">
              <a:ln>
                <a:noFill/>
              </a:ln>
              <a:solidFill>
                <a:schemeClr val="bg1"/>
              </a:solidFill>
              <a:effectLst/>
              <a:uLnTx/>
              <a:uFillTx/>
              <a:latin typeface="黑体" pitchFamily="49" charset="-122"/>
              <a:ea typeface="+mn-ea"/>
              <a:cs typeface="+mn-cs"/>
            </a:endParaRPr>
          </a:p>
          <a:p>
            <a:pPr marL="609600" marR="0" lvl="0" indent="-609600" algn="l" defTabSz="914400" rtl="0" eaLnBrk="1" fontAlgn="base" latinLnBrk="0" hangingPunct="1">
              <a:lnSpc>
                <a:spcPts val="4000"/>
              </a:lnSpc>
              <a:spcBef>
                <a:spcPct val="20000"/>
              </a:spcBef>
              <a:spcAft>
                <a:spcPct val="0"/>
              </a:spcAft>
              <a:buClrTx/>
              <a:buSzTx/>
              <a:buFont typeface="Arial" charset="0"/>
              <a:buNone/>
              <a:defRPr/>
            </a:pPr>
            <a:r>
              <a:rPr kumimoji="0" lang="en-US" altLang="zh-CN" sz="2200" b="0" i="0" u="none" strike="noStrike" kern="0" cap="none" spc="0" normalizeH="0" baseline="0" noProof="0" dirty="0" smtClean="0">
                <a:ln>
                  <a:noFill/>
                </a:ln>
                <a:solidFill>
                  <a:schemeClr val="bg1"/>
                </a:solidFill>
                <a:effectLst/>
                <a:uLnTx/>
                <a:uFillTx/>
                <a:latin typeface="黑体" pitchFamily="49" charset="-122"/>
                <a:ea typeface="+mn-ea"/>
                <a:cs typeface="+mn-cs"/>
              </a:rPr>
              <a:t>    </a:t>
            </a:r>
            <a:r>
              <a:rPr kumimoji="0" lang="zh-CN" altLang="en-US" sz="2200" b="0" i="0" u="none" strike="noStrike" kern="0" cap="none" spc="0" normalizeH="0" baseline="0" noProof="0" dirty="0" smtClean="0">
                <a:ln>
                  <a:noFill/>
                </a:ln>
                <a:solidFill>
                  <a:schemeClr val="bg1"/>
                </a:solidFill>
                <a:effectLst/>
                <a:uLnTx/>
                <a:uFillTx/>
                <a:latin typeface="黑体" pitchFamily="49" charset="-122"/>
                <a:ea typeface="+mn-ea"/>
                <a:cs typeface="+mn-cs"/>
              </a:rPr>
              <a:t>第二，心理发展过程只是这些先天内在因素的自然显现。</a:t>
            </a:r>
            <a:endParaRPr kumimoji="0" lang="en-US" altLang="zh-CN" sz="2200" b="0" i="0" u="none" strike="noStrike" kern="0" cap="none" spc="0" normalizeH="0" baseline="0" noProof="0" dirty="0" smtClean="0">
              <a:ln>
                <a:noFill/>
              </a:ln>
              <a:solidFill>
                <a:schemeClr val="bg1"/>
              </a:solidFill>
              <a:effectLst/>
              <a:uLnTx/>
              <a:uFillTx/>
              <a:latin typeface="黑体" pitchFamily="49" charset="-122"/>
              <a:ea typeface="+mn-ea"/>
              <a:cs typeface="+mn-cs"/>
            </a:endParaRPr>
          </a:p>
          <a:p>
            <a:pPr marL="609600" marR="0" lvl="0" indent="-609600" algn="l" defTabSz="914400" rtl="0" eaLnBrk="1" fontAlgn="base" latinLnBrk="0" hangingPunct="1">
              <a:lnSpc>
                <a:spcPts val="4000"/>
              </a:lnSpc>
              <a:spcBef>
                <a:spcPct val="20000"/>
              </a:spcBef>
              <a:spcAft>
                <a:spcPct val="0"/>
              </a:spcAft>
              <a:buClrTx/>
              <a:buSzTx/>
              <a:buFont typeface="Arial" charset="0"/>
              <a:buNone/>
              <a:defRPr/>
            </a:pPr>
            <a:r>
              <a:rPr kumimoji="0" lang="en-US" altLang="zh-CN" sz="2200" b="0" i="0" u="none" strike="noStrike" kern="0" cap="none" spc="0" normalizeH="0" baseline="0" noProof="0" dirty="0" smtClean="0">
                <a:ln>
                  <a:noFill/>
                </a:ln>
                <a:solidFill>
                  <a:schemeClr val="bg1"/>
                </a:solidFill>
                <a:effectLst/>
                <a:uLnTx/>
                <a:uFillTx/>
                <a:latin typeface="黑体" pitchFamily="49" charset="-122"/>
                <a:ea typeface="+mn-ea"/>
                <a:cs typeface="+mn-cs"/>
              </a:rPr>
              <a:t>    </a:t>
            </a:r>
            <a:r>
              <a:rPr kumimoji="0" lang="zh-CN" altLang="en-US" sz="2200" b="0" i="0" u="none" strike="noStrike" kern="0" cap="none" spc="0" normalizeH="0" baseline="0" noProof="0" dirty="0" smtClean="0">
                <a:ln>
                  <a:noFill/>
                </a:ln>
                <a:solidFill>
                  <a:schemeClr val="bg1"/>
                </a:solidFill>
                <a:effectLst/>
                <a:uLnTx/>
                <a:uFillTx/>
                <a:latin typeface="黑体" pitchFamily="49" charset="-122"/>
                <a:ea typeface="+mn-ea"/>
                <a:cs typeface="+mn-cs"/>
              </a:rPr>
              <a:t>第三，环境（包括教育）只起一个 引发的作用，最多只能促进或延缓遗传因素的自我现象而已。    </a:t>
            </a:r>
            <a:endParaRPr kumimoji="0" lang="zh-CN" altLang="en-US" sz="2200" b="0" i="0" u="none" strike="noStrike" kern="0" cap="none" spc="0" normalizeH="0" baseline="0" noProof="0" dirty="0" smtClean="0">
              <a:ln>
                <a:noFill/>
              </a:ln>
              <a:solidFill>
                <a:schemeClr val="bg1"/>
              </a:solidFill>
              <a:effectLst/>
              <a:uLnTx/>
              <a:uFillTx/>
              <a:latin typeface="黑体" pitchFamily="49" charset="-122"/>
              <a:ea typeface="+mn-ea"/>
              <a:cs typeface="+mn-cs"/>
            </a:endParaRPr>
          </a:p>
          <a:p>
            <a:pPr marL="609600" marR="0" lvl="0" indent="-609600" algn="l" defTabSz="914400" rtl="0" eaLnBrk="1" fontAlgn="base" latinLnBrk="0" hangingPunct="1">
              <a:lnSpc>
                <a:spcPts val="4000"/>
              </a:lnSpc>
              <a:spcBef>
                <a:spcPct val="20000"/>
              </a:spcBef>
              <a:spcAft>
                <a:spcPct val="0"/>
              </a:spcAft>
              <a:buClr>
                <a:srgbClr val="FF0000"/>
              </a:buClr>
              <a:buSzTx/>
              <a:buFont typeface="Wingdings" charset="2"/>
              <a:buNone/>
              <a:defRPr/>
            </a:pPr>
            <a:r>
              <a:rPr kumimoji="0" lang="zh-CN" altLang="en-US" sz="2200" b="0" i="0" u="none" strike="noStrike" kern="0" cap="none" spc="0" normalizeH="0" baseline="0" noProof="0" dirty="0" smtClean="0">
                <a:ln>
                  <a:noFill/>
                </a:ln>
                <a:solidFill>
                  <a:srgbClr val="00FFCC"/>
                </a:solidFill>
                <a:effectLst/>
                <a:uLnTx/>
                <a:uFillTx/>
                <a:latin typeface="黑体" pitchFamily="49" charset="-122"/>
                <a:ea typeface="+mn-ea"/>
                <a:cs typeface="+mn-cs"/>
              </a:rPr>
              <a:t>  著名言论</a:t>
            </a:r>
            <a:r>
              <a:rPr kumimoji="0" lang="zh-CN" altLang="en-US" sz="2200" b="0" i="0" u="none" strike="noStrike" kern="0" cap="none" spc="0" normalizeH="0" baseline="0" noProof="0" dirty="0" smtClean="0">
                <a:ln>
                  <a:noFill/>
                </a:ln>
                <a:solidFill>
                  <a:schemeClr val="bg1"/>
                </a:solidFill>
                <a:effectLst/>
                <a:uLnTx/>
                <a:uFillTx/>
                <a:latin typeface="黑体" pitchFamily="49" charset="-122"/>
                <a:ea typeface="+mn-ea"/>
                <a:cs typeface="+mn-cs"/>
              </a:rPr>
              <a:t>：“人的能力得自遗传”</a:t>
            </a:r>
            <a:endParaRPr kumimoji="0" lang="zh-CN" altLang="en-US" sz="2200" b="0" i="0" u="none" strike="noStrike" kern="0" cap="none" spc="0" normalizeH="0" baseline="0" noProof="0" dirty="0" smtClean="0">
              <a:ln>
                <a:noFill/>
              </a:ln>
              <a:solidFill>
                <a:schemeClr val="bg1"/>
              </a:solidFill>
              <a:effectLst/>
              <a:uLnTx/>
              <a:uFillTx/>
              <a:latin typeface="黑体" pitchFamily="49" charset="-122"/>
              <a:ea typeface="+mn-ea"/>
              <a:cs typeface="+mn-cs"/>
            </a:endParaRPr>
          </a:p>
          <a:p>
            <a:pPr marL="609600" marR="0" lvl="0" indent="-609600" algn="l" defTabSz="914400" rtl="0" eaLnBrk="1" fontAlgn="base" latinLnBrk="0" hangingPunct="1">
              <a:lnSpc>
                <a:spcPts val="4000"/>
              </a:lnSpc>
              <a:spcBef>
                <a:spcPct val="20000"/>
              </a:spcBef>
              <a:spcAft>
                <a:spcPct val="0"/>
              </a:spcAft>
              <a:buClr>
                <a:srgbClr val="FF0000"/>
              </a:buClr>
              <a:buSzTx/>
              <a:buFont typeface="Wingdings" charset="2"/>
              <a:buNone/>
              <a:defRPr/>
            </a:pPr>
            <a:r>
              <a:rPr kumimoji="0" lang="zh-CN" altLang="en-US" sz="2200" b="0" i="0" u="none" strike="noStrike" kern="0" cap="none" spc="0" normalizeH="0" baseline="0" noProof="0" dirty="0" smtClean="0">
                <a:ln>
                  <a:noFill/>
                </a:ln>
                <a:solidFill>
                  <a:schemeClr val="bg1"/>
                </a:solidFill>
                <a:effectLst/>
                <a:uLnTx/>
                <a:uFillTx/>
                <a:latin typeface="黑体" pitchFamily="49" charset="-122"/>
                <a:ea typeface="+mn-ea"/>
                <a:cs typeface="+mn-cs"/>
              </a:rPr>
              <a:t>            “一两遗传胜过一吨的教育”</a:t>
            </a:r>
            <a:endParaRPr kumimoji="0" lang="zh-CN" altLang="en-US" sz="2200" b="0" i="0" u="none" strike="noStrike" kern="0" cap="none" spc="0" normalizeH="0" baseline="0" noProof="0" dirty="0" smtClean="0">
              <a:ln>
                <a:noFill/>
              </a:ln>
              <a:solidFill>
                <a:schemeClr val="bg1"/>
              </a:solidFill>
              <a:effectLst/>
              <a:uLnTx/>
              <a:uFillTx/>
              <a:latin typeface="黑体" pitchFamily="49" charset="-122"/>
              <a:ea typeface="+mn-ea"/>
              <a:cs typeface="+mn-cs"/>
            </a:endParaRPr>
          </a:p>
        </p:txBody>
      </p:sp>
      <p:sp>
        <p:nvSpPr>
          <p:cNvPr id="20484" name="Rectangle 5"/>
          <p:cNvSpPr>
            <a14:cpLocks xmlns:a14="http://schemas.microsoft.com/office/drawing/2010/main" noChangeArrowheads="1"/>
          </p:cNvSpPr>
          <p:nvPr/>
        </p:nvSpPr>
        <p:spPr bwMode="auto">
          <a:xfrm>
            <a:off x="5356225" y="4879975"/>
            <a:ext cx="7245350" cy="1760538"/>
          </a:xfrm>
          <a:prstGeom prst="rect">
            <a:avLst/>
          </a:prstGeom>
          <a:noFill/>
          <a:ln w="9525">
            <a:noFill/>
            <a:miter lim="800000"/>
          </a:ln>
        </p:spPr>
        <p:txBody>
          <a:bodyPr lIns="113157" tIns="56579" rIns="113157" bIns="56579"/>
          <a:p>
            <a:pPr marL="754380" lvl="0" indent="-754380" defTabSz="1132205" eaLnBrk="1" fontAlgn="base" hangingPunct="1">
              <a:lnSpc>
                <a:spcPct val="90000"/>
              </a:lnSpc>
              <a:spcBef>
                <a:spcPct val="20000"/>
              </a:spcBef>
            </a:pPr>
            <a:endParaRPr lang="en-US" altLang="zh-CN" sz="3500" b="1" strike="noStrike" noProof="1" dirty="0">
              <a:solidFill>
                <a:srgbClr val="0000CC"/>
              </a:solidFill>
              <a:effectLst>
                <a:outerShdw blurRad="38100" dist="38100" dir="2700000">
                  <a:srgbClr val="000000"/>
                </a:outerShdw>
              </a:effectLst>
              <a:latin typeface="楷体_GB2312" pitchFamily="1" charset="-122"/>
              <a:ea typeface="楷体_GB2312" pitchFamily="1" charset="-122"/>
            </a:endParaRPr>
          </a:p>
        </p:txBody>
      </p:sp>
      <p:pic>
        <p:nvPicPr>
          <p:cNvPr id="20485" name="Picture 6" descr="胚胎发育"/>
          <p:cNvPicPr>
            <a:picLocks noChangeAspect="1"/>
          </p:cNvPicPr>
          <p:nvPr/>
        </p:nvPicPr>
        <p:blipFill>
          <a:blip r:embed="rId1"/>
          <a:stretch>
            <a:fillRect/>
          </a:stretch>
        </p:blipFill>
        <p:spPr>
          <a:xfrm>
            <a:off x="9015413" y="1028700"/>
            <a:ext cx="2867025" cy="480060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0485"/>
                                        </p:tgtEl>
                                        <p:attrNameLst>
                                          <p:attrName>style.visibility</p:attrName>
                                        </p:attrNameLst>
                                      </p:cBhvr>
                                      <p:to>
                                        <p:strVal val="visible"/>
                                      </p:to>
                                    </p:set>
                                    <p:animEffect transition="in" filter="wipe(up)">
                                      <p:cBhvr>
                                        <p:cTn id="7" dur="2000"/>
                                        <p:tgtEl>
                                          <p:spTgt spid="204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7" name="Rectangle 2"/>
          <p:cNvSpPr>
            <a14:cpLocks xmlns:a14="http://schemas.microsoft.com/office/drawing/2010/main" noGrp="1"/>
          </p:cNvSpPr>
          <p:nvPr>
            <p:ph type="title"/>
          </p:nvPr>
        </p:nvSpPr>
        <p:spPr>
          <a:xfrm>
            <a:off x="728663" y="457200"/>
            <a:ext cx="6862762" cy="719138"/>
          </a:xfrm>
          <a:ln/>
        </p:spPr>
        <p:txBody>
          <a:bodyPr wrap="square" lIns="113157" tIns="56579" rIns="113157" bIns="56579" anchor="ctr"/>
          <a:p>
            <a:pPr lvl="0" algn="l" eaLnBrk="1" hangingPunct="1">
              <a:buFont typeface="Wingdings" charset="2"/>
              <a:buChar char="•"/>
            </a:pPr>
            <a:r>
              <a:rPr lang="zh-CN" altLang="en-US" dirty="0">
                <a:solidFill>
                  <a:srgbClr val="00FFCC"/>
                </a:solidFill>
                <a:latin typeface="黑体" pitchFamily="49" charset="-122"/>
              </a:rPr>
              <a:t>二、环境因素决定心理发展</a:t>
            </a:r>
            <a:r>
              <a:rPr lang="en-US" altLang="zh-CN" dirty="0">
                <a:solidFill>
                  <a:srgbClr val="00FFCC"/>
                </a:solidFill>
                <a:latin typeface="黑体" pitchFamily="49" charset="-122"/>
              </a:rPr>
              <a:t>-</a:t>
            </a:r>
            <a:r>
              <a:rPr lang="zh-CN" altLang="en-US" dirty="0">
                <a:solidFill>
                  <a:srgbClr val="00FFCC"/>
                </a:solidFill>
                <a:latin typeface="黑体" pitchFamily="49" charset="-122"/>
              </a:rPr>
              <a:t>华生</a:t>
            </a:r>
            <a:endParaRPr lang="zh-CN" altLang="en-US" dirty="0">
              <a:solidFill>
                <a:srgbClr val="00FFCC"/>
              </a:solidFill>
              <a:latin typeface="黑体" pitchFamily="49" charset="-122"/>
            </a:endParaRPr>
          </a:p>
        </p:txBody>
      </p:sp>
      <p:sp>
        <p:nvSpPr>
          <p:cNvPr id="21507" name="Rectangle 3"/>
          <p:cNvSpPr>
            <a14:cpLocks xmlns:a14="http://schemas.microsoft.com/office/drawing/2010/main" noGrp="1" noChangeArrowheads="1"/>
          </p:cNvSpPr>
          <p:nvPr>
            <p:ph type="body" idx="1"/>
          </p:nvPr>
        </p:nvSpPr>
        <p:spPr>
          <a:xfrm>
            <a:off x="300038" y="1243013"/>
            <a:ext cx="8086725" cy="4543425"/>
          </a:xfrm>
          <a:ln>
            <a:miter/>
          </a:ln>
        </p:spPr>
        <p:txBody>
          <a:bodyPr vert="horz" wrap="square" lIns="113157" tIns="56579" rIns="113157" bIns="56579" numCol="1" anchor="t" anchorCtr="0" compatLnSpc="1"/>
          <a:lstStyle/>
          <a:p>
            <a:pPr marL="609600" marR="0" lvl="1" indent="-609600" algn="l" defTabSz="914400" rtl="0" eaLnBrk="1" fontAlgn="base" latinLnBrk="0" hangingPunct="1">
              <a:lnSpc>
                <a:spcPts val="4000"/>
              </a:lnSpc>
              <a:spcBef>
                <a:spcPct val="20000"/>
              </a:spcBef>
              <a:spcAft>
                <a:spcPct val="0"/>
              </a:spcAft>
              <a:buClrTx/>
              <a:buSzTx/>
              <a:buFont typeface="Arial" charset="0"/>
              <a:buNone/>
              <a:defRPr/>
            </a:pPr>
            <a:r>
              <a:rPr kumimoji="0" lang="en-US" sz="2200" b="0" i="0" u="none" strike="noStrike" kern="0" cap="none" spc="0" normalizeH="0" baseline="0" noProof="0" dirty="0" smtClean="0">
                <a:ln>
                  <a:noFill/>
                </a:ln>
                <a:solidFill>
                  <a:schemeClr val="bg1"/>
                </a:solidFill>
                <a:effectLst>
                  <a:outerShdw blurRad="38100" dist="38100" dir="2700000" algn="tl">
                    <a:srgbClr val="000000"/>
                  </a:outerShdw>
                </a:effectLst>
                <a:uLnTx/>
                <a:uFillTx/>
                <a:latin typeface="楷体_GB2312" pitchFamily="1" charset="-122"/>
                <a:ea typeface="+mn-ea"/>
              </a:rPr>
              <a:t>     </a:t>
            </a:r>
            <a:r>
              <a:rPr kumimoji="0" lang="zh-CN" altLang="en-US" sz="2200" b="0" i="0" u="none" strike="noStrike" kern="0" cap="none" spc="0" normalizeH="0" baseline="0" noProof="0" dirty="0" smtClean="0">
                <a:ln>
                  <a:noFill/>
                </a:ln>
                <a:solidFill>
                  <a:srgbClr val="00FFCC"/>
                </a:solidFill>
                <a:effectLst/>
                <a:uLnTx/>
                <a:uFillTx/>
                <a:latin typeface="楷体_GB2312" pitchFamily="1" charset="-122"/>
                <a:ea typeface="+mn-ea"/>
              </a:rPr>
              <a:t>代表人物</a:t>
            </a:r>
            <a:r>
              <a:rPr kumimoji="0" lang="zh-CN" altLang="en-US" sz="2200" b="0" i="0" u="none" strike="noStrike" kern="0" cap="none" spc="0" normalizeH="0" baseline="0" noProof="0" dirty="0" smtClean="0">
                <a:ln>
                  <a:noFill/>
                </a:ln>
                <a:solidFill>
                  <a:schemeClr val="bg1"/>
                </a:solidFill>
                <a:effectLst>
                  <a:outerShdw blurRad="38100" dist="38100" dir="2700000" algn="tl">
                    <a:srgbClr val="000000"/>
                  </a:outerShdw>
                </a:effectLst>
                <a:uLnTx/>
                <a:uFillTx/>
                <a:latin typeface="楷体_GB2312" pitchFamily="1" charset="-122"/>
                <a:ea typeface="+mn-ea"/>
              </a:rPr>
              <a:t>：华生</a:t>
            </a:r>
            <a:endParaRPr kumimoji="0" lang="en-US" altLang="zh-CN" sz="2200" b="0" i="0" u="none" strike="noStrike" kern="0" cap="none" spc="0" normalizeH="0" baseline="0" noProof="0" dirty="0" smtClean="0">
              <a:ln>
                <a:noFill/>
              </a:ln>
              <a:solidFill>
                <a:schemeClr val="bg1"/>
              </a:solidFill>
              <a:effectLst>
                <a:outerShdw blurRad="38100" dist="38100" dir="2700000" algn="tl">
                  <a:srgbClr val="000000"/>
                </a:outerShdw>
              </a:effectLst>
              <a:uLnTx/>
              <a:uFillTx/>
              <a:latin typeface="楷体_GB2312" pitchFamily="1" charset="-122"/>
              <a:ea typeface="+mn-ea"/>
            </a:endParaRPr>
          </a:p>
          <a:p>
            <a:pPr marL="609600" marR="0" lvl="1" indent="-609600" algn="l" defTabSz="914400" rtl="0" eaLnBrk="1" fontAlgn="base" latinLnBrk="0" hangingPunct="1">
              <a:lnSpc>
                <a:spcPts val="4000"/>
              </a:lnSpc>
              <a:spcBef>
                <a:spcPct val="20000"/>
              </a:spcBef>
              <a:spcAft>
                <a:spcPct val="0"/>
              </a:spcAft>
              <a:buClrTx/>
              <a:buSzTx/>
              <a:buFont typeface="Arial" charset="0"/>
              <a:buNone/>
              <a:defRPr/>
            </a:pPr>
            <a:r>
              <a:rPr kumimoji="0" lang="en-US" altLang="en-US" sz="2200" b="0" i="0" u="none" strike="noStrike" kern="0" cap="none" spc="0" normalizeH="0" baseline="0" noProof="0" dirty="0" smtClean="0">
                <a:ln>
                  <a:noFill/>
                </a:ln>
                <a:solidFill>
                  <a:srgbClr val="00FFCC"/>
                </a:solidFill>
                <a:effectLst/>
                <a:uLnTx/>
                <a:uFillTx/>
                <a:latin typeface="楷体_GB2312" pitchFamily="1" charset="-122"/>
                <a:ea typeface="+mn-ea"/>
              </a:rPr>
              <a:t>     </a:t>
            </a:r>
            <a:r>
              <a:rPr kumimoji="0" lang="zh-CN" altLang="en-US" sz="2200" b="0" i="0" u="none" strike="noStrike" kern="0" cap="none" spc="0" normalizeH="0" baseline="0" noProof="0" dirty="0" smtClean="0">
                <a:ln>
                  <a:noFill/>
                </a:ln>
                <a:solidFill>
                  <a:srgbClr val="00FFCC"/>
                </a:solidFill>
                <a:effectLst/>
                <a:uLnTx/>
                <a:uFillTx/>
                <a:latin typeface="楷体_GB2312" pitchFamily="1" charset="-122"/>
                <a:ea typeface="+mn-ea"/>
              </a:rPr>
              <a:t>主要观点</a:t>
            </a:r>
            <a:r>
              <a:rPr kumimoji="0" lang="zh-CN" altLang="en-US" sz="2200" b="0" i="0" u="none" strike="noStrike" kern="0" cap="none" spc="0" normalizeH="0" baseline="0" noProof="0" dirty="0" smtClean="0">
                <a:ln>
                  <a:noFill/>
                </a:ln>
                <a:solidFill>
                  <a:schemeClr val="bg1"/>
                </a:solidFill>
                <a:effectLst>
                  <a:outerShdw blurRad="38100" dist="38100" dir="2700000" algn="tl">
                    <a:srgbClr val="000000"/>
                  </a:outerShdw>
                </a:effectLst>
                <a:uLnTx/>
                <a:uFillTx/>
                <a:latin typeface="楷体_GB2312" pitchFamily="1" charset="-122"/>
                <a:ea typeface="+mn-ea"/>
              </a:rPr>
              <a:t>：</a:t>
            </a:r>
            <a:endParaRPr kumimoji="0" lang="en-US" altLang="zh-CN" sz="2200" b="0" i="0" u="none" strike="noStrike" kern="0" cap="none" spc="0" normalizeH="0" baseline="0" noProof="0" dirty="0" smtClean="0">
              <a:ln>
                <a:noFill/>
              </a:ln>
              <a:solidFill>
                <a:schemeClr val="bg1"/>
              </a:solidFill>
              <a:effectLst>
                <a:outerShdw blurRad="38100" dist="38100" dir="2700000" algn="tl">
                  <a:srgbClr val="000000"/>
                </a:outerShdw>
              </a:effectLst>
              <a:uLnTx/>
              <a:uFillTx/>
              <a:latin typeface="楷体_GB2312" pitchFamily="1" charset="-122"/>
              <a:ea typeface="+mn-ea"/>
            </a:endParaRPr>
          </a:p>
          <a:p>
            <a:pPr marL="609600" marR="0" lvl="1" indent="-609600" algn="l" defTabSz="914400" rtl="0" eaLnBrk="1" fontAlgn="base" latinLnBrk="0" hangingPunct="1">
              <a:lnSpc>
                <a:spcPts val="4000"/>
              </a:lnSpc>
              <a:spcBef>
                <a:spcPct val="20000"/>
              </a:spcBef>
              <a:spcAft>
                <a:spcPct val="0"/>
              </a:spcAft>
              <a:buClrTx/>
              <a:buSzTx/>
              <a:buFont typeface="Arial" charset="0"/>
              <a:buNone/>
              <a:defRPr/>
            </a:pPr>
            <a:r>
              <a:rPr kumimoji="0" lang="en-US" sz="2200" b="0" i="0" u="none" strike="noStrike" kern="0" cap="none" spc="0" normalizeH="0" baseline="0" noProof="0" dirty="0" smtClean="0">
                <a:ln>
                  <a:noFill/>
                </a:ln>
                <a:solidFill>
                  <a:schemeClr val="bg1"/>
                </a:solidFill>
                <a:effectLst>
                  <a:outerShdw blurRad="38100" dist="38100" dir="2700000" algn="tl">
                    <a:srgbClr val="000000"/>
                  </a:outerShdw>
                </a:effectLst>
                <a:uLnTx/>
                <a:uFillTx/>
                <a:latin typeface="楷体_GB2312" pitchFamily="1" charset="-122"/>
                <a:ea typeface="+mn-ea"/>
              </a:rPr>
              <a:t>       </a:t>
            </a:r>
            <a:r>
              <a:rPr kumimoji="0" lang="zh-CN" altLang="en-US" sz="2200" b="0" i="0" u="none" strike="noStrike" kern="0" cap="none" spc="0" normalizeH="0" baseline="0" noProof="0" dirty="0" smtClean="0">
                <a:ln>
                  <a:noFill/>
                </a:ln>
                <a:solidFill>
                  <a:schemeClr val="bg1"/>
                </a:solidFill>
                <a:effectLst>
                  <a:outerShdw blurRad="38100" dist="38100" dir="2700000" algn="tl">
                    <a:srgbClr val="000000"/>
                  </a:outerShdw>
                </a:effectLst>
                <a:uLnTx/>
                <a:uFillTx/>
                <a:latin typeface="楷体_GB2312" pitchFamily="1" charset="-122"/>
                <a:ea typeface="+mn-ea"/>
              </a:rPr>
              <a:t>第一，心理的发展是由环境因素决定的。</a:t>
            </a:r>
            <a:endParaRPr kumimoji="0" lang="en-US" altLang="zh-CN" sz="2200" b="0" i="0" u="none" strike="noStrike" kern="0" cap="none" spc="0" normalizeH="0" baseline="0" noProof="0" dirty="0" smtClean="0">
              <a:ln>
                <a:noFill/>
              </a:ln>
              <a:solidFill>
                <a:schemeClr val="bg1"/>
              </a:solidFill>
              <a:effectLst>
                <a:outerShdw blurRad="38100" dist="38100" dir="2700000" algn="tl">
                  <a:srgbClr val="000000"/>
                </a:outerShdw>
              </a:effectLst>
              <a:uLnTx/>
              <a:uFillTx/>
              <a:latin typeface="楷体_GB2312" pitchFamily="1" charset="-122"/>
              <a:ea typeface="+mn-ea"/>
            </a:endParaRPr>
          </a:p>
          <a:p>
            <a:pPr marL="609600" marR="0" lvl="1" indent="-609600" algn="l" defTabSz="914400" rtl="0" eaLnBrk="1" fontAlgn="base" latinLnBrk="0" hangingPunct="1">
              <a:lnSpc>
                <a:spcPts val="4000"/>
              </a:lnSpc>
              <a:spcBef>
                <a:spcPct val="20000"/>
              </a:spcBef>
              <a:spcAft>
                <a:spcPct val="0"/>
              </a:spcAft>
              <a:buClrTx/>
              <a:buSzTx/>
              <a:buFont typeface="Arial" charset="0"/>
              <a:buNone/>
              <a:defRPr/>
            </a:pPr>
            <a:r>
              <a:rPr kumimoji="0" lang="en-US" sz="2200" b="0" i="0" u="none" strike="noStrike" kern="0" cap="none" spc="0" normalizeH="0" baseline="0" noProof="0" dirty="0" smtClean="0">
                <a:ln>
                  <a:noFill/>
                </a:ln>
                <a:solidFill>
                  <a:schemeClr val="bg1"/>
                </a:solidFill>
                <a:effectLst>
                  <a:outerShdw blurRad="38100" dist="38100" dir="2700000" algn="tl">
                    <a:srgbClr val="000000"/>
                  </a:outerShdw>
                </a:effectLst>
                <a:uLnTx/>
                <a:uFillTx/>
                <a:latin typeface="楷体_GB2312" pitchFamily="1" charset="-122"/>
                <a:ea typeface="+mn-ea"/>
              </a:rPr>
              <a:t>       </a:t>
            </a:r>
            <a:r>
              <a:rPr kumimoji="0" lang="zh-CN" altLang="en-US" sz="2200" b="0" i="0" u="none" strike="noStrike" kern="0" cap="none" spc="0" normalizeH="0" baseline="0" noProof="0" dirty="0" smtClean="0">
                <a:ln>
                  <a:noFill/>
                </a:ln>
                <a:solidFill>
                  <a:schemeClr val="bg1"/>
                </a:solidFill>
                <a:effectLst>
                  <a:outerShdw blurRad="38100" dist="38100" dir="2700000" algn="tl">
                    <a:srgbClr val="000000"/>
                  </a:outerShdw>
                </a:effectLst>
                <a:uLnTx/>
                <a:uFillTx/>
                <a:latin typeface="楷体_GB2312" pitchFamily="1" charset="-122"/>
                <a:ea typeface="+mn-ea"/>
              </a:rPr>
              <a:t>第二，片面地强调和机械地看待环境因素在心里发展中的作用。</a:t>
            </a:r>
            <a:endParaRPr kumimoji="0" lang="en-US" altLang="zh-CN" sz="2200" b="0" i="0" u="none" strike="noStrike" kern="0" cap="none" spc="0" normalizeH="0" baseline="0" noProof="0" dirty="0" smtClean="0">
              <a:ln>
                <a:noFill/>
              </a:ln>
              <a:solidFill>
                <a:schemeClr val="bg1"/>
              </a:solidFill>
              <a:effectLst>
                <a:outerShdw blurRad="38100" dist="38100" dir="2700000" algn="tl">
                  <a:srgbClr val="000000"/>
                </a:outerShdw>
              </a:effectLst>
              <a:uLnTx/>
              <a:uFillTx/>
              <a:latin typeface="楷体_GB2312" pitchFamily="1" charset="-122"/>
              <a:ea typeface="+mn-ea"/>
            </a:endParaRPr>
          </a:p>
          <a:p>
            <a:pPr marL="609600" marR="0" lvl="1" indent="-609600" algn="l" defTabSz="914400" rtl="0" eaLnBrk="1" fontAlgn="base" latinLnBrk="0" hangingPunct="1">
              <a:lnSpc>
                <a:spcPts val="4000"/>
              </a:lnSpc>
              <a:spcBef>
                <a:spcPct val="20000"/>
              </a:spcBef>
              <a:spcAft>
                <a:spcPct val="0"/>
              </a:spcAft>
              <a:buClrTx/>
              <a:buSzTx/>
              <a:buFont typeface="Arial" charset="0"/>
              <a:buNone/>
              <a:defRPr/>
            </a:pPr>
            <a:r>
              <a:rPr kumimoji="0" lang="en-US" sz="2200" b="0" i="0" u="none" strike="noStrike" kern="0" cap="none" spc="0" normalizeH="0" baseline="0" noProof="0" dirty="0" smtClean="0">
                <a:ln>
                  <a:noFill/>
                </a:ln>
                <a:solidFill>
                  <a:schemeClr val="bg1"/>
                </a:solidFill>
                <a:effectLst>
                  <a:outerShdw blurRad="38100" dist="38100" dir="2700000" algn="tl">
                    <a:srgbClr val="000000"/>
                  </a:outerShdw>
                </a:effectLst>
                <a:uLnTx/>
                <a:uFillTx/>
                <a:latin typeface="楷体_GB2312" pitchFamily="1" charset="-122"/>
                <a:ea typeface="+mn-ea"/>
              </a:rPr>
              <a:t>       </a:t>
            </a:r>
            <a:r>
              <a:rPr kumimoji="0" lang="zh-CN" altLang="en-US" sz="2200" b="0" i="0" u="none" strike="noStrike" kern="0" cap="none" spc="0" normalizeH="0" baseline="0" noProof="0" dirty="0" smtClean="0">
                <a:ln>
                  <a:noFill/>
                </a:ln>
                <a:solidFill>
                  <a:schemeClr val="bg1"/>
                </a:solidFill>
                <a:effectLst>
                  <a:outerShdw blurRad="38100" dist="38100" dir="2700000" algn="tl">
                    <a:srgbClr val="000000"/>
                  </a:outerShdw>
                </a:effectLst>
                <a:uLnTx/>
                <a:uFillTx/>
                <a:latin typeface="楷体_GB2312" pitchFamily="1" charset="-122"/>
                <a:ea typeface="+mn-ea"/>
              </a:rPr>
              <a:t>第三，否认遗传因素在心里发展中的作用。</a:t>
            </a:r>
            <a:r>
              <a:rPr kumimoji="0" lang="en-US" sz="2200" b="0" i="0" u="none" strike="noStrike" kern="0" cap="none" spc="0" normalizeH="0" baseline="0" noProof="0" dirty="0" smtClean="0">
                <a:ln>
                  <a:noFill/>
                </a:ln>
                <a:solidFill>
                  <a:schemeClr val="bg1"/>
                </a:solidFill>
                <a:effectLst>
                  <a:outerShdw blurRad="38100" dist="38100" dir="2700000" algn="tl">
                    <a:srgbClr val="000000"/>
                  </a:outerShdw>
                </a:effectLst>
                <a:uLnTx/>
                <a:uFillTx/>
                <a:latin typeface="楷体_GB2312" pitchFamily="1" charset="-122"/>
                <a:ea typeface="+mn-ea"/>
              </a:rPr>
              <a:t> </a:t>
            </a:r>
            <a:endParaRPr kumimoji="0" lang="en-US" sz="2200" b="0" i="0" u="none" strike="noStrike" kern="0" cap="none" spc="0" normalizeH="0" baseline="0" noProof="0" dirty="0" smtClean="0">
              <a:ln>
                <a:noFill/>
              </a:ln>
              <a:solidFill>
                <a:schemeClr val="bg1"/>
              </a:solidFill>
              <a:effectLst>
                <a:outerShdw blurRad="38100" dist="38100" dir="2700000" algn="tl">
                  <a:srgbClr val="000000"/>
                </a:outerShdw>
              </a:effectLst>
              <a:uLnTx/>
              <a:uFillTx/>
              <a:latin typeface="楷体_GB2312" pitchFamily="1" charset="-122"/>
              <a:ea typeface="+mn-ea"/>
            </a:endParaRPr>
          </a:p>
          <a:p>
            <a:pPr marL="609600" marR="0" lvl="1" indent="-609600" algn="l" defTabSz="914400" rtl="0" eaLnBrk="1" fontAlgn="base" latinLnBrk="0" hangingPunct="1">
              <a:lnSpc>
                <a:spcPts val="4000"/>
              </a:lnSpc>
              <a:spcBef>
                <a:spcPct val="20000"/>
              </a:spcBef>
              <a:spcAft>
                <a:spcPct val="0"/>
              </a:spcAft>
              <a:buClrTx/>
              <a:buSzTx/>
              <a:buFont typeface="Arial" charset="0"/>
              <a:buNone/>
              <a:defRPr/>
            </a:pPr>
            <a:r>
              <a:rPr kumimoji="0" lang="en-US" sz="2200" b="0" i="0" u="none" strike="noStrike" kern="0" cap="none" spc="0" normalizeH="0" baseline="0" noProof="0" dirty="0" smtClean="0">
                <a:ln>
                  <a:noFill/>
                </a:ln>
                <a:solidFill>
                  <a:schemeClr val="bg1"/>
                </a:solidFill>
                <a:effectLst>
                  <a:outerShdw blurRad="38100" dist="38100" dir="2700000" algn="tl">
                    <a:srgbClr val="000000"/>
                  </a:outerShdw>
                </a:effectLst>
                <a:uLnTx/>
                <a:uFillTx/>
                <a:latin typeface="楷体_GB2312" pitchFamily="1" charset="-122"/>
                <a:ea typeface="+mn-ea"/>
              </a:rPr>
              <a:t>     </a:t>
            </a:r>
            <a:r>
              <a:rPr kumimoji="0" lang="zh-CN" altLang="en-US" sz="2200" b="0" i="0" u="none" strike="noStrike" kern="0" cap="none" spc="0" normalizeH="0" baseline="0" noProof="0" dirty="0" smtClean="0">
                <a:ln>
                  <a:noFill/>
                </a:ln>
                <a:solidFill>
                  <a:srgbClr val="00FFCC"/>
                </a:solidFill>
                <a:effectLst/>
                <a:uLnTx/>
                <a:uFillTx/>
                <a:latin typeface="楷体_GB2312" pitchFamily="1" charset="-122"/>
                <a:ea typeface="+mn-ea"/>
              </a:rPr>
              <a:t>著名言论</a:t>
            </a:r>
            <a:r>
              <a:rPr kumimoji="0" lang="zh-CN" altLang="en-US" sz="2200" b="0" i="0" u="none" strike="noStrike" kern="0" cap="none" spc="0" normalizeH="0" baseline="0" noProof="0" dirty="0" smtClean="0">
                <a:ln>
                  <a:noFill/>
                </a:ln>
                <a:solidFill>
                  <a:schemeClr val="bg1"/>
                </a:solidFill>
                <a:effectLst>
                  <a:outerShdw blurRad="38100" dist="38100" dir="2700000" algn="tl">
                    <a:srgbClr val="000000"/>
                  </a:outerShdw>
                </a:effectLst>
                <a:uLnTx/>
                <a:uFillTx/>
                <a:latin typeface="楷体_GB2312" pitchFamily="1" charset="-122"/>
                <a:ea typeface="+mn-ea"/>
              </a:rPr>
              <a:t>：“给我一打健全的儿童，我可以用特殊的方法任意地将他们加以改变，或者使他们成为医生、律师、艺术家和富商，或者使他们称为乞丐和强盗。”</a:t>
            </a:r>
            <a:endParaRPr kumimoji="0" lang="zh-CN" altLang="en-US" sz="2500" b="0" i="0" u="none" strike="noStrike" kern="0" cap="none" spc="0" normalizeH="0" baseline="0" noProof="0" dirty="0" smtClean="0">
              <a:ln>
                <a:noFill/>
              </a:ln>
              <a:solidFill>
                <a:schemeClr val="bg1"/>
              </a:solidFill>
              <a:effectLst/>
              <a:uLnTx/>
              <a:uFillTx/>
              <a:latin typeface="黑体" pitchFamily="49" charset="-122"/>
              <a:ea typeface="+mn-ea"/>
            </a:endParaRPr>
          </a:p>
        </p:txBody>
      </p:sp>
      <p:pic>
        <p:nvPicPr>
          <p:cNvPr id="24579" name="Picture 4" descr="华生照片"/>
          <p:cNvPicPr>
            <a:picLocks noChangeAspect="1"/>
          </p:cNvPicPr>
          <p:nvPr/>
        </p:nvPicPr>
        <p:blipFill>
          <a:blip r:embed="rId1"/>
          <a:stretch>
            <a:fillRect/>
          </a:stretch>
        </p:blipFill>
        <p:spPr>
          <a:xfrm>
            <a:off x="8872538" y="1028700"/>
            <a:ext cx="3330575" cy="3279775"/>
          </a:xfrm>
          <a:prstGeom prst="rect">
            <a:avLst/>
          </a:prstGeom>
          <a:noFill/>
          <a:ln w="38100" cap="flat" cmpd="sng">
            <a:solidFill>
              <a:schemeClr val="bg1"/>
            </a:solidFill>
            <a:prstDash val="solid"/>
            <a:miter/>
            <a:headEnd type="none" w="med" len="med"/>
            <a:tailEnd type="none" w="med" len="med"/>
          </a:ln>
          <a:effectLst>
            <a:outerShdw dist="40161" dir="4293903" algn="ctr" rotWithShape="0">
              <a:schemeClr val="bg1"/>
            </a:outerShdw>
          </a:effectLst>
        </p:spPr>
      </p:pic>
      <p:sp>
        <p:nvSpPr>
          <p:cNvPr id="21509" name="Rectangle 5"/>
          <p:cNvSpPr>
            <a14:cpLocks xmlns:a14="http://schemas.microsoft.com/office/drawing/2010/main" noChangeArrowheads="1"/>
          </p:cNvSpPr>
          <p:nvPr/>
        </p:nvSpPr>
        <p:spPr bwMode="auto">
          <a:xfrm>
            <a:off x="-1271587" y="5457825"/>
            <a:ext cx="6196013" cy="1358900"/>
          </a:xfrm>
          <a:prstGeom prst="rect">
            <a:avLst/>
          </a:prstGeom>
          <a:noFill/>
          <a:ln w="9525">
            <a:noFill/>
            <a:miter lim="800000"/>
          </a:ln>
          <a:effectLst>
            <a:outerShdw dist="53882" dir="2700000" algn="ctr" rotWithShape="0">
              <a:schemeClr val="bg2"/>
            </a:outerShdw>
          </a:effectLst>
        </p:spPr>
        <p:txBody>
          <a:bodyPr lIns="111978" tIns="55007" rIns="111978" bIns="55007"/>
          <a:lstStyle/>
          <a:p>
            <a:pPr marL="919480" marR="0" lvl="1" indent="-354330" algn="ctr" defTabSz="1131570" rtl="0" eaLnBrk="1" fontAlgn="base" latinLnBrk="0" hangingPunct="1">
              <a:lnSpc>
                <a:spcPct val="100000"/>
              </a:lnSpc>
              <a:spcBef>
                <a:spcPct val="20000"/>
              </a:spcBef>
              <a:spcAft>
                <a:spcPct val="0"/>
              </a:spcAft>
              <a:buClrTx/>
              <a:buSzPct val="80000"/>
              <a:buFont typeface="Wingdings" charset="2"/>
              <a:buNone/>
              <a:defRPr/>
            </a:pPr>
            <a:endParaRPr kumimoji="0" lang="en-US" sz="3200" b="0" i="0" u="none" strike="noStrike" kern="1200" cap="none" spc="0" normalizeH="0" baseline="0" noProof="0">
              <a:ln>
                <a:noFill/>
              </a:ln>
              <a:solidFill>
                <a:schemeClr val="bg1"/>
              </a:solidFill>
              <a:effectLst/>
              <a:uLnTx/>
              <a:uFillTx/>
              <a:latin typeface="黑体" pitchFamily="49" charset="-122"/>
              <a:ea typeface="黑体" pitchFamily="49" charset="-122"/>
              <a:cs typeface="+mn-cs"/>
            </a:endParaRPr>
          </a:p>
        </p:txBody>
      </p:sp>
      <p:sp>
        <p:nvSpPr>
          <p:cNvPr id="24581" name="TextBox 5"/>
          <p:cNvSpPr txBox="1"/>
          <p:nvPr/>
        </p:nvSpPr>
        <p:spPr>
          <a:xfrm>
            <a:off x="9586913" y="4672013"/>
            <a:ext cx="2643187" cy="430212"/>
          </a:xfrm>
          <a:prstGeom prst="rect">
            <a:avLst/>
          </a:prstGeom>
          <a:noFill/>
          <a:ln w="9525">
            <a:noFill/>
          </a:ln>
        </p:spPr>
        <p:txBody>
          <a:bodyPr anchor="t">
            <a:spAutoFit/>
          </a:bodyPr>
          <a:p>
            <a:pPr lvl="0"/>
            <a:r>
              <a:rPr lang="zh-CN" altLang="en-US" dirty="0">
                <a:solidFill>
                  <a:schemeClr val="bg1"/>
                </a:solidFill>
                <a:latin typeface="黑体" pitchFamily="49" charset="-122"/>
                <a:ea typeface="黑体" pitchFamily="49" charset="-122"/>
              </a:rPr>
              <a:t>华生 </a:t>
            </a:r>
            <a:r>
              <a:rPr lang="en-US" altLang="zh-CN" dirty="0">
                <a:solidFill>
                  <a:schemeClr val="bg1"/>
                </a:solidFill>
                <a:latin typeface="黑体" pitchFamily="49" charset="-122"/>
                <a:ea typeface="黑体" pitchFamily="49" charset="-122"/>
              </a:rPr>
              <a:t>watson</a:t>
            </a:r>
            <a:endParaRPr lang="zh-CN" altLang="en-US" dirty="0">
              <a:latin typeface="Arial" charset="0"/>
              <a:ea typeface="宋体"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Rectangle 3"/>
          <p:cNvSpPr>
            <a14:cpLocks xmlns:a14="http://schemas.microsoft.com/office/drawing/2010/main" noGrp="1" noChangeArrowheads="1"/>
          </p:cNvSpPr>
          <p:nvPr>
            <p:ph type="body" idx="1"/>
          </p:nvPr>
        </p:nvSpPr>
        <p:spPr>
          <a:xfrm>
            <a:off x="1085850" y="1100138"/>
            <a:ext cx="8497888" cy="4719638"/>
          </a:xfrm>
          <a:ln>
            <a:miter/>
          </a:ln>
        </p:spPr>
        <p:txBody>
          <a:bodyPr vert="horz" wrap="square" lIns="113157" tIns="56579" rIns="113157" bIns="56579" numCol="1" anchor="t" anchorCtr="0" compatLnSpc="1"/>
          <a:lstStyle/>
          <a:p>
            <a:pPr marL="609600" marR="0" lvl="0" indent="-609600" algn="l" defTabSz="914400" rtl="0" eaLnBrk="1" fontAlgn="base" latinLnBrk="0" hangingPunct="1">
              <a:lnSpc>
                <a:spcPts val="4000"/>
              </a:lnSpc>
              <a:spcBef>
                <a:spcPct val="0"/>
              </a:spcBef>
              <a:spcAft>
                <a:spcPct val="0"/>
              </a:spcAft>
              <a:buClrTx/>
              <a:buSzTx/>
              <a:buFont typeface="Arial" charset="0"/>
              <a:buNone/>
              <a:defRPr/>
            </a:pPr>
            <a:r>
              <a:rPr kumimoji="0" lang="zh-CN" altLang="en-US" sz="2200" b="0" i="0" u="none" strike="noStrike" kern="0" cap="none" spc="0" normalizeH="0" baseline="0" noProof="0" dirty="0" smtClean="0">
                <a:ln>
                  <a:noFill/>
                </a:ln>
                <a:solidFill>
                  <a:srgbClr val="00FFCC"/>
                </a:solidFill>
                <a:effectLst/>
                <a:uLnTx/>
                <a:uFillTx/>
                <a:latin typeface="黑体" pitchFamily="49" charset="-122"/>
                <a:ea typeface="+mj-ea"/>
                <a:cs typeface="+mj-cs"/>
              </a:rPr>
              <a:t>三、遗传和环境共同决定心理发展</a:t>
            </a:r>
            <a:endParaRPr kumimoji="0" lang="en-US" altLang="en-US" sz="2200" b="0" i="0" u="none" strike="noStrike" kern="0" cap="none" spc="0" normalizeH="0" baseline="0" noProof="0" dirty="0" smtClean="0">
              <a:ln>
                <a:noFill/>
              </a:ln>
              <a:solidFill>
                <a:srgbClr val="00FFCC"/>
              </a:solidFill>
              <a:effectLst/>
              <a:uLnTx/>
              <a:uFillTx/>
              <a:latin typeface="黑体" pitchFamily="49" charset="-122"/>
              <a:ea typeface="+mj-ea"/>
              <a:cs typeface="+mj-cs"/>
            </a:endParaRPr>
          </a:p>
          <a:p>
            <a:pPr marL="97155" marR="0" lvl="0" indent="-97155" algn="l" defTabSz="914400" rtl="0" eaLnBrk="1" fontAlgn="base" latinLnBrk="0" hangingPunct="1">
              <a:lnSpc>
                <a:spcPct val="140000"/>
              </a:lnSpc>
              <a:spcBef>
                <a:spcPct val="20000"/>
              </a:spcBef>
              <a:spcAft>
                <a:spcPct val="0"/>
              </a:spcAft>
              <a:buClrTx/>
              <a:buSzTx/>
              <a:buFont typeface="Arial" charset="0"/>
              <a:buNone/>
              <a:defRPr/>
            </a:pPr>
            <a:r>
              <a:rPr kumimoji="0" lang="zh-CN" altLang="en-US" sz="2200" b="0" i="0" u="none" strike="noStrike" kern="0" cap="none" spc="0" normalizeH="0" baseline="0" noProof="0" dirty="0" smtClean="0">
                <a:ln>
                  <a:noFill/>
                </a:ln>
                <a:solidFill>
                  <a:schemeClr val="bg1"/>
                </a:solidFill>
                <a:effectLst/>
                <a:uLnTx/>
                <a:uFillTx/>
                <a:latin typeface="黑体" pitchFamily="49" charset="-122"/>
                <a:ea typeface="+mn-ea"/>
                <a:cs typeface="+mn-cs"/>
              </a:rPr>
              <a:t>   由于遗传决定论和环境绝对论都过于片面和绝对，学者们提出各种折中的观点，统称为二因素论， 其主要观点：</a:t>
            </a:r>
            <a:endParaRPr kumimoji="0" lang="en-US" altLang="zh-CN" sz="2200" b="0" i="0" u="none" strike="noStrike" kern="0" cap="none" spc="0" normalizeH="0" baseline="0" noProof="0" dirty="0" smtClean="0">
              <a:ln>
                <a:noFill/>
              </a:ln>
              <a:solidFill>
                <a:schemeClr val="bg1"/>
              </a:solidFill>
              <a:effectLst/>
              <a:uLnTx/>
              <a:uFillTx/>
              <a:latin typeface="黑体" pitchFamily="49" charset="-122"/>
              <a:ea typeface="+mn-ea"/>
              <a:cs typeface="+mn-cs"/>
            </a:endParaRPr>
          </a:p>
          <a:p>
            <a:pPr marL="97155" marR="0" lvl="0" indent="-97155" algn="l" defTabSz="914400" rtl="0" eaLnBrk="1" fontAlgn="base" latinLnBrk="0" hangingPunct="1">
              <a:lnSpc>
                <a:spcPct val="140000"/>
              </a:lnSpc>
              <a:spcBef>
                <a:spcPct val="20000"/>
              </a:spcBef>
              <a:spcAft>
                <a:spcPct val="0"/>
              </a:spcAft>
              <a:buClrTx/>
              <a:buSzTx/>
              <a:buFont typeface="Arial" charset="0"/>
              <a:buNone/>
              <a:defRPr/>
            </a:pPr>
            <a:r>
              <a:rPr kumimoji="0" lang="en-US" altLang="zh-CN" sz="2200" b="0" i="0" u="none" strike="noStrike" kern="0" cap="none" spc="0" normalizeH="0" baseline="0" noProof="0" dirty="0" smtClean="0">
                <a:ln>
                  <a:noFill/>
                </a:ln>
                <a:solidFill>
                  <a:schemeClr val="bg1"/>
                </a:solidFill>
                <a:effectLst/>
                <a:uLnTx/>
                <a:uFillTx/>
                <a:latin typeface="黑体" pitchFamily="49" charset="-122"/>
                <a:ea typeface="+mn-ea"/>
                <a:cs typeface="+mn-cs"/>
              </a:rPr>
              <a:t>   </a:t>
            </a:r>
            <a:r>
              <a:rPr kumimoji="0" lang="zh-CN" altLang="en-US" sz="2200" b="0" i="0" u="none" strike="noStrike" kern="0" cap="none" spc="0" normalizeH="0" baseline="0" noProof="0" dirty="0" smtClean="0">
                <a:ln>
                  <a:noFill/>
                </a:ln>
                <a:solidFill>
                  <a:schemeClr val="bg1"/>
                </a:solidFill>
                <a:effectLst/>
                <a:uLnTx/>
                <a:uFillTx/>
                <a:latin typeface="黑体" pitchFamily="49" charset="-122"/>
                <a:ea typeface="+mn-ea"/>
                <a:cs typeface="+mn-cs"/>
              </a:rPr>
              <a:t>第一，心理发展是由遗传和环境两个因素决定的。</a:t>
            </a:r>
            <a:endParaRPr kumimoji="0" lang="en-US" altLang="zh-CN" sz="2200" b="0" i="0" u="none" strike="noStrike" kern="0" cap="none" spc="0" normalizeH="0" baseline="0" noProof="0" dirty="0" smtClean="0">
              <a:ln>
                <a:noFill/>
              </a:ln>
              <a:solidFill>
                <a:schemeClr val="bg1"/>
              </a:solidFill>
              <a:effectLst/>
              <a:uLnTx/>
              <a:uFillTx/>
              <a:latin typeface="黑体" pitchFamily="49" charset="-122"/>
              <a:ea typeface="+mn-ea"/>
              <a:cs typeface="+mn-cs"/>
            </a:endParaRPr>
          </a:p>
          <a:p>
            <a:pPr marL="97155" marR="0" lvl="0" indent="-97155" algn="l" defTabSz="914400" rtl="0" eaLnBrk="1" fontAlgn="base" latinLnBrk="0" hangingPunct="1">
              <a:lnSpc>
                <a:spcPct val="140000"/>
              </a:lnSpc>
              <a:spcBef>
                <a:spcPct val="20000"/>
              </a:spcBef>
              <a:spcAft>
                <a:spcPct val="0"/>
              </a:spcAft>
              <a:buClrTx/>
              <a:buSzTx/>
              <a:buFont typeface="Arial" charset="0"/>
              <a:buNone/>
              <a:defRPr/>
            </a:pPr>
            <a:r>
              <a:rPr kumimoji="0" lang="en-US" altLang="zh-CN" sz="2200" b="0" i="0" u="none" strike="noStrike" kern="0" cap="none" spc="0" normalizeH="0" baseline="0" noProof="0" dirty="0" smtClean="0">
                <a:ln>
                  <a:noFill/>
                </a:ln>
                <a:solidFill>
                  <a:schemeClr val="bg1"/>
                </a:solidFill>
                <a:effectLst/>
                <a:uLnTx/>
                <a:uFillTx/>
                <a:latin typeface="黑体" pitchFamily="49" charset="-122"/>
                <a:ea typeface="+mn-ea"/>
                <a:cs typeface="+mn-cs"/>
              </a:rPr>
              <a:t>   </a:t>
            </a:r>
            <a:r>
              <a:rPr kumimoji="0" lang="zh-CN" altLang="en-US" sz="2200" b="0" i="0" u="none" strike="noStrike" kern="0" cap="none" spc="0" normalizeH="0" baseline="0" noProof="0" dirty="0" smtClean="0">
                <a:ln>
                  <a:noFill/>
                </a:ln>
                <a:solidFill>
                  <a:schemeClr val="bg1"/>
                </a:solidFill>
                <a:effectLst/>
                <a:uLnTx/>
                <a:uFillTx/>
                <a:latin typeface="黑体" pitchFamily="49" charset="-122"/>
                <a:ea typeface="+mn-ea"/>
                <a:cs typeface="+mn-cs"/>
              </a:rPr>
              <a:t>第二，把遗传和环境视为影响儿童心理发展的同等成分；看作是两种各自孤立存在的因素。</a:t>
            </a:r>
            <a:endParaRPr kumimoji="0" lang="en-US" altLang="zh-CN" sz="2200" b="0" i="0" u="none" strike="noStrike" kern="0" cap="none" spc="0" normalizeH="0" baseline="0" noProof="0" dirty="0" smtClean="0">
              <a:ln>
                <a:noFill/>
              </a:ln>
              <a:solidFill>
                <a:schemeClr val="bg1"/>
              </a:solidFill>
              <a:effectLst/>
              <a:uLnTx/>
              <a:uFillTx/>
              <a:latin typeface="黑体" pitchFamily="49" charset="-122"/>
              <a:ea typeface="+mn-ea"/>
              <a:cs typeface="+mn-cs"/>
            </a:endParaRPr>
          </a:p>
          <a:p>
            <a:pPr marL="97155" marR="0" lvl="0" indent="-97155" algn="l" defTabSz="914400" rtl="0" eaLnBrk="1" fontAlgn="base" latinLnBrk="0" hangingPunct="1">
              <a:lnSpc>
                <a:spcPct val="140000"/>
              </a:lnSpc>
              <a:spcBef>
                <a:spcPct val="20000"/>
              </a:spcBef>
              <a:spcAft>
                <a:spcPct val="0"/>
              </a:spcAft>
              <a:buClrTx/>
              <a:buSzTx/>
              <a:buFont typeface="Arial" charset="0"/>
              <a:buNone/>
              <a:defRPr/>
            </a:pPr>
            <a:r>
              <a:rPr kumimoji="0" lang="en-US" altLang="zh-CN" sz="2200" b="0" i="0" u="none" strike="noStrike" kern="0" cap="none" spc="0" normalizeH="0" baseline="0" noProof="0" dirty="0" smtClean="0">
                <a:ln>
                  <a:noFill/>
                </a:ln>
                <a:solidFill>
                  <a:schemeClr val="bg1"/>
                </a:solidFill>
                <a:effectLst/>
                <a:uLnTx/>
                <a:uFillTx/>
                <a:latin typeface="黑体" pitchFamily="49" charset="-122"/>
                <a:ea typeface="+mn-ea"/>
                <a:cs typeface="+mn-cs"/>
              </a:rPr>
              <a:t>   </a:t>
            </a:r>
            <a:r>
              <a:rPr kumimoji="0" lang="zh-CN" altLang="en-US" sz="2200" b="0" i="0" u="none" strike="noStrike" kern="0" cap="none" spc="0" normalizeH="0" baseline="0" noProof="0" dirty="0" smtClean="0">
                <a:ln>
                  <a:noFill/>
                </a:ln>
                <a:solidFill>
                  <a:schemeClr val="bg1"/>
                </a:solidFill>
                <a:effectLst/>
                <a:uLnTx/>
                <a:uFillTx/>
                <a:latin typeface="黑体" pitchFamily="49" charset="-122"/>
                <a:ea typeface="+mn-ea"/>
                <a:cs typeface="+mn-cs"/>
              </a:rPr>
              <a:t>第三，企图揭示各因素单独发挥作用的程度。  </a:t>
            </a:r>
            <a:endParaRPr kumimoji="0" lang="en-US" altLang="zh-CN" sz="2200" b="0" i="0" u="none" strike="noStrike" kern="0" cap="none" spc="0" normalizeH="0" baseline="0" noProof="0" dirty="0" smtClean="0">
              <a:ln>
                <a:noFill/>
              </a:ln>
              <a:solidFill>
                <a:schemeClr val="bg1"/>
              </a:solidFill>
              <a:effectLst/>
              <a:uLnTx/>
              <a:uFillTx/>
              <a:latin typeface="黑体" pitchFamily="49" charset="-122"/>
              <a:ea typeface="+mn-ea"/>
              <a:cs typeface="+mn-c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Rectangle 3"/>
          <p:cNvSpPr>
            <a14:cpLocks xmlns:a14="http://schemas.microsoft.com/office/drawing/2010/main" noGrp="1"/>
          </p:cNvSpPr>
          <p:nvPr>
            <p:ph type="body" idx="1"/>
          </p:nvPr>
        </p:nvSpPr>
        <p:spPr>
          <a:xfrm>
            <a:off x="1228725" y="1314450"/>
            <a:ext cx="6286500" cy="3714750"/>
          </a:xfrm>
          <a:ln>
            <a:miter/>
          </a:ln>
        </p:spPr>
        <p:txBody>
          <a:bodyPr vert="horz" wrap="square" lIns="91440" tIns="45720" rIns="91440" bIns="45720" numCol="1" anchor="t" anchorCtr="0" compatLnSpc="1"/>
          <a:lstStyle/>
          <a:p>
            <a:pPr marL="609600" marR="0" lvl="0" indent="-609600" algn="l" defTabSz="914400" rtl="0" eaLnBrk="1" fontAlgn="base" latinLnBrk="0" hangingPunct="1">
              <a:lnSpc>
                <a:spcPts val="4000"/>
              </a:lnSpc>
              <a:spcBef>
                <a:spcPct val="0"/>
              </a:spcBef>
              <a:spcAft>
                <a:spcPct val="0"/>
              </a:spcAft>
              <a:buClrTx/>
              <a:buSzTx/>
              <a:buFont typeface="Arial" charset="0"/>
              <a:buNone/>
              <a:defRPr/>
            </a:pPr>
            <a:r>
              <a:rPr kumimoji="0" lang="zh-CN" altLang="en-US" sz="2200" b="0" i="0" u="none" strike="noStrike" kern="0" cap="none" spc="0" normalizeH="0" baseline="0" noProof="0" dirty="0" smtClean="0">
                <a:ln>
                  <a:noFill/>
                </a:ln>
                <a:solidFill>
                  <a:srgbClr val="00FFCC"/>
                </a:solidFill>
                <a:effectLst/>
                <a:uLnTx/>
                <a:uFillTx/>
                <a:latin typeface="黑体" pitchFamily="49" charset="-122"/>
                <a:ea typeface="+mj-ea"/>
                <a:cs typeface="+mj-cs"/>
              </a:rPr>
              <a:t>六、心理发展是主体和客体相互作用的结果</a:t>
            </a:r>
            <a:endParaRPr kumimoji="0" lang="zh-CN" altLang="en-US" sz="2200" b="0" i="0" u="none" strike="noStrike" kern="0" cap="none" spc="0" normalizeH="0" baseline="0" noProof="0" dirty="0" smtClean="0">
              <a:ln>
                <a:noFill/>
              </a:ln>
              <a:solidFill>
                <a:srgbClr val="00FFCC"/>
              </a:solidFill>
              <a:effectLst/>
              <a:uLnTx/>
              <a:uFillTx/>
              <a:latin typeface="黑体" pitchFamily="49" charset="-122"/>
              <a:ea typeface="+mj-ea"/>
              <a:cs typeface="+mj-cs"/>
            </a:endParaRPr>
          </a:p>
          <a:p>
            <a:pPr marL="742950" marR="0" lvl="1" indent="-285750" algn="l" defTabSz="914400" rtl="0" eaLnBrk="1" fontAlgn="base" latinLnBrk="0" hangingPunct="1">
              <a:lnSpc>
                <a:spcPts val="4000"/>
              </a:lnSpc>
              <a:spcBef>
                <a:spcPct val="20000"/>
              </a:spcBef>
              <a:spcAft>
                <a:spcPct val="0"/>
              </a:spcAft>
              <a:buClrTx/>
              <a:buSzTx/>
              <a:buFont typeface="Arial" charset="0"/>
              <a:buNone/>
              <a:defRPr/>
            </a:pPr>
            <a:endParaRPr kumimoji="0" lang="zh-CN" altLang="en-US" sz="2500" b="0" i="0" u="none" strike="noStrike" kern="0" cap="none" spc="0" normalizeH="0" baseline="0" noProof="0" dirty="0" smtClean="0">
              <a:ln>
                <a:noFill/>
              </a:ln>
              <a:solidFill>
                <a:schemeClr val="bg1"/>
              </a:solidFill>
              <a:effectLst/>
              <a:uLnTx/>
              <a:uFillTx/>
              <a:latin typeface="黑体" pitchFamily="49" charset="-122"/>
              <a:ea typeface="+mn-ea"/>
            </a:endParaRPr>
          </a:p>
        </p:txBody>
      </p:sp>
      <p:pic>
        <p:nvPicPr>
          <p:cNvPr id="28674" name="Picture 6" descr="皮亚杰"/>
          <p:cNvPicPr>
            <a:picLocks noChangeAspect="1"/>
          </p:cNvPicPr>
          <p:nvPr/>
        </p:nvPicPr>
        <p:blipFill>
          <a:blip r:embed="rId1"/>
          <a:stretch>
            <a:fillRect/>
          </a:stretch>
        </p:blipFill>
        <p:spPr>
          <a:xfrm>
            <a:off x="7669213" y="2087563"/>
            <a:ext cx="2355850" cy="3276600"/>
          </a:xfrm>
          <a:prstGeom prst="rect">
            <a:avLst/>
          </a:prstGeom>
          <a:noFill/>
          <a:ln w="9525">
            <a:noFill/>
          </a:ln>
        </p:spPr>
      </p:pic>
      <p:sp>
        <p:nvSpPr>
          <p:cNvPr id="25604" name="Rectangle 7"/>
          <p:cNvSpPr>
            <a14:cpLocks xmlns:a14="http://schemas.microsoft.com/office/drawing/2010/main" noChangeArrowheads="1"/>
          </p:cNvSpPr>
          <p:nvPr/>
        </p:nvSpPr>
        <p:spPr bwMode="auto">
          <a:xfrm>
            <a:off x="1371600" y="2600325"/>
            <a:ext cx="4953000" cy="1905000"/>
          </a:xfrm>
          <a:prstGeom prst="rect">
            <a:avLst/>
          </a:prstGeom>
          <a:noFill/>
          <a:ln w="9525">
            <a:noFill/>
            <a:miter lim="800000"/>
          </a:ln>
        </p:spPr>
        <p:txBody>
          <a:bodyPr/>
          <a:lstStyle/>
          <a:p>
            <a:pPr marL="609600" marR="0" lvl="0" indent="-609600" algn="l" defTabSz="914400" rtl="0" eaLnBrk="1" fontAlgn="base" latinLnBrk="0" hangingPunct="1">
              <a:lnSpc>
                <a:spcPct val="140000"/>
              </a:lnSpc>
              <a:spcBef>
                <a:spcPct val="20000"/>
              </a:spcBef>
              <a:spcAft>
                <a:spcPct val="0"/>
              </a:spcAft>
              <a:buClrTx/>
              <a:buSzTx/>
              <a:buFont typeface="Arial" charset="0"/>
              <a:buNone/>
              <a:defRPr/>
            </a:pPr>
            <a:r>
              <a:rPr kumimoji="0" lang="en-US" sz="2200" b="0" i="0" u="none" strike="noStrike" kern="1200" cap="none" spc="0" normalizeH="0" baseline="0" noProof="0" dirty="0">
                <a:ln>
                  <a:noFill/>
                </a:ln>
                <a:solidFill>
                  <a:schemeClr val="bg1"/>
                </a:solidFill>
                <a:effectLst/>
                <a:uLnTx/>
                <a:uFillTx/>
                <a:latin typeface="黑体" pitchFamily="49" charset="-122"/>
                <a:ea typeface="黑体" pitchFamily="49" charset="-122"/>
                <a:cs typeface="+mn-cs"/>
              </a:rPr>
              <a:t> </a:t>
            </a:r>
            <a:r>
              <a:rPr kumimoji="0" lang="en-US" sz="2200" b="1" i="0" u="none" strike="noStrike" kern="1200" cap="none" spc="0" normalizeH="0" baseline="0" noProof="0" dirty="0">
                <a:ln>
                  <a:noFill/>
                </a:ln>
                <a:solidFill>
                  <a:srgbClr val="008000"/>
                </a:solidFill>
                <a:effectLst>
                  <a:outerShdw blurRad="38100" dist="38100" dir="2700000" algn="tl">
                    <a:srgbClr val="000000"/>
                  </a:outerShdw>
                </a:effectLst>
                <a:uLnTx/>
                <a:uFillTx/>
                <a:latin typeface="楷体_GB2312" pitchFamily="1" charset="-122"/>
                <a:ea typeface="楷体_GB2312" pitchFamily="1" charset="-122"/>
                <a:cs typeface="+mn-cs"/>
              </a:rPr>
              <a:t>      </a:t>
            </a:r>
            <a:r>
              <a:rPr kumimoji="0" lang="zh-CN" altLang="en-US" sz="2200" b="0" i="0" u="none" strike="noStrike" kern="1200" cap="none" spc="0" normalizeH="0" baseline="0" noProof="0" dirty="0">
                <a:ln>
                  <a:noFill/>
                </a:ln>
                <a:solidFill>
                  <a:schemeClr val="bg1"/>
                </a:solidFill>
                <a:effectLst/>
                <a:uLnTx/>
                <a:uFillTx/>
                <a:latin typeface="黑体" pitchFamily="49" charset="-122"/>
                <a:ea typeface="黑体" pitchFamily="49" charset="-122"/>
                <a:cs typeface="+mn-cs"/>
              </a:rPr>
              <a:t>皮亚杰（</a:t>
            </a:r>
            <a:r>
              <a:rPr kumimoji="0" lang="en-US" sz="2200" b="0" i="0" u="none" strike="noStrike" kern="1200" cap="none" spc="0" normalizeH="0" baseline="0" noProof="0" dirty="0">
                <a:ln>
                  <a:noFill/>
                </a:ln>
                <a:solidFill>
                  <a:schemeClr val="bg1"/>
                </a:solidFill>
                <a:effectLst/>
                <a:uLnTx/>
                <a:uFillTx/>
                <a:latin typeface="黑体" pitchFamily="49" charset="-122"/>
                <a:ea typeface="黑体" pitchFamily="49" charset="-122"/>
                <a:cs typeface="+mn-cs"/>
              </a:rPr>
              <a:t>1896-1980</a:t>
            </a:r>
            <a:r>
              <a:rPr kumimoji="0" lang="zh-CN" altLang="en-US" sz="2200" b="0" i="0" u="none" strike="noStrike" kern="1200" cap="none" spc="0" normalizeH="0" baseline="0" noProof="0" dirty="0">
                <a:ln>
                  <a:noFill/>
                </a:ln>
                <a:solidFill>
                  <a:schemeClr val="bg1"/>
                </a:solidFill>
                <a:effectLst/>
                <a:uLnTx/>
                <a:uFillTx/>
                <a:latin typeface="黑体" pitchFamily="49" charset="-122"/>
                <a:ea typeface="黑体" pitchFamily="49" charset="-122"/>
                <a:cs typeface="+mn-cs"/>
              </a:rPr>
              <a:t>）瑞士心理学家，发生认识论创始人。一生专门研究儿童的认知发展。</a:t>
            </a:r>
            <a:endParaRPr kumimoji="0" lang="en-US" sz="2200" b="0" i="0" u="none" strike="noStrike" kern="1200" cap="none" spc="0" normalizeH="0" baseline="0" noProof="0" dirty="0">
              <a:ln>
                <a:noFill/>
              </a:ln>
              <a:solidFill>
                <a:schemeClr val="bg1"/>
              </a:solidFill>
              <a:effectLst/>
              <a:uLnTx/>
              <a:uFillTx/>
              <a:latin typeface="黑体" pitchFamily="49" charset="-122"/>
              <a:ea typeface="黑体" pitchFamily="49" charset="-122"/>
              <a:cs typeface="+mn-cs"/>
            </a:endParaRPr>
          </a:p>
          <a:p>
            <a:pPr marL="609600" marR="0" lvl="0" indent="-609600" algn="l" defTabSz="914400" rtl="0" eaLnBrk="1" fontAlgn="base" latinLnBrk="0" hangingPunct="1">
              <a:lnSpc>
                <a:spcPct val="140000"/>
              </a:lnSpc>
              <a:spcBef>
                <a:spcPct val="20000"/>
              </a:spcBef>
              <a:spcAft>
                <a:spcPct val="0"/>
              </a:spcAft>
              <a:buClrTx/>
              <a:buSzTx/>
              <a:buFont typeface="Arial" charset="0"/>
              <a:buNone/>
              <a:defRPr/>
            </a:pPr>
            <a:endParaRPr kumimoji="0" lang="zh-CN" altLang="en-US" sz="2200" b="0" i="0" u="none" strike="noStrike" kern="1200" cap="none" spc="0" normalizeH="0" baseline="0" noProof="0" dirty="0">
              <a:ln>
                <a:noFill/>
              </a:ln>
              <a:solidFill>
                <a:schemeClr val="bg1"/>
              </a:solidFill>
              <a:effectLst/>
              <a:uLnTx/>
              <a:uFillTx/>
              <a:latin typeface="黑体" pitchFamily="49" charset="-122"/>
              <a:ea typeface="黑体" pitchFamily="49" charset="-122"/>
              <a:cs typeface="+mn-cs"/>
            </a:endParaRPr>
          </a:p>
        </p:txBody>
      </p:sp>
      <p:sp>
        <p:nvSpPr>
          <p:cNvPr id="28676" name="Rectangle 8"/>
          <p:cNvSpPr/>
          <p:nvPr/>
        </p:nvSpPr>
        <p:spPr>
          <a:xfrm>
            <a:off x="6588125" y="5545138"/>
            <a:ext cx="4495800" cy="1295400"/>
          </a:xfrm>
          <a:prstGeom prst="rect">
            <a:avLst/>
          </a:prstGeom>
          <a:noFill/>
          <a:ln w="9525">
            <a:noFill/>
          </a:ln>
          <a:effectLst>
            <a:outerShdw dist="53882" dir="2699999" algn="ctr" rotWithShape="0">
              <a:schemeClr val="bg2"/>
            </a:outerShdw>
          </a:effectLst>
        </p:spPr>
        <p:txBody>
          <a:bodyPr lIns="90487" tIns="44450" rIns="90487" bIns="44450" anchor="t"/>
          <a:p>
            <a:pPr marL="742950" lvl="1" indent="-285750" algn="ctr" defTabSz="914400" eaLnBrk="1" hangingPunct="1">
              <a:spcBef>
                <a:spcPct val="20000"/>
              </a:spcBef>
              <a:buSzPct val="80000"/>
              <a:buFont typeface="Wingdings" charset="2"/>
              <a:buNone/>
            </a:pPr>
            <a:endParaRPr lang="en-US" altLang="zh-CN" sz="2800" i="1" dirty="0">
              <a:solidFill>
                <a:srgbClr val="008000"/>
              </a:solidFill>
              <a:latin typeface="Times New Roman" pitchFamily="18" charset="0"/>
              <a:ea typeface="楷体_GB2312" pitchFamily="1" charset="-122"/>
            </a:endParaRPr>
          </a:p>
        </p:txBody>
      </p:sp>
      <p:sp>
        <p:nvSpPr>
          <p:cNvPr id="28677" name="TextBox 5"/>
          <p:cNvSpPr txBox="1"/>
          <p:nvPr/>
        </p:nvSpPr>
        <p:spPr>
          <a:xfrm>
            <a:off x="7443788" y="5672138"/>
            <a:ext cx="3643312" cy="862012"/>
          </a:xfrm>
          <a:prstGeom prst="rect">
            <a:avLst/>
          </a:prstGeom>
          <a:noFill/>
          <a:ln w="9525">
            <a:noFill/>
          </a:ln>
        </p:spPr>
        <p:txBody>
          <a:bodyPr anchor="t">
            <a:spAutoFit/>
          </a:bodyPr>
          <a:p>
            <a:pPr marL="0" lvl="1" indent="0" eaLnBrk="1" hangingPunct="1"/>
            <a:r>
              <a:rPr lang="zh-CN" altLang="en-US" sz="2800" dirty="0">
                <a:solidFill>
                  <a:schemeClr val="bg1"/>
                </a:solidFill>
                <a:latin typeface="黑体" pitchFamily="49" charset="-122"/>
                <a:ea typeface="黑体" pitchFamily="49" charset="-122"/>
              </a:rPr>
              <a:t>皮亚杰</a:t>
            </a:r>
            <a:r>
              <a:rPr lang="en-US" altLang="zh-CN" sz="2800" i="1" dirty="0">
                <a:solidFill>
                  <a:schemeClr val="bg1"/>
                </a:solidFill>
                <a:latin typeface="黑体" pitchFamily="49" charset="-122"/>
                <a:ea typeface="黑体" pitchFamily="49" charset="-122"/>
              </a:rPr>
              <a:t>Piaget</a:t>
            </a:r>
            <a:endParaRPr lang="en-US" altLang="zh-CN" sz="2800" i="1" dirty="0">
              <a:solidFill>
                <a:schemeClr val="bg1"/>
              </a:solidFill>
              <a:latin typeface="黑体" pitchFamily="49" charset="-122"/>
              <a:ea typeface="黑体" pitchFamily="49" charset="-122"/>
            </a:endParaRPr>
          </a:p>
          <a:p>
            <a:pPr lvl="0"/>
            <a:endParaRPr lang="zh-CN" altLang="en-US" dirty="0">
              <a:solidFill>
                <a:schemeClr val="bg1"/>
              </a:solidFill>
              <a:latin typeface="黑体" pitchFamily="49" charset="-122"/>
              <a:ea typeface="黑体" pitchFamily="49"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7" name="Rectangle 3"/>
          <p:cNvSpPr>
            <a14:cpLocks xmlns:a14="http://schemas.microsoft.com/office/drawing/2010/main" noGrp="1"/>
          </p:cNvSpPr>
          <p:nvPr>
            <p:ph type="body"/>
          </p:nvPr>
        </p:nvSpPr>
        <p:spPr>
          <a:xfrm>
            <a:off x="1014413" y="885825"/>
            <a:ext cx="10715625" cy="5400675"/>
          </a:xfrm>
          <a:ln/>
        </p:spPr>
        <p:txBody>
          <a:bodyPr wrap="square" lIns="91440" tIns="45720" rIns="91440" bIns="45720" anchor="t"/>
          <a:p>
            <a:pPr lvl="1" indent="-742950" eaLnBrk="1" hangingPunct="1">
              <a:lnSpc>
                <a:spcPct val="130000"/>
              </a:lnSpc>
              <a:buNone/>
            </a:pPr>
            <a:r>
              <a:rPr lang="zh-CN" altLang="en-US" dirty="0">
                <a:solidFill>
                  <a:srgbClr val="00FFCC"/>
                </a:solidFill>
                <a:latin typeface="黑体" pitchFamily="49" charset="-122"/>
              </a:rPr>
              <a:t>（一）心理发展是主体和客体相互作用的结果</a:t>
            </a:r>
            <a:endParaRPr lang="en-US" altLang="zh-CN" dirty="0">
              <a:solidFill>
                <a:srgbClr val="00FFCC"/>
              </a:solidFill>
              <a:latin typeface="黑体" pitchFamily="49" charset="-122"/>
            </a:endParaRPr>
          </a:p>
          <a:p>
            <a:pPr lvl="1" indent="-742950" eaLnBrk="1" hangingPunct="1">
              <a:lnSpc>
                <a:spcPct val="130000"/>
              </a:lnSpc>
              <a:buNone/>
            </a:pPr>
            <a:r>
              <a:rPr lang="en-US" altLang="zh-CN" dirty="0">
                <a:solidFill>
                  <a:srgbClr val="00FFCC"/>
                </a:solidFill>
                <a:latin typeface="黑体" pitchFamily="49" charset="-122"/>
              </a:rPr>
              <a:t>   </a:t>
            </a:r>
            <a:r>
              <a:rPr lang="zh-CN" altLang="en-US" dirty="0">
                <a:latin typeface="黑体" pitchFamily="49" charset="-122"/>
              </a:rPr>
              <a:t>相互依存、缺一不可；相互转化的互动关系；受个体主观能动性的调节</a:t>
            </a:r>
            <a:endParaRPr lang="en-US" altLang="zh-CN" dirty="0">
              <a:latin typeface="黑体" pitchFamily="49" charset="-122"/>
            </a:endParaRPr>
          </a:p>
          <a:p>
            <a:pPr lvl="1" indent="-742950" eaLnBrk="1" hangingPunct="1">
              <a:lnSpc>
                <a:spcPct val="130000"/>
              </a:lnSpc>
              <a:buNone/>
            </a:pPr>
            <a:r>
              <a:rPr lang="zh-CN" altLang="en-US" dirty="0">
                <a:solidFill>
                  <a:srgbClr val="00FFCC"/>
                </a:solidFill>
                <a:latin typeface="黑体" pitchFamily="49" charset="-122"/>
              </a:rPr>
              <a:t>（二）适应理论和主动建构学说</a:t>
            </a:r>
            <a:endParaRPr lang="en-US" altLang="zh-CN" dirty="0">
              <a:solidFill>
                <a:srgbClr val="00FFCC"/>
              </a:solidFill>
              <a:latin typeface="黑体" pitchFamily="49" charset="-122"/>
            </a:endParaRPr>
          </a:p>
          <a:p>
            <a:pPr lvl="1" indent="-742950" eaLnBrk="1" hangingPunct="1">
              <a:lnSpc>
                <a:spcPct val="130000"/>
              </a:lnSpc>
              <a:buNone/>
            </a:pPr>
            <a:r>
              <a:rPr lang="en-US" altLang="zh-CN" dirty="0">
                <a:solidFill>
                  <a:srgbClr val="00FFCC"/>
                </a:solidFill>
                <a:latin typeface="黑体" pitchFamily="49" charset="-122"/>
              </a:rPr>
              <a:t>   </a:t>
            </a:r>
            <a:r>
              <a:rPr lang="zh-CN" altLang="en-US" dirty="0">
                <a:latin typeface="黑体" pitchFamily="49" charset="-122"/>
              </a:rPr>
              <a:t>皮亚杰认为智力的本质是</a:t>
            </a:r>
            <a:r>
              <a:rPr lang="zh-CN" altLang="en-US" dirty="0">
                <a:solidFill>
                  <a:srgbClr val="FFC000"/>
                </a:solidFill>
                <a:latin typeface="黑体" pitchFamily="49" charset="-122"/>
              </a:rPr>
              <a:t>适应，</a:t>
            </a:r>
            <a:r>
              <a:rPr lang="zh-CN" altLang="en-US" dirty="0">
                <a:latin typeface="黑体" pitchFamily="49" charset="-122"/>
              </a:rPr>
              <a:t>而适应的实质是</a:t>
            </a:r>
            <a:r>
              <a:rPr lang="zh-CN" altLang="en-US" dirty="0">
                <a:solidFill>
                  <a:srgbClr val="FFC000"/>
                </a:solidFill>
                <a:latin typeface="黑体" pitchFamily="49" charset="-122"/>
              </a:rPr>
              <a:t>主体与环境的平衡</a:t>
            </a:r>
            <a:r>
              <a:rPr lang="zh-CN" altLang="en-US" dirty="0">
                <a:latin typeface="黑体" pitchFamily="49" charset="-122"/>
              </a:rPr>
              <a:t>。</a:t>
            </a:r>
            <a:endParaRPr lang="en-US" altLang="zh-CN" dirty="0">
              <a:latin typeface="黑体" pitchFamily="49" charset="-122"/>
            </a:endParaRPr>
          </a:p>
          <a:p>
            <a:pPr lvl="1" indent="-742950" eaLnBrk="1" hangingPunct="1">
              <a:lnSpc>
                <a:spcPct val="130000"/>
              </a:lnSpc>
              <a:buNone/>
            </a:pPr>
            <a:r>
              <a:rPr lang="en-US" altLang="zh-CN" dirty="0">
                <a:solidFill>
                  <a:srgbClr val="FFC000"/>
                </a:solidFill>
                <a:latin typeface="黑体" pitchFamily="49" charset="-122"/>
              </a:rPr>
              <a:t>   </a:t>
            </a:r>
            <a:r>
              <a:rPr lang="zh-CN" altLang="en-US" dirty="0">
                <a:latin typeface="黑体" pitchFamily="49" charset="-122"/>
              </a:rPr>
              <a:t>皮亚杰用四个基本概念解释适应理论和主动建构学说：</a:t>
            </a:r>
            <a:endParaRPr lang="en-US" altLang="zh-CN" dirty="0">
              <a:latin typeface="黑体" pitchFamily="49" charset="-122"/>
            </a:endParaRPr>
          </a:p>
          <a:p>
            <a:pPr lvl="1" indent="-742950" eaLnBrk="1" hangingPunct="1">
              <a:lnSpc>
                <a:spcPct val="130000"/>
              </a:lnSpc>
              <a:buNone/>
            </a:pPr>
            <a:r>
              <a:rPr lang="en-US" altLang="zh-CN" dirty="0">
                <a:latin typeface="黑体" pitchFamily="49" charset="-122"/>
              </a:rPr>
              <a:t>   </a:t>
            </a:r>
            <a:r>
              <a:rPr lang="zh-CN" altLang="en-US" dirty="0">
                <a:latin typeface="黑体" pitchFamily="49" charset="-122"/>
              </a:rPr>
              <a:t>  </a:t>
            </a:r>
            <a:r>
              <a:rPr lang="zh-CN" altLang="en-US" dirty="0">
                <a:solidFill>
                  <a:srgbClr val="FFC000"/>
                </a:solidFill>
                <a:latin typeface="黑体" pitchFamily="49" charset="-122"/>
              </a:rPr>
              <a:t>图式：</a:t>
            </a:r>
            <a:r>
              <a:rPr lang="zh-CN" altLang="en-US" dirty="0">
                <a:latin typeface="黑体" pitchFamily="49" charset="-122"/>
              </a:rPr>
              <a:t>图式即</a:t>
            </a:r>
            <a:r>
              <a:rPr lang="zh-CN" altLang="en-US" dirty="0">
                <a:solidFill>
                  <a:srgbClr val="FFC000"/>
                </a:solidFill>
                <a:latin typeface="黑体" pitchFamily="49" charset="-122"/>
              </a:rPr>
              <a:t>认知</a:t>
            </a:r>
            <a:r>
              <a:rPr lang="zh-CN" altLang="en-US" dirty="0">
                <a:latin typeface="黑体" pitchFamily="49" charset="-122"/>
              </a:rPr>
              <a:t>结构，其建构通过同化和顺应两种方式进行。</a:t>
            </a:r>
            <a:endParaRPr lang="en-US" altLang="zh-CN" dirty="0">
              <a:latin typeface="黑体" pitchFamily="49" charset="-122"/>
            </a:endParaRPr>
          </a:p>
          <a:p>
            <a:pPr lvl="1" indent="-742950" eaLnBrk="1" hangingPunct="1">
              <a:lnSpc>
                <a:spcPct val="130000"/>
              </a:lnSpc>
              <a:buNone/>
            </a:pPr>
            <a:r>
              <a:rPr lang="en-US" altLang="zh-CN" dirty="0">
                <a:solidFill>
                  <a:srgbClr val="FFC000"/>
                </a:solidFill>
                <a:latin typeface="黑体" pitchFamily="49" charset="-122"/>
              </a:rPr>
              <a:t>    </a:t>
            </a:r>
            <a:r>
              <a:rPr lang="zh-CN" altLang="en-US" dirty="0">
                <a:solidFill>
                  <a:srgbClr val="FFC000"/>
                </a:solidFill>
                <a:latin typeface="黑体" pitchFamily="49" charset="-122"/>
              </a:rPr>
              <a:t> 同化：</a:t>
            </a:r>
            <a:r>
              <a:rPr lang="zh-CN" altLang="en-US" dirty="0">
                <a:latin typeface="黑体" pitchFamily="49" charset="-122"/>
              </a:rPr>
              <a:t>将环境信息纳入已有认知结构，加强丰富认知结构。</a:t>
            </a:r>
            <a:r>
              <a:rPr lang="en-US" altLang="zh-CN" dirty="0">
                <a:latin typeface="黑体" pitchFamily="49" charset="-122"/>
              </a:rPr>
              <a:t>—</a:t>
            </a:r>
            <a:r>
              <a:rPr lang="zh-CN" altLang="en-US" dirty="0">
                <a:latin typeface="黑体" pitchFamily="49" charset="-122"/>
              </a:rPr>
              <a:t>图式的量变</a:t>
            </a:r>
            <a:endParaRPr lang="en-US" altLang="zh-CN" dirty="0">
              <a:latin typeface="黑体" pitchFamily="49" charset="-122"/>
            </a:endParaRPr>
          </a:p>
          <a:p>
            <a:pPr lvl="1" indent="-742950" eaLnBrk="1" hangingPunct="1">
              <a:lnSpc>
                <a:spcPct val="130000"/>
              </a:lnSpc>
              <a:buNone/>
            </a:pPr>
            <a:r>
              <a:rPr lang="en-US" altLang="zh-CN" dirty="0">
                <a:solidFill>
                  <a:srgbClr val="FFC000"/>
                </a:solidFill>
                <a:latin typeface="黑体" pitchFamily="49" charset="-122"/>
              </a:rPr>
              <a:t>     </a:t>
            </a:r>
            <a:r>
              <a:rPr lang="zh-CN" altLang="en-US" dirty="0">
                <a:solidFill>
                  <a:srgbClr val="FFC000"/>
                </a:solidFill>
                <a:latin typeface="黑体" pitchFamily="49" charset="-122"/>
              </a:rPr>
              <a:t>顺应：</a:t>
            </a:r>
            <a:r>
              <a:rPr lang="zh-CN" altLang="en-US" dirty="0">
                <a:latin typeface="黑体" pitchFamily="49" charset="-122"/>
              </a:rPr>
              <a:t>改变原有图式</a:t>
            </a:r>
            <a:r>
              <a:rPr lang="en-US" altLang="zh-CN" dirty="0">
                <a:latin typeface="黑体" pitchFamily="49" charset="-122"/>
              </a:rPr>
              <a:t>/</a:t>
            </a:r>
            <a:r>
              <a:rPr lang="zh-CN" altLang="en-US" dirty="0">
                <a:latin typeface="黑体" pitchFamily="49" charset="-122"/>
              </a:rPr>
              <a:t>创造新图式结构以适应新环境。</a:t>
            </a:r>
            <a:r>
              <a:rPr lang="en-US" altLang="zh-CN" dirty="0">
                <a:latin typeface="黑体" pitchFamily="49" charset="-122"/>
              </a:rPr>
              <a:t>—</a:t>
            </a:r>
            <a:r>
              <a:rPr lang="zh-CN" altLang="en-US" dirty="0">
                <a:latin typeface="黑体" pitchFamily="49" charset="-122"/>
              </a:rPr>
              <a:t>图式的质变</a:t>
            </a:r>
            <a:endParaRPr lang="en-US" altLang="zh-CN" dirty="0">
              <a:latin typeface="黑体" pitchFamily="49" charset="-122"/>
            </a:endParaRPr>
          </a:p>
          <a:p>
            <a:pPr lvl="1" indent="-742950" eaLnBrk="1" hangingPunct="1">
              <a:lnSpc>
                <a:spcPct val="130000"/>
              </a:lnSpc>
              <a:buNone/>
            </a:pPr>
            <a:r>
              <a:rPr lang="en-US" altLang="zh-CN" dirty="0">
                <a:solidFill>
                  <a:srgbClr val="FFC000"/>
                </a:solidFill>
                <a:latin typeface="黑体" pitchFamily="49" charset="-122"/>
              </a:rPr>
              <a:t>     </a:t>
            </a:r>
            <a:r>
              <a:rPr lang="zh-CN" altLang="en-US" dirty="0">
                <a:solidFill>
                  <a:srgbClr val="FFC000"/>
                </a:solidFill>
                <a:latin typeface="黑体" pitchFamily="49" charset="-122"/>
              </a:rPr>
              <a:t>平衡：</a:t>
            </a:r>
            <a:r>
              <a:rPr lang="zh-CN" altLang="en-US" dirty="0">
                <a:latin typeface="黑体" pitchFamily="49" charset="-122"/>
              </a:rPr>
              <a:t>主体发展的心理动力，主体的主动发展趋向。</a:t>
            </a:r>
            <a:endParaRPr lang="zh-CN" altLang="en-US" dirty="0">
              <a:latin typeface="黑体" pitchFamily="49" charset="-122"/>
            </a:endParaRPr>
          </a:p>
          <a:p>
            <a:pPr lvl="0">
              <a:lnSpc>
                <a:spcPct val="130000"/>
              </a:lnSpc>
              <a:buNone/>
            </a:pPr>
            <a:endParaRPr lang="zh-CN" altLang="en-US" dirty="0">
              <a:latin typeface="黑体" pitchFamily="49"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1" name="Text Box 2"/>
          <p:cNvSpPr txBox="1"/>
          <p:nvPr/>
        </p:nvSpPr>
        <p:spPr>
          <a:xfrm>
            <a:off x="942975" y="425450"/>
            <a:ext cx="11214100" cy="452438"/>
          </a:xfrm>
          <a:prstGeom prst="rect">
            <a:avLst/>
          </a:prstGeom>
          <a:noFill/>
          <a:ln w="9525">
            <a:noFill/>
          </a:ln>
        </p:spPr>
        <p:txBody>
          <a:bodyPr lIns="113157" tIns="56579" rIns="113157" bIns="56579" anchor="t">
            <a:spAutoFit/>
          </a:bodyPr>
          <a:p>
            <a:pPr lvl="0" defTabSz="1132205">
              <a:spcBef>
                <a:spcPct val="50000"/>
              </a:spcBef>
            </a:pPr>
            <a:r>
              <a:rPr lang="zh-CN" altLang="en-US" dirty="0">
                <a:solidFill>
                  <a:schemeClr val="bg1"/>
                </a:solidFill>
                <a:latin typeface="Arial" charset="0"/>
                <a:ea typeface="黑体" pitchFamily="49" charset="-122"/>
              </a:rPr>
              <a:t>皮亚杰认知发展观点的例证</a:t>
            </a:r>
            <a:endParaRPr lang="zh-CN" altLang="en-US" dirty="0">
              <a:solidFill>
                <a:schemeClr val="bg1"/>
              </a:solidFill>
              <a:latin typeface="Arial" charset="0"/>
              <a:ea typeface="黑体" pitchFamily="49" charset="-122"/>
            </a:endParaRPr>
          </a:p>
        </p:txBody>
      </p:sp>
      <p:graphicFrame>
        <p:nvGraphicFramePr>
          <p:cNvPr id="27651" name="Group 3"/>
          <p:cNvGraphicFramePr>
            <a:graphicFrameLocks noGrp="1"/>
          </p:cNvGraphicFramePr>
          <p:nvPr/>
        </p:nvGraphicFramePr>
        <p:xfrm>
          <a:off x="1187450" y="1079500"/>
          <a:ext cx="10656888" cy="5556250"/>
        </p:xfrm>
        <a:graphic>
          <a:graphicData uri="http://schemas.openxmlformats.org/drawingml/2006/table">
            <a:tbl>
              <a:tblPr/>
              <a:tblGrid>
                <a:gridCol w="825500"/>
                <a:gridCol w="1195388"/>
                <a:gridCol w="2844800"/>
                <a:gridCol w="5791200"/>
              </a:tblGrid>
              <a:tr h="722313">
                <a:tc>
                  <a:txBody>
                    <a:bodyPr/>
                    <a:lstStyle/>
                    <a:p>
                      <a:pPr marL="0" marR="0" lvl="0" indent="0" algn="l" defTabSz="914400" rtl="0" eaLnBrk="0" fontAlgn="base" latinLnBrk="0" hangingPunct="0">
                        <a:lnSpc>
                          <a:spcPct val="100000"/>
                        </a:lnSpc>
                        <a:spcBef>
                          <a:spcPct val="20000"/>
                        </a:spcBef>
                        <a:spcAft>
                          <a:spcPct val="0"/>
                        </a:spcAft>
                        <a:buClrTx/>
                        <a:buSzTx/>
                        <a:buFont typeface="Arial" charset="0"/>
                        <a:buNone/>
                      </a:pPr>
                      <a:endParaRPr kumimoji="0" lang="zh-CN" altLang="zh-CN" sz="2000" b="0" i="0" u="none" strike="noStrike" cap="none" normalizeH="0" baseline="0" dirty="0" smtClean="0">
                        <a:ln>
                          <a:noFill/>
                        </a:ln>
                        <a:solidFill>
                          <a:schemeClr val="bg1"/>
                        </a:solidFill>
                        <a:effectLst/>
                        <a:latin typeface="黑体" pitchFamily="49" charset="-122"/>
                        <a:ea typeface="黑体" pitchFamily="49" charset="-122"/>
                      </a:endParaRPr>
                    </a:p>
                  </a:txBody>
                  <a:tcPr marL="113157" marR="113157" marT="56579" marB="5657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 typeface="Arial" charset="0"/>
                        <a:buNone/>
                      </a:pPr>
                      <a:r>
                        <a:rPr kumimoji="0" lang="zh-CN" sz="2000" b="0" i="0" u="none" strike="noStrike" cap="none" normalizeH="0" baseline="0" smtClean="0">
                          <a:ln>
                            <a:noFill/>
                          </a:ln>
                          <a:solidFill>
                            <a:schemeClr val="bg1"/>
                          </a:solidFill>
                          <a:effectLst/>
                          <a:latin typeface="黑体" pitchFamily="49" charset="-122"/>
                          <a:ea typeface="黑体" pitchFamily="49" charset="-122"/>
                        </a:rPr>
                        <a:t>皮亚杰的概念</a:t>
                      </a:r>
                      <a:endParaRPr kumimoji="0" lang="zh-CN" sz="2000" b="0" i="0" u="none" strike="noStrike" cap="none" normalizeH="0" baseline="0" smtClean="0">
                        <a:ln>
                          <a:noFill/>
                        </a:ln>
                        <a:solidFill>
                          <a:schemeClr val="bg1"/>
                        </a:solidFill>
                        <a:effectLst/>
                        <a:latin typeface="黑体" pitchFamily="49" charset="-122"/>
                        <a:ea typeface="黑体" pitchFamily="49" charset="-122"/>
                      </a:endParaRPr>
                    </a:p>
                  </a:txBody>
                  <a:tcPr marL="113157" marR="113157" marT="56579" marB="5657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 typeface="Arial" charset="0"/>
                        <a:buNone/>
                      </a:pPr>
                      <a:r>
                        <a:rPr kumimoji="0" lang="zh-CN" sz="2000" b="0" i="0" u="none" strike="noStrike" cap="none" normalizeH="0" baseline="0" smtClean="0">
                          <a:ln>
                            <a:noFill/>
                          </a:ln>
                          <a:solidFill>
                            <a:schemeClr val="bg1"/>
                          </a:solidFill>
                          <a:effectLst/>
                          <a:latin typeface="黑体" pitchFamily="49" charset="-122"/>
                          <a:ea typeface="黑体" pitchFamily="49" charset="-122"/>
                        </a:rPr>
                        <a:t>定义</a:t>
                      </a:r>
                      <a:endParaRPr kumimoji="0" lang="zh-CN" sz="2000" b="0" i="0" u="none" strike="noStrike" cap="none" normalizeH="0" baseline="0" smtClean="0">
                        <a:ln>
                          <a:noFill/>
                        </a:ln>
                        <a:solidFill>
                          <a:schemeClr val="bg1"/>
                        </a:solidFill>
                        <a:effectLst/>
                        <a:latin typeface="黑体" pitchFamily="49" charset="-122"/>
                        <a:ea typeface="黑体" pitchFamily="49" charset="-122"/>
                      </a:endParaRPr>
                    </a:p>
                  </a:txBody>
                  <a:tcPr marL="113157" marR="113157" marT="56579" marB="5657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 typeface="Arial" charset="0"/>
                        <a:buNone/>
                      </a:pPr>
                      <a:r>
                        <a:rPr kumimoji="0" lang="zh-CN" sz="2000" b="0" i="0" u="none" strike="noStrike" cap="none" normalizeH="0" baseline="0" smtClean="0">
                          <a:ln>
                            <a:noFill/>
                          </a:ln>
                          <a:solidFill>
                            <a:schemeClr val="bg1"/>
                          </a:solidFill>
                          <a:effectLst/>
                          <a:latin typeface="黑体" pitchFamily="49" charset="-122"/>
                          <a:ea typeface="黑体" pitchFamily="49" charset="-122"/>
                        </a:rPr>
                        <a:t>例子</a:t>
                      </a:r>
                      <a:endParaRPr kumimoji="0" lang="zh-CN" sz="2000" b="0" i="0" u="none" strike="noStrike" cap="none" normalizeH="0" baseline="0" smtClean="0">
                        <a:ln>
                          <a:noFill/>
                        </a:ln>
                        <a:solidFill>
                          <a:schemeClr val="bg1"/>
                        </a:solidFill>
                        <a:effectLst/>
                        <a:latin typeface="黑体" pitchFamily="49" charset="-122"/>
                        <a:ea typeface="黑体" pitchFamily="49" charset="-122"/>
                      </a:endParaRPr>
                    </a:p>
                  </a:txBody>
                  <a:tcPr marL="113157" marR="113157" marT="56579" marB="5657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r h="812800">
                <a:tc>
                  <a:txBody>
                    <a:bodyPr/>
                    <a:lstStyle/>
                    <a:p>
                      <a:pPr marL="0" marR="0" lvl="0" indent="0" algn="l" defTabSz="914400" rtl="0" eaLnBrk="0" fontAlgn="base" latinLnBrk="0" hangingPunct="0">
                        <a:lnSpc>
                          <a:spcPct val="100000"/>
                        </a:lnSpc>
                        <a:spcBef>
                          <a:spcPct val="20000"/>
                        </a:spcBef>
                        <a:spcAft>
                          <a:spcPct val="0"/>
                        </a:spcAft>
                        <a:buClrTx/>
                        <a:buSzTx/>
                        <a:buFont typeface="Arial" charset="0"/>
                        <a:buNone/>
                      </a:pPr>
                      <a:r>
                        <a:rPr kumimoji="0" lang="zh-CN" sz="2000" b="0" i="0" u="none" strike="noStrike" cap="none" normalizeH="0" baseline="0" smtClean="0">
                          <a:ln>
                            <a:noFill/>
                          </a:ln>
                          <a:solidFill>
                            <a:schemeClr val="bg1"/>
                          </a:solidFill>
                          <a:effectLst/>
                          <a:latin typeface="黑体" pitchFamily="49" charset="-122"/>
                          <a:ea typeface="黑体" pitchFamily="49" charset="-122"/>
                        </a:rPr>
                        <a:t>开始</a:t>
                      </a:r>
                      <a:endParaRPr kumimoji="0" lang="zh-CN" sz="2000" b="0" i="0" u="none" strike="noStrike" cap="none" normalizeH="0" baseline="0" smtClean="0">
                        <a:ln>
                          <a:noFill/>
                        </a:ln>
                        <a:solidFill>
                          <a:schemeClr val="bg1"/>
                        </a:solidFill>
                        <a:effectLst/>
                        <a:latin typeface="黑体" pitchFamily="49" charset="-122"/>
                        <a:ea typeface="黑体" pitchFamily="49" charset="-122"/>
                      </a:endParaRPr>
                    </a:p>
                    <a:p>
                      <a:pPr marL="0" marR="0" lvl="0" indent="0" algn="l" defTabSz="914400" rtl="0" eaLnBrk="0" fontAlgn="base" latinLnBrk="0" hangingPunct="0">
                        <a:lnSpc>
                          <a:spcPct val="100000"/>
                        </a:lnSpc>
                        <a:spcBef>
                          <a:spcPct val="20000"/>
                        </a:spcBef>
                        <a:spcAft>
                          <a:spcPct val="0"/>
                        </a:spcAft>
                        <a:buClrTx/>
                        <a:buSzTx/>
                        <a:buFont typeface="Arial" charset="0"/>
                        <a:buNone/>
                      </a:pPr>
                      <a:endParaRPr kumimoji="0" lang="zh-CN" altLang="zh-CN" sz="2000" b="0" i="0" u="none" strike="noStrike" cap="none" normalizeH="0" baseline="0" smtClean="0">
                        <a:ln>
                          <a:noFill/>
                        </a:ln>
                        <a:solidFill>
                          <a:schemeClr val="bg1"/>
                        </a:solidFill>
                        <a:effectLst/>
                        <a:latin typeface="黑体" pitchFamily="49" charset="-122"/>
                        <a:ea typeface="黑体" pitchFamily="49" charset="-122"/>
                      </a:endParaRPr>
                    </a:p>
                  </a:txBody>
                  <a:tcPr marL="113157" marR="113157" marT="56579" marB="5657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 typeface="Arial" charset="0"/>
                        <a:buNone/>
                      </a:pPr>
                      <a:r>
                        <a:rPr kumimoji="0" lang="zh-CN" altLang="en-US" sz="2000" b="0" i="0" u="none" strike="noStrike" cap="none" normalizeH="0" baseline="0" smtClean="0">
                          <a:ln>
                            <a:noFill/>
                          </a:ln>
                          <a:solidFill>
                            <a:schemeClr val="bg1"/>
                          </a:solidFill>
                          <a:effectLst/>
                          <a:latin typeface="黑体" pitchFamily="49" charset="-122"/>
                          <a:ea typeface="黑体" pitchFamily="49" charset="-122"/>
                        </a:rPr>
                        <a:t>平衡</a:t>
                      </a:r>
                      <a:r>
                        <a:rPr kumimoji="0" lang="en-US" sz="2000" b="0" i="0" u="none" strike="noStrike" cap="none" normalizeH="0" baseline="0" smtClean="0">
                          <a:ln>
                            <a:noFill/>
                          </a:ln>
                          <a:solidFill>
                            <a:schemeClr val="bg1"/>
                          </a:solidFill>
                          <a:effectLst/>
                          <a:latin typeface="黑体" pitchFamily="49" charset="-122"/>
                          <a:ea typeface="黑体" pitchFamily="49" charset="-122"/>
                        </a:rPr>
                        <a:t>1</a:t>
                      </a:r>
                      <a:endParaRPr kumimoji="0" lang="en-US" sz="2000" b="0" i="0" u="none" strike="noStrike" cap="none" normalizeH="0" baseline="0" smtClean="0">
                        <a:ln>
                          <a:noFill/>
                        </a:ln>
                        <a:solidFill>
                          <a:schemeClr val="bg1"/>
                        </a:solidFill>
                        <a:effectLst/>
                        <a:latin typeface="黑体" pitchFamily="49" charset="-122"/>
                        <a:ea typeface="黑体" pitchFamily="49" charset="-122"/>
                      </a:endParaRPr>
                    </a:p>
                  </a:txBody>
                  <a:tcPr marL="113157" marR="113157" marT="56579" marB="5657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 typeface="Arial" charset="0"/>
                        <a:buNone/>
                      </a:pPr>
                      <a:r>
                        <a:rPr kumimoji="0" lang="zh-CN" sz="2000" b="0" i="0" u="none" strike="noStrike" cap="none" normalizeH="0" baseline="0" smtClean="0">
                          <a:ln>
                            <a:noFill/>
                          </a:ln>
                          <a:solidFill>
                            <a:schemeClr val="bg1"/>
                          </a:solidFill>
                          <a:effectLst/>
                          <a:latin typeface="黑体" pitchFamily="49" charset="-122"/>
                          <a:ea typeface="黑体" pitchFamily="49" charset="-122"/>
                        </a:rPr>
                        <a:t>个人图式与经验的和谐</a:t>
                      </a:r>
                      <a:endParaRPr kumimoji="0" lang="zh-CN" sz="2000" b="0" i="0" u="none" strike="noStrike" cap="none" normalizeH="0" baseline="0" smtClean="0">
                        <a:ln>
                          <a:noFill/>
                        </a:ln>
                        <a:solidFill>
                          <a:schemeClr val="bg1"/>
                        </a:solidFill>
                        <a:effectLst/>
                        <a:latin typeface="黑体" pitchFamily="49" charset="-122"/>
                        <a:ea typeface="黑体" pitchFamily="49" charset="-122"/>
                      </a:endParaRPr>
                    </a:p>
                  </a:txBody>
                  <a:tcPr marL="113157" marR="113157" marT="56579" marB="5657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 typeface="Arial" charset="0"/>
                        <a:buNone/>
                      </a:pPr>
                      <a:r>
                        <a:rPr kumimoji="0" lang="zh-CN" sz="2000" b="0" i="0" u="none" strike="noStrike" cap="none" normalizeH="0" baseline="0" smtClean="0">
                          <a:ln>
                            <a:noFill/>
                          </a:ln>
                          <a:solidFill>
                            <a:schemeClr val="bg1"/>
                          </a:solidFill>
                          <a:effectLst/>
                          <a:latin typeface="黑体" pitchFamily="49" charset="-122"/>
                          <a:ea typeface="黑体" pitchFamily="49" charset="-122"/>
                        </a:rPr>
                        <a:t>只见过鸟的婴儿会认为所有会飞的东西都是鸟；（狗，马）</a:t>
                      </a:r>
                      <a:endParaRPr kumimoji="0" lang="zh-CN" sz="2000" b="0" i="0" u="none" strike="noStrike" cap="none" normalizeH="0" baseline="0" smtClean="0">
                        <a:ln>
                          <a:noFill/>
                        </a:ln>
                        <a:solidFill>
                          <a:schemeClr val="bg1"/>
                        </a:solidFill>
                        <a:effectLst/>
                        <a:latin typeface="黑体" pitchFamily="49" charset="-122"/>
                        <a:ea typeface="黑体" pitchFamily="49" charset="-122"/>
                      </a:endParaRPr>
                    </a:p>
                  </a:txBody>
                  <a:tcPr marL="113157" marR="113157" marT="56579" marB="5657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r h="911225">
                <a:tc>
                  <a:txBody>
                    <a:bodyPr/>
                    <a:lstStyle/>
                    <a:p>
                      <a:pPr marL="0" marR="0" lvl="0" indent="0" algn="l" defTabSz="914400" rtl="0" eaLnBrk="0" fontAlgn="base" latinLnBrk="0" hangingPunct="0">
                        <a:lnSpc>
                          <a:spcPct val="100000"/>
                        </a:lnSpc>
                        <a:spcBef>
                          <a:spcPct val="20000"/>
                        </a:spcBef>
                        <a:spcAft>
                          <a:spcPct val="0"/>
                        </a:spcAft>
                        <a:buClrTx/>
                        <a:buSzTx/>
                        <a:buFont typeface="Arial" charset="0"/>
                        <a:buNone/>
                      </a:pPr>
                      <a:endParaRPr kumimoji="0" lang="zh-CN" altLang="zh-CN" sz="2000" b="0" i="0" u="none" strike="noStrike" cap="none" normalizeH="0" baseline="0" smtClean="0">
                        <a:ln>
                          <a:noFill/>
                        </a:ln>
                        <a:solidFill>
                          <a:schemeClr val="bg1"/>
                        </a:solidFill>
                        <a:effectLst/>
                        <a:latin typeface="黑体" pitchFamily="49" charset="-122"/>
                        <a:ea typeface="黑体" pitchFamily="49" charset="-122"/>
                      </a:endParaRPr>
                    </a:p>
                  </a:txBody>
                  <a:tcPr marL="113157" marR="113157" marT="56579" marB="5657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 typeface="Arial" charset="0"/>
                        <a:buNone/>
                      </a:pPr>
                      <a:r>
                        <a:rPr kumimoji="0" lang="zh-CN" sz="2000" b="0" i="0" u="none" strike="noStrike" cap="none" normalizeH="0" baseline="0" smtClean="0">
                          <a:ln>
                            <a:noFill/>
                          </a:ln>
                          <a:solidFill>
                            <a:schemeClr val="bg1"/>
                          </a:solidFill>
                          <a:effectLst/>
                          <a:latin typeface="黑体" pitchFamily="49" charset="-122"/>
                          <a:ea typeface="黑体" pitchFamily="49" charset="-122"/>
                        </a:rPr>
                        <a:t>同化</a:t>
                      </a:r>
                      <a:endParaRPr kumimoji="0" lang="zh-CN" sz="2000" b="0" i="0" u="none" strike="noStrike" cap="none" normalizeH="0" baseline="0" smtClean="0">
                        <a:ln>
                          <a:noFill/>
                        </a:ln>
                        <a:solidFill>
                          <a:schemeClr val="bg1"/>
                        </a:solidFill>
                        <a:effectLst/>
                        <a:latin typeface="黑体" pitchFamily="49" charset="-122"/>
                        <a:ea typeface="黑体" pitchFamily="49" charset="-122"/>
                      </a:endParaRPr>
                    </a:p>
                  </a:txBody>
                  <a:tcPr marL="113157" marR="113157" marT="56579" marB="5657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 typeface="Arial" charset="0"/>
                        <a:buNone/>
                      </a:pPr>
                      <a:r>
                        <a:rPr kumimoji="0" lang="zh-CN" sz="2000" b="0" i="0" u="none" strike="noStrike" cap="none" normalizeH="0" baseline="0" dirty="0" smtClean="0">
                          <a:ln>
                            <a:noFill/>
                          </a:ln>
                          <a:solidFill>
                            <a:schemeClr val="bg1"/>
                          </a:solidFill>
                          <a:effectLst/>
                          <a:latin typeface="黑体" pitchFamily="49" charset="-122"/>
                          <a:ea typeface="黑体" pitchFamily="49" charset="-122"/>
                        </a:rPr>
                        <a:t>根据已有图式解释新的刺激从而适应新刺激</a:t>
                      </a:r>
                      <a:endParaRPr kumimoji="0" lang="zh-CN" sz="2000" b="0" i="0" u="none" strike="noStrike" cap="none" normalizeH="0" baseline="0" dirty="0" smtClean="0">
                        <a:ln>
                          <a:noFill/>
                        </a:ln>
                        <a:solidFill>
                          <a:schemeClr val="bg1"/>
                        </a:solidFill>
                        <a:effectLst/>
                        <a:latin typeface="黑体" pitchFamily="49" charset="-122"/>
                        <a:ea typeface="黑体" pitchFamily="49" charset="-122"/>
                      </a:endParaRPr>
                    </a:p>
                  </a:txBody>
                  <a:tcPr marL="113157" marR="113157" marT="56579" marB="5657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 typeface="Arial" charset="0"/>
                        <a:buNone/>
                      </a:pPr>
                      <a:r>
                        <a:rPr kumimoji="0" lang="zh-CN" sz="2000" b="0" i="0" u="none" strike="noStrike" cap="none" normalizeH="0" baseline="0" smtClean="0">
                          <a:ln>
                            <a:noFill/>
                          </a:ln>
                          <a:solidFill>
                            <a:schemeClr val="bg1"/>
                          </a:solidFill>
                          <a:effectLst/>
                          <a:latin typeface="黑体" pitchFamily="49" charset="-122"/>
                          <a:ea typeface="黑体" pitchFamily="49" charset="-122"/>
                        </a:rPr>
                        <a:t>儿童将天空中的飞机也当作小鸟</a:t>
                      </a:r>
                      <a:endParaRPr kumimoji="0" lang="zh-CN" sz="2000" b="0" i="0" u="none" strike="noStrike" cap="none" normalizeH="0" baseline="0" smtClean="0">
                        <a:ln>
                          <a:noFill/>
                        </a:ln>
                        <a:solidFill>
                          <a:schemeClr val="bg1"/>
                        </a:solidFill>
                        <a:effectLst/>
                        <a:latin typeface="黑体" pitchFamily="49" charset="-122"/>
                        <a:ea typeface="黑体" pitchFamily="49" charset="-122"/>
                      </a:endParaRPr>
                    </a:p>
                  </a:txBody>
                  <a:tcPr marL="113157" marR="113157" marT="56579" marB="5657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r h="1851025">
                <a:tc>
                  <a:txBody>
                    <a:bodyPr/>
                    <a:lstStyle/>
                    <a:p>
                      <a:pPr marL="0" marR="0" lvl="0" indent="0" algn="l" defTabSz="914400" rtl="0" eaLnBrk="0" fontAlgn="base" latinLnBrk="0" hangingPunct="0">
                        <a:lnSpc>
                          <a:spcPct val="100000"/>
                        </a:lnSpc>
                        <a:spcBef>
                          <a:spcPct val="20000"/>
                        </a:spcBef>
                        <a:spcAft>
                          <a:spcPct val="0"/>
                        </a:spcAft>
                        <a:buClrTx/>
                        <a:buSzTx/>
                        <a:buFont typeface="Arial" charset="0"/>
                        <a:buNone/>
                      </a:pPr>
                      <a:endParaRPr kumimoji="0" lang="zh-CN" altLang="zh-CN" sz="2000" b="0" i="0" u="none" strike="noStrike" cap="none" normalizeH="0" baseline="0" smtClean="0">
                        <a:ln>
                          <a:noFill/>
                        </a:ln>
                        <a:solidFill>
                          <a:schemeClr val="bg1"/>
                        </a:solidFill>
                        <a:effectLst/>
                        <a:latin typeface="黑体" pitchFamily="49" charset="-122"/>
                        <a:ea typeface="黑体" pitchFamily="49" charset="-122"/>
                      </a:endParaRPr>
                    </a:p>
                  </a:txBody>
                  <a:tcPr marL="113157" marR="113157" marT="56579" marB="5657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 typeface="Arial" charset="0"/>
                        <a:buNone/>
                      </a:pPr>
                      <a:r>
                        <a:rPr kumimoji="0" lang="zh-CN" sz="2000" b="0" i="0" u="none" strike="noStrike" cap="none" normalizeH="0" baseline="0" smtClean="0">
                          <a:ln>
                            <a:noFill/>
                          </a:ln>
                          <a:solidFill>
                            <a:schemeClr val="bg1"/>
                          </a:solidFill>
                          <a:effectLst/>
                          <a:latin typeface="黑体" pitchFamily="49" charset="-122"/>
                          <a:ea typeface="黑体" pitchFamily="49" charset="-122"/>
                        </a:rPr>
                        <a:t>顺应</a:t>
                      </a:r>
                      <a:endParaRPr kumimoji="0" lang="zh-CN" sz="2000" b="0" i="0" u="none" strike="noStrike" cap="none" normalizeH="0" baseline="0" smtClean="0">
                        <a:ln>
                          <a:noFill/>
                        </a:ln>
                        <a:solidFill>
                          <a:schemeClr val="bg1"/>
                        </a:solidFill>
                        <a:effectLst/>
                        <a:latin typeface="黑体" pitchFamily="49" charset="-122"/>
                        <a:ea typeface="黑体" pitchFamily="49" charset="-122"/>
                      </a:endParaRPr>
                    </a:p>
                  </a:txBody>
                  <a:tcPr marL="113157" marR="113157" marT="56579" marB="5657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 typeface="Arial" charset="0"/>
                        <a:buNone/>
                      </a:pPr>
                      <a:r>
                        <a:rPr kumimoji="0" lang="zh-CN" sz="2000" b="0" i="0" u="none" strike="noStrike" cap="none" normalizeH="0" baseline="0" smtClean="0">
                          <a:ln>
                            <a:noFill/>
                          </a:ln>
                          <a:solidFill>
                            <a:schemeClr val="bg1"/>
                          </a:solidFill>
                          <a:effectLst/>
                          <a:latin typeface="黑体" pitchFamily="49" charset="-122"/>
                          <a:ea typeface="黑体" pitchFamily="49" charset="-122"/>
                        </a:rPr>
                        <a:t>改变已有图式更好地理解新刺激</a:t>
                      </a:r>
                      <a:endParaRPr kumimoji="0" lang="zh-CN" sz="2000" b="0" i="0" u="none" strike="noStrike" cap="none" normalizeH="0" baseline="0" smtClean="0">
                        <a:ln>
                          <a:noFill/>
                        </a:ln>
                        <a:solidFill>
                          <a:schemeClr val="bg1"/>
                        </a:solidFill>
                        <a:effectLst/>
                        <a:latin typeface="黑体" pitchFamily="49" charset="-122"/>
                        <a:ea typeface="黑体" pitchFamily="49" charset="-122"/>
                      </a:endParaRPr>
                    </a:p>
                  </a:txBody>
                  <a:tcPr marL="113157" marR="113157" marT="56579" marB="5657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 typeface="Arial" charset="0"/>
                        <a:buNone/>
                      </a:pPr>
                      <a:r>
                        <a:rPr kumimoji="0" lang="zh-CN" sz="2000" b="0" i="0" u="none" strike="noStrike" cap="none" normalizeH="0" baseline="0" smtClean="0">
                          <a:ln>
                            <a:noFill/>
                          </a:ln>
                          <a:solidFill>
                            <a:schemeClr val="bg1"/>
                          </a:solidFill>
                          <a:effectLst/>
                          <a:latin typeface="黑体" pitchFamily="49" charset="-122"/>
                          <a:ea typeface="黑体" pitchFamily="49" charset="-122"/>
                        </a:rPr>
                        <a:t>当儿童意识到这种新鸟既没有羽毛也不能拍打翅膀时，内心就体验到冲突或不平衡。于是给它起一个新名字（或询问：这是什么），至在当时能够功地通过顺应达到平衡</a:t>
                      </a:r>
                      <a:endParaRPr kumimoji="0" lang="zh-CN" sz="2000" b="0" i="0" u="none" strike="noStrike" cap="none" normalizeH="0" baseline="0" smtClean="0">
                        <a:ln>
                          <a:noFill/>
                        </a:ln>
                        <a:solidFill>
                          <a:schemeClr val="bg1"/>
                        </a:solidFill>
                        <a:effectLst/>
                        <a:latin typeface="黑体" pitchFamily="49" charset="-122"/>
                        <a:ea typeface="黑体" pitchFamily="49" charset="-122"/>
                      </a:endParaRPr>
                    </a:p>
                  </a:txBody>
                  <a:tcPr marL="113157" marR="113157" marT="56579" marB="5657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r h="1258888">
                <a:tc>
                  <a:txBody>
                    <a:bodyPr/>
                    <a:lstStyle/>
                    <a:p>
                      <a:pPr marL="0" marR="0" lvl="0" indent="0" algn="l" defTabSz="914400" rtl="0" eaLnBrk="0" fontAlgn="base" latinLnBrk="0" hangingPunct="0">
                        <a:lnSpc>
                          <a:spcPct val="100000"/>
                        </a:lnSpc>
                        <a:spcBef>
                          <a:spcPct val="20000"/>
                        </a:spcBef>
                        <a:spcAft>
                          <a:spcPct val="0"/>
                        </a:spcAft>
                        <a:buClrTx/>
                        <a:buSzTx/>
                        <a:buFont typeface="Arial" charset="0"/>
                        <a:buNone/>
                      </a:pPr>
                      <a:r>
                        <a:rPr kumimoji="0" lang="zh-CN" sz="2000" b="0" i="0" u="none" strike="noStrike" cap="none" normalizeH="0" baseline="0" smtClean="0">
                          <a:ln>
                            <a:noFill/>
                          </a:ln>
                          <a:solidFill>
                            <a:schemeClr val="bg1"/>
                          </a:solidFill>
                          <a:effectLst/>
                          <a:latin typeface="黑体" pitchFamily="49" charset="-122"/>
                          <a:ea typeface="黑体" pitchFamily="49" charset="-122"/>
                        </a:rPr>
                        <a:t>结束</a:t>
                      </a:r>
                      <a:endParaRPr kumimoji="0" lang="zh-CN" sz="2000" b="0" i="0" u="none" strike="noStrike" cap="none" normalizeH="0" baseline="0" smtClean="0">
                        <a:ln>
                          <a:noFill/>
                        </a:ln>
                        <a:solidFill>
                          <a:schemeClr val="bg1"/>
                        </a:solidFill>
                        <a:effectLst/>
                        <a:latin typeface="黑体" pitchFamily="49" charset="-122"/>
                        <a:ea typeface="黑体" pitchFamily="49" charset="-122"/>
                      </a:endParaRPr>
                    </a:p>
                  </a:txBody>
                  <a:tcPr marL="113157" marR="113157" marT="56579" marB="5657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 typeface="Arial" charset="0"/>
                        <a:buNone/>
                      </a:pPr>
                      <a:r>
                        <a:rPr kumimoji="0" lang="zh-CN" altLang="en-US" sz="2000" b="0" i="0" u="none" strike="noStrike" cap="none" normalizeH="0" baseline="0" smtClean="0">
                          <a:ln>
                            <a:noFill/>
                          </a:ln>
                          <a:solidFill>
                            <a:schemeClr val="bg1"/>
                          </a:solidFill>
                          <a:effectLst/>
                          <a:latin typeface="黑体" pitchFamily="49" charset="-122"/>
                          <a:ea typeface="黑体" pitchFamily="49" charset="-122"/>
                        </a:rPr>
                        <a:t>组织（平衡</a:t>
                      </a:r>
                      <a:r>
                        <a:rPr kumimoji="0" lang="en-US" sz="2000" b="0" i="0" u="none" strike="noStrike" cap="none" normalizeH="0" baseline="0" smtClean="0">
                          <a:ln>
                            <a:noFill/>
                          </a:ln>
                          <a:solidFill>
                            <a:schemeClr val="bg1"/>
                          </a:solidFill>
                          <a:effectLst/>
                          <a:latin typeface="黑体" pitchFamily="49" charset="-122"/>
                          <a:ea typeface="黑体" pitchFamily="49" charset="-122"/>
                        </a:rPr>
                        <a:t>2</a:t>
                      </a:r>
                      <a:r>
                        <a:rPr kumimoji="0" lang="zh-CN" altLang="en-US" sz="2000" b="0" i="0" u="none" strike="noStrike" cap="none" normalizeH="0" baseline="0" smtClean="0">
                          <a:ln>
                            <a:noFill/>
                          </a:ln>
                          <a:solidFill>
                            <a:schemeClr val="bg1"/>
                          </a:solidFill>
                          <a:effectLst/>
                          <a:latin typeface="黑体" pitchFamily="49" charset="-122"/>
                          <a:ea typeface="黑体" pitchFamily="49" charset="-122"/>
                        </a:rPr>
                        <a:t>）</a:t>
                      </a:r>
                      <a:endParaRPr kumimoji="0" lang="zh-CN" altLang="en-US" sz="2000" b="0" i="0" u="none" strike="noStrike" cap="none" normalizeH="0" baseline="0" smtClean="0">
                        <a:ln>
                          <a:noFill/>
                        </a:ln>
                        <a:solidFill>
                          <a:schemeClr val="bg1"/>
                        </a:solidFill>
                        <a:effectLst/>
                        <a:latin typeface="黑体" pitchFamily="49" charset="-122"/>
                        <a:ea typeface="黑体" pitchFamily="49" charset="-122"/>
                      </a:endParaRPr>
                    </a:p>
                  </a:txBody>
                  <a:tcPr marL="113157" marR="113157" marT="56579" marB="5657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 typeface="Arial" charset="0"/>
                        <a:buNone/>
                      </a:pPr>
                      <a:r>
                        <a:rPr kumimoji="0" lang="zh-CN" sz="2000" b="0" i="0" u="none" strike="noStrike" cap="none" normalizeH="0" baseline="0" smtClean="0">
                          <a:ln>
                            <a:noFill/>
                          </a:ln>
                          <a:solidFill>
                            <a:schemeClr val="bg1"/>
                          </a:solidFill>
                          <a:effectLst/>
                          <a:latin typeface="黑体" pitchFamily="49" charset="-122"/>
                          <a:ea typeface="黑体" pitchFamily="49" charset="-122"/>
                        </a:rPr>
                        <a:t>重组已有图式，形成新的更为完整的结构</a:t>
                      </a:r>
                      <a:endParaRPr kumimoji="0" lang="zh-CN" sz="2000" b="0" i="0" u="none" strike="noStrike" cap="none" normalizeH="0" baseline="0" smtClean="0">
                        <a:ln>
                          <a:noFill/>
                        </a:ln>
                        <a:solidFill>
                          <a:schemeClr val="bg1"/>
                        </a:solidFill>
                        <a:effectLst/>
                        <a:latin typeface="黑体" pitchFamily="49" charset="-122"/>
                        <a:ea typeface="黑体" pitchFamily="49" charset="-122"/>
                      </a:endParaRPr>
                    </a:p>
                  </a:txBody>
                  <a:tcPr marL="113157" marR="113157" marT="56579" marB="5657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 typeface="Arial" charset="0"/>
                        <a:buNone/>
                      </a:pPr>
                      <a:r>
                        <a:rPr kumimoji="0" lang="zh-CN" sz="2000" b="0" i="0" u="none" strike="noStrike" cap="none" normalizeH="0" baseline="0" smtClean="0">
                          <a:ln>
                            <a:noFill/>
                          </a:ln>
                          <a:solidFill>
                            <a:schemeClr val="bg1"/>
                          </a:solidFill>
                          <a:effectLst/>
                          <a:latin typeface="黑体" pitchFamily="49" charset="-122"/>
                          <a:ea typeface="黑体" pitchFamily="49" charset="-122"/>
                        </a:rPr>
                        <a:t>组成包含一个上位概念（飞行物体）和两个下位概念（鸟和飞机）的有层次的图式</a:t>
                      </a:r>
                      <a:endParaRPr kumimoji="0" lang="zh-CN" sz="2000" b="0" i="0" u="none" strike="noStrike" cap="none" normalizeH="0" baseline="0" smtClean="0">
                        <a:ln>
                          <a:noFill/>
                        </a:ln>
                        <a:solidFill>
                          <a:schemeClr val="bg1"/>
                        </a:solidFill>
                        <a:effectLst/>
                        <a:latin typeface="黑体" pitchFamily="49" charset="-122"/>
                        <a:ea typeface="黑体" pitchFamily="49" charset="-122"/>
                      </a:endParaRPr>
                    </a:p>
                  </a:txBody>
                  <a:tcPr marL="113157" marR="113157" marT="56579" marB="5657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bl>
          </a:graphicData>
        </a:graphic>
      </p:graphicFrame>
      <p:sp>
        <p:nvSpPr>
          <p:cNvPr id="30754" name="Line 35"/>
          <p:cNvSpPr/>
          <p:nvPr/>
        </p:nvSpPr>
        <p:spPr>
          <a:xfrm>
            <a:off x="1547813" y="2087563"/>
            <a:ext cx="0" cy="3249612"/>
          </a:xfrm>
          <a:prstGeom prst="line">
            <a:avLst/>
          </a:prstGeom>
          <a:ln w="9525" cap="flat" cmpd="sng">
            <a:solidFill>
              <a:srgbClr val="FFFF00"/>
            </a:solidFill>
            <a:prstDash val="solid"/>
            <a:round/>
            <a:headEnd type="none" w="med" len="med"/>
            <a:tailEnd type="triangle" w="med" len="med"/>
          </a:ln>
        </p:spPr>
        <p:txBody>
          <a:bodyPr anchor="t"/>
          <a:p>
            <a:pPr lvl="0"/>
            <a:endParaRPr lang="zh-CN" altLang="en-US">
              <a:latin typeface="Arial" charset="0"/>
              <a:ea typeface="宋体"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5" name="Rectangle 3"/>
          <p:cNvSpPr>
            <a14:cpLocks xmlns:a14="http://schemas.microsoft.com/office/drawing/2010/main" noGrp="1"/>
          </p:cNvSpPr>
          <p:nvPr>
            <p:ph type="body"/>
          </p:nvPr>
        </p:nvSpPr>
        <p:spPr>
          <a:xfrm>
            <a:off x="514350" y="814388"/>
            <a:ext cx="11287125" cy="4752975"/>
          </a:xfrm>
          <a:ln/>
        </p:spPr>
        <p:txBody>
          <a:bodyPr wrap="square" lIns="91440" tIns="45720" rIns="91440" bIns="45720" anchor="t"/>
          <a:p>
            <a:pPr lvl="1" indent="-742950" eaLnBrk="1" hangingPunct="1">
              <a:lnSpc>
                <a:spcPct val="130000"/>
              </a:lnSpc>
              <a:buNone/>
            </a:pPr>
            <a:r>
              <a:rPr lang="zh-CN" altLang="en-US" dirty="0">
                <a:solidFill>
                  <a:srgbClr val="00FFCC"/>
                </a:solidFill>
                <a:latin typeface="黑体" pitchFamily="49" charset="-122"/>
              </a:rPr>
              <a:t>（三）心理起源于</a:t>
            </a:r>
            <a:r>
              <a:rPr lang="zh-CN" altLang="en-US" dirty="0">
                <a:solidFill>
                  <a:srgbClr val="FFC000"/>
                </a:solidFill>
                <a:latin typeface="黑体" pitchFamily="49" charset="-122"/>
              </a:rPr>
              <a:t>动作</a:t>
            </a:r>
            <a:r>
              <a:rPr lang="zh-CN" altLang="en-US" dirty="0">
                <a:solidFill>
                  <a:srgbClr val="00FFCC"/>
                </a:solidFill>
                <a:latin typeface="黑体" pitchFamily="49" charset="-122"/>
              </a:rPr>
              <a:t>，动作是心理发展的源泉</a:t>
            </a:r>
            <a:endParaRPr lang="zh-CN" altLang="en-US" dirty="0">
              <a:solidFill>
                <a:srgbClr val="00FFCC"/>
              </a:solidFill>
              <a:latin typeface="黑体" pitchFamily="49" charset="-122"/>
            </a:endParaRPr>
          </a:p>
          <a:p>
            <a:pPr lvl="1" indent="-742950" eaLnBrk="1" hangingPunct="1">
              <a:lnSpc>
                <a:spcPct val="130000"/>
              </a:lnSpc>
              <a:buNone/>
            </a:pPr>
            <a:r>
              <a:rPr lang="en-US" altLang="zh-CN" dirty="0">
                <a:latin typeface="黑体" pitchFamily="49" charset="-122"/>
              </a:rPr>
              <a:t>   </a:t>
            </a:r>
            <a:r>
              <a:rPr lang="zh-CN" altLang="en-US" dirty="0">
                <a:latin typeface="黑体" pitchFamily="49" charset="-122"/>
              </a:rPr>
              <a:t>最早的动作是与生俱来的无条件反射，而后是随之发展起来的各种活动与心理操作。</a:t>
            </a:r>
            <a:endParaRPr lang="en-US" altLang="zh-CN" dirty="0">
              <a:latin typeface="黑体" pitchFamily="49" charset="-122"/>
            </a:endParaRPr>
          </a:p>
          <a:p>
            <a:pPr lvl="1" indent="-742950" eaLnBrk="1" hangingPunct="1">
              <a:lnSpc>
                <a:spcPct val="130000"/>
              </a:lnSpc>
              <a:buNone/>
            </a:pPr>
            <a:r>
              <a:rPr lang="zh-CN" altLang="en-US" dirty="0">
                <a:solidFill>
                  <a:srgbClr val="00FFCC"/>
                </a:solidFill>
                <a:latin typeface="黑体" pitchFamily="49" charset="-122"/>
              </a:rPr>
              <a:t>（四）影响心理发展的因素</a:t>
            </a:r>
            <a:endParaRPr lang="zh-CN" altLang="en-US" dirty="0">
              <a:solidFill>
                <a:srgbClr val="00FFCC"/>
              </a:solidFill>
              <a:latin typeface="黑体" pitchFamily="49" charset="-122"/>
            </a:endParaRPr>
          </a:p>
          <a:p>
            <a:pPr lvl="0" eaLnBrk="1" hangingPunct="1">
              <a:lnSpc>
                <a:spcPct val="130000"/>
              </a:lnSpc>
              <a:buNone/>
            </a:pPr>
            <a:r>
              <a:rPr lang="zh-CN" altLang="en-US" dirty="0">
                <a:latin typeface="黑体" pitchFamily="49" charset="-122"/>
              </a:rPr>
              <a:t>   </a:t>
            </a:r>
            <a:r>
              <a:rPr lang="zh-CN" altLang="en-US" dirty="0">
                <a:solidFill>
                  <a:srgbClr val="FFC000"/>
                </a:solidFill>
                <a:latin typeface="黑体" pitchFamily="49" charset="-122"/>
              </a:rPr>
              <a:t>成熟</a:t>
            </a:r>
            <a:r>
              <a:rPr lang="en-US" altLang="zh-CN" dirty="0">
                <a:latin typeface="黑体" pitchFamily="49" charset="-122"/>
              </a:rPr>
              <a:t>-</a:t>
            </a:r>
            <a:r>
              <a:rPr lang="zh-CN" altLang="en-US" dirty="0">
                <a:latin typeface="黑体" pitchFamily="49" charset="-122"/>
              </a:rPr>
              <a:t>心理发展的生理基础</a:t>
            </a:r>
            <a:endParaRPr lang="zh-CN" altLang="en-US" dirty="0">
              <a:latin typeface="黑体" pitchFamily="49" charset="-122"/>
            </a:endParaRPr>
          </a:p>
          <a:p>
            <a:pPr lvl="0" eaLnBrk="1" hangingPunct="1">
              <a:lnSpc>
                <a:spcPct val="130000"/>
              </a:lnSpc>
              <a:buNone/>
            </a:pPr>
            <a:r>
              <a:rPr lang="zh-CN" altLang="en-US" dirty="0">
                <a:latin typeface="黑体" pitchFamily="49" charset="-122"/>
              </a:rPr>
              <a:t>   </a:t>
            </a:r>
            <a:r>
              <a:rPr lang="zh-CN" altLang="en-US" dirty="0">
                <a:solidFill>
                  <a:srgbClr val="FFC000"/>
                </a:solidFill>
                <a:latin typeface="黑体" pitchFamily="49" charset="-122"/>
              </a:rPr>
              <a:t>经验</a:t>
            </a:r>
            <a:r>
              <a:rPr lang="en-US" altLang="zh-CN" dirty="0">
                <a:latin typeface="黑体" pitchFamily="49" charset="-122"/>
              </a:rPr>
              <a:t>-</a:t>
            </a:r>
            <a:r>
              <a:rPr lang="zh-CN" altLang="en-US" dirty="0">
                <a:latin typeface="黑体" pitchFamily="49" charset="-122"/>
              </a:rPr>
              <a:t>物理经验（关于客体本身的经验）和数理逻辑经验（主体自身动作协调的经验）</a:t>
            </a:r>
            <a:endParaRPr lang="zh-CN" altLang="en-US" dirty="0">
              <a:latin typeface="黑体" pitchFamily="49" charset="-122"/>
            </a:endParaRPr>
          </a:p>
          <a:p>
            <a:pPr lvl="0" eaLnBrk="1" hangingPunct="1">
              <a:lnSpc>
                <a:spcPct val="130000"/>
              </a:lnSpc>
              <a:buNone/>
            </a:pPr>
            <a:r>
              <a:rPr lang="zh-CN" altLang="en-US" dirty="0">
                <a:latin typeface="黑体" pitchFamily="49" charset="-122"/>
              </a:rPr>
              <a:t>   </a:t>
            </a:r>
            <a:r>
              <a:rPr lang="zh-CN" altLang="en-US" dirty="0">
                <a:solidFill>
                  <a:srgbClr val="FFC000"/>
                </a:solidFill>
                <a:latin typeface="黑体" pitchFamily="49" charset="-122"/>
                <a:sym typeface="Arial" charset="0"/>
              </a:rPr>
              <a:t>社会环境</a:t>
            </a:r>
            <a:r>
              <a:rPr lang="en-US" altLang="zh-CN" dirty="0">
                <a:latin typeface="微软雅黑" pitchFamily="34" charset="-122"/>
                <a:ea typeface="微软雅黑" pitchFamily="34" charset="-122"/>
              </a:rPr>
              <a:t>-</a:t>
            </a:r>
            <a:r>
              <a:rPr lang="zh-CN" altLang="en-US" dirty="0">
                <a:latin typeface="微软雅黑" pitchFamily="34" charset="-122"/>
                <a:ea typeface="微软雅黑" pitchFamily="34" charset="-122"/>
              </a:rPr>
              <a:t>即</a:t>
            </a:r>
            <a:r>
              <a:rPr lang="zh-CN" altLang="en-US" dirty="0">
                <a:latin typeface="黑体" pitchFamily="49" charset="-122"/>
                <a:sym typeface="Arial" charset="0"/>
              </a:rPr>
              <a:t>社会互动和社会传递（儿童主动性是获得社会经验的前提）。</a:t>
            </a:r>
            <a:endParaRPr lang="zh-CN" altLang="en-US" dirty="0">
              <a:latin typeface="黑体" pitchFamily="49" charset="-122"/>
              <a:sym typeface="Arial" charset="0"/>
            </a:endParaRPr>
          </a:p>
          <a:p>
            <a:pPr lvl="0" eaLnBrk="1" hangingPunct="1">
              <a:lnSpc>
                <a:spcPct val="130000"/>
              </a:lnSpc>
              <a:buNone/>
            </a:pPr>
            <a:r>
              <a:rPr lang="zh-CN" altLang="en-US" dirty="0">
                <a:latin typeface="微软雅黑" pitchFamily="34" charset="-122"/>
                <a:ea typeface="微软雅黑" pitchFamily="34" charset="-122"/>
              </a:rPr>
              <a:t>     </a:t>
            </a:r>
            <a:r>
              <a:rPr lang="zh-CN" altLang="en-US" dirty="0">
                <a:solidFill>
                  <a:srgbClr val="FFC000"/>
                </a:solidFill>
                <a:latin typeface="黑体" pitchFamily="49" charset="-122"/>
                <a:sym typeface="Arial" charset="0"/>
              </a:rPr>
              <a:t>平衡化</a:t>
            </a:r>
            <a:r>
              <a:rPr lang="en-US" altLang="zh-CN" dirty="0">
                <a:latin typeface="微软雅黑" pitchFamily="34" charset="-122"/>
                <a:ea typeface="微软雅黑" pitchFamily="34" charset="-122"/>
              </a:rPr>
              <a:t>-</a:t>
            </a:r>
            <a:r>
              <a:rPr lang="zh-CN" altLang="en-US" dirty="0">
                <a:latin typeface="黑体" pitchFamily="49" charset="-122"/>
                <a:sym typeface="Arial" charset="0"/>
              </a:rPr>
              <a:t>第一认知结构的平衡；第二是成熟、经验和社会环境的平衡。</a:t>
            </a:r>
            <a:endParaRPr lang="zh-CN" altLang="en-US" dirty="0">
              <a:latin typeface="黑体" pitchFamily="49" charset="-122"/>
              <a:sym typeface="Arial" charset="0"/>
            </a:endParaRPr>
          </a:p>
          <a:p>
            <a:pPr lvl="0" eaLnBrk="1" hangingPunct="1">
              <a:lnSpc>
                <a:spcPct val="130000"/>
              </a:lnSpc>
              <a:buNone/>
            </a:pPr>
            <a:endParaRPr lang="zh-CN" altLang="en-US" dirty="0">
              <a:latin typeface="微软雅黑" pitchFamily="34" charset="-122"/>
              <a:ea typeface="微软雅黑" pitchFamily="34"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Rectangle 3"/>
          <p:cNvSpPr>
            <a14:cpLocks xmlns:a14="http://schemas.microsoft.com/office/drawing/2010/main" noGrp="1" noChangeArrowheads="1"/>
          </p:cNvSpPr>
          <p:nvPr>
            <p:ph type="body" idx="1"/>
          </p:nvPr>
        </p:nvSpPr>
        <p:spPr>
          <a:xfrm>
            <a:off x="1014413" y="1028700"/>
            <a:ext cx="10606088" cy="642938"/>
          </a:xfrm>
          <a:ln>
            <a:miter/>
          </a:ln>
        </p:spPr>
        <p:txBody>
          <a:bodyPr vert="horz" wrap="square" lIns="113157" tIns="56579" rIns="113157" bIns="56579" numCol="1" anchor="t" anchorCtr="0" compatLnSpc="1"/>
          <a:lstStyle/>
          <a:p>
            <a:pPr marL="609600" marR="0" lvl="0" indent="-609600" algn="l" defTabSz="914400" rtl="0" eaLnBrk="1" fontAlgn="base" latinLnBrk="0" hangingPunct="1">
              <a:lnSpc>
                <a:spcPts val="4000"/>
              </a:lnSpc>
              <a:spcBef>
                <a:spcPct val="0"/>
              </a:spcBef>
              <a:spcAft>
                <a:spcPct val="0"/>
              </a:spcAft>
              <a:buClrTx/>
              <a:buSzTx/>
              <a:buFont typeface="Arial" charset="0"/>
              <a:buNone/>
              <a:defRPr/>
            </a:pPr>
            <a:r>
              <a:rPr kumimoji="0" lang="zh-CN" altLang="en-US" sz="2200" b="0" i="0" u="none" strike="noStrike" kern="0" cap="none" spc="0" normalizeH="0" baseline="0" noProof="0" dirty="0" smtClean="0">
                <a:ln>
                  <a:noFill/>
                </a:ln>
                <a:solidFill>
                  <a:srgbClr val="00FFCC"/>
                </a:solidFill>
                <a:effectLst/>
                <a:uLnTx/>
                <a:uFillTx/>
                <a:latin typeface="黑体" pitchFamily="49" charset="-122"/>
                <a:ea typeface="+mj-ea"/>
                <a:cs typeface="+mj-cs"/>
              </a:rPr>
              <a:t>五、社会文化因素决定心理发展</a:t>
            </a:r>
            <a:endParaRPr kumimoji="0" lang="zh-CN" altLang="en-US" sz="2200" b="0" i="0" u="none" strike="noStrike" kern="0" cap="none" spc="0" normalizeH="0" baseline="0" noProof="0" dirty="0" smtClean="0">
              <a:ln>
                <a:noFill/>
              </a:ln>
              <a:solidFill>
                <a:srgbClr val="00FFCC"/>
              </a:solidFill>
              <a:effectLst/>
              <a:uLnTx/>
              <a:uFillTx/>
              <a:latin typeface="黑体" pitchFamily="49" charset="-122"/>
              <a:ea typeface="+mj-ea"/>
              <a:cs typeface="+mj-cs"/>
            </a:endParaRPr>
          </a:p>
          <a:p>
            <a:pPr marL="609600" marR="0" lvl="0" indent="-609600" algn="ctr" defTabSz="914400" rtl="0" eaLnBrk="1" fontAlgn="base" latinLnBrk="0" hangingPunct="1">
              <a:lnSpc>
                <a:spcPct val="120000"/>
              </a:lnSpc>
              <a:spcBef>
                <a:spcPct val="20000"/>
              </a:spcBef>
              <a:spcAft>
                <a:spcPct val="0"/>
              </a:spcAft>
              <a:buClr>
                <a:srgbClr val="FF0000"/>
              </a:buClr>
              <a:buSzTx/>
              <a:buFont typeface="Wingdings" charset="2"/>
              <a:buNone/>
              <a:defRPr/>
            </a:pPr>
            <a:endParaRPr kumimoji="0" lang="en-US" sz="3600" b="0" i="0" u="none" strike="noStrike" kern="0" cap="none" spc="0" normalizeH="0" baseline="0" noProof="0" dirty="0" smtClean="0">
              <a:ln>
                <a:noFill/>
              </a:ln>
              <a:solidFill>
                <a:schemeClr val="bg1"/>
              </a:solidFill>
              <a:effectLst>
                <a:outerShdw blurRad="38100" dist="38100" dir="2700000" algn="tl">
                  <a:srgbClr val="000000"/>
                </a:outerShdw>
              </a:effectLst>
              <a:uLnTx/>
              <a:uFillTx/>
              <a:latin typeface="宋体" charset="-122"/>
              <a:ea typeface="+mn-ea"/>
              <a:cs typeface="+mn-cs"/>
              <a:sym typeface="Wingdings" charset="2"/>
            </a:endParaRPr>
          </a:p>
        </p:txBody>
      </p:sp>
      <p:sp>
        <p:nvSpPr>
          <p:cNvPr id="29699" name="Rectangle 4"/>
          <p:cNvSpPr>
            <a14:cpLocks xmlns:a14="http://schemas.microsoft.com/office/drawing/2010/main" noChangeArrowheads="1"/>
          </p:cNvSpPr>
          <p:nvPr/>
        </p:nvSpPr>
        <p:spPr bwMode="auto">
          <a:xfrm>
            <a:off x="4943475" y="2243138"/>
            <a:ext cx="6610350" cy="1785938"/>
          </a:xfrm>
          <a:prstGeom prst="rect">
            <a:avLst/>
          </a:prstGeom>
          <a:noFill/>
          <a:ln w="9525">
            <a:noFill/>
            <a:miter lim="800000"/>
          </a:ln>
        </p:spPr>
        <p:txBody>
          <a:bodyPr lIns="113157" tIns="56579" rIns="113157" bIns="56579"/>
          <a:p>
            <a:pPr marL="176530" lvl="1" indent="-176530" defTabSz="1132205" eaLnBrk="1" fontAlgn="base" hangingPunct="1">
              <a:lnSpc>
                <a:spcPct val="140000"/>
              </a:lnSpc>
              <a:spcBef>
                <a:spcPct val="20000"/>
              </a:spcBef>
            </a:pPr>
            <a:r>
              <a:rPr lang="en-US" altLang="zh-CN" strike="noStrike" noProof="1" dirty="0">
                <a:solidFill>
                  <a:schemeClr val="bg1"/>
                </a:solidFill>
                <a:latin typeface="黑体" pitchFamily="49" charset="-122"/>
                <a:ea typeface="黑体" pitchFamily="49" charset="-122"/>
                <a:cs typeface="+mn-ea"/>
              </a:rPr>
              <a:t>      </a:t>
            </a:r>
            <a:r>
              <a:rPr lang="zh-CN" altLang="en-US" strike="noStrike" noProof="1" dirty="0">
                <a:solidFill>
                  <a:schemeClr val="bg1"/>
                </a:solidFill>
                <a:latin typeface="黑体" pitchFamily="49" charset="-122"/>
                <a:ea typeface="黑体" pitchFamily="49" charset="-122"/>
                <a:cs typeface="+mn-ea"/>
              </a:rPr>
              <a:t>维果斯基，</a:t>
            </a:r>
            <a:r>
              <a:rPr lang="en-US" altLang="x-none" strike="noStrike" noProof="1" dirty="0">
                <a:solidFill>
                  <a:schemeClr val="bg1"/>
                </a:solidFill>
                <a:latin typeface="黑体" pitchFamily="49" charset="-122"/>
                <a:ea typeface="黑体" pitchFamily="49" charset="-122"/>
                <a:cs typeface="+mn-ea"/>
              </a:rPr>
              <a:t> </a:t>
            </a:r>
            <a:r>
              <a:rPr lang="zh-CN" altLang="en-US" strike="noStrike" noProof="1" dirty="0">
                <a:solidFill>
                  <a:schemeClr val="bg1"/>
                </a:solidFill>
                <a:latin typeface="黑体" pitchFamily="49" charset="-122"/>
                <a:ea typeface="黑体" pitchFamily="49" charset="-122"/>
                <a:cs typeface="+mn-ea"/>
              </a:rPr>
              <a:t>前苏联心理学家，“文化</a:t>
            </a:r>
            <a:r>
              <a:rPr lang="en-US" altLang="zh-CN" strike="noStrike" noProof="1" dirty="0">
                <a:solidFill>
                  <a:schemeClr val="bg1"/>
                </a:solidFill>
                <a:latin typeface="黑体" pitchFamily="49" charset="-122"/>
                <a:ea typeface="黑体" pitchFamily="49" charset="-122"/>
                <a:cs typeface="+mn-ea"/>
              </a:rPr>
              <a:t>-</a:t>
            </a:r>
            <a:r>
              <a:rPr lang="zh-CN" altLang="en-US" strike="noStrike" noProof="1" dirty="0">
                <a:solidFill>
                  <a:schemeClr val="bg1"/>
                </a:solidFill>
                <a:latin typeface="黑体" pitchFamily="49" charset="-122"/>
                <a:ea typeface="黑体" pitchFamily="49" charset="-122"/>
                <a:cs typeface="+mn-ea"/>
              </a:rPr>
              <a:t>历史”理论的创始人。他认为心理的实质</a:t>
            </a:r>
            <a:r>
              <a:rPr lang="zh-CN" altLang="en-US" strike="noStrike" noProof="1" dirty="0">
                <a:solidFill>
                  <a:srgbClr val="FFC000"/>
                </a:solidFill>
                <a:latin typeface="黑体" pitchFamily="49" charset="-122"/>
                <a:ea typeface="黑体" pitchFamily="49" charset="-122"/>
                <a:cs typeface="+mn-ea"/>
              </a:rPr>
              <a:t>就是社会文化历史通过语言符号的中介而不断内化的结果</a:t>
            </a:r>
            <a:r>
              <a:rPr lang="zh-CN" altLang="en-US" strike="noStrike" noProof="1" dirty="0">
                <a:solidFill>
                  <a:schemeClr val="bg1"/>
                </a:solidFill>
                <a:latin typeface="黑体" pitchFamily="49" charset="-122"/>
                <a:ea typeface="黑体" pitchFamily="49" charset="-122"/>
                <a:cs typeface="+mn-ea"/>
              </a:rPr>
              <a:t>。</a:t>
            </a:r>
            <a:endParaRPr lang="en-US" altLang="x-none" b="1" i="1" strike="noStrike" noProof="1" dirty="0">
              <a:solidFill>
                <a:schemeClr val="bg1"/>
              </a:solidFill>
              <a:effectLst>
                <a:outerShdw blurRad="38100" dist="38100" dir="2700000">
                  <a:srgbClr val="000000"/>
                </a:outerShdw>
              </a:effectLst>
              <a:latin typeface="Times New Roman" pitchFamily="18" charset="0"/>
              <a:ea typeface="楷体_GB2312" pitchFamily="1" charset="-122"/>
            </a:endParaRPr>
          </a:p>
          <a:p>
            <a:pPr marL="754380" lvl="0" indent="-754380" defTabSz="1132205" eaLnBrk="1" fontAlgn="base" hangingPunct="1">
              <a:lnSpc>
                <a:spcPct val="140000"/>
              </a:lnSpc>
              <a:spcBef>
                <a:spcPct val="20000"/>
              </a:spcBef>
            </a:pPr>
            <a:endParaRPr lang="en-US" altLang="x-none" b="1" i="1" strike="noStrike" noProof="1" dirty="0">
              <a:solidFill>
                <a:schemeClr val="bg1"/>
              </a:solidFill>
              <a:effectLst>
                <a:outerShdw blurRad="38100" dist="38100" dir="2700000">
                  <a:srgbClr val="000000"/>
                </a:outerShdw>
              </a:effectLst>
              <a:latin typeface="Times New Roman" pitchFamily="18" charset="0"/>
              <a:ea typeface="楷体_GB2312" pitchFamily="1" charset="-122"/>
            </a:endParaRPr>
          </a:p>
        </p:txBody>
      </p:sp>
      <p:sp>
        <p:nvSpPr>
          <p:cNvPr id="29700" name="Rectangle 5"/>
          <p:cNvSpPr>
            <a14:cpLocks xmlns:a14="http://schemas.microsoft.com/office/drawing/2010/main" noChangeArrowheads="1"/>
          </p:cNvSpPr>
          <p:nvPr/>
        </p:nvSpPr>
        <p:spPr bwMode="auto">
          <a:xfrm>
            <a:off x="-485775" y="5600700"/>
            <a:ext cx="6510338" cy="1360488"/>
          </a:xfrm>
          <a:prstGeom prst="rect">
            <a:avLst/>
          </a:prstGeom>
          <a:noFill/>
          <a:ln w="9525">
            <a:noFill/>
            <a:miter lim="800000"/>
          </a:ln>
          <a:effectLst>
            <a:outerShdw dist="53882" dir="2700000" algn="ctr" rotWithShape="0">
              <a:schemeClr val="bg2"/>
            </a:outerShdw>
          </a:effectLst>
        </p:spPr>
        <p:txBody>
          <a:bodyPr lIns="111978" tIns="55007" rIns="111978" bIns="55007"/>
          <a:p>
            <a:pPr marL="919480" lvl="1" indent="-354330" algn="ctr" defTabSz="1132205" eaLnBrk="1" fontAlgn="base" hangingPunct="1">
              <a:spcBef>
                <a:spcPct val="20000"/>
              </a:spcBef>
              <a:buSzPct val="80000"/>
              <a:buFont typeface="Wingdings" charset="2"/>
            </a:pPr>
            <a:endParaRPr lang="en-US" altLang="zh-CN" sz="3500" b="1" i="1" strike="noStrike" noProof="1" dirty="0">
              <a:solidFill>
                <a:srgbClr val="008000"/>
              </a:solidFill>
              <a:effectLst>
                <a:outerShdw blurRad="38100" dist="38100" dir="2700000">
                  <a:srgbClr val="000000"/>
                </a:outerShdw>
              </a:effectLst>
              <a:latin typeface="Times New Roman" pitchFamily="18" charset="0"/>
              <a:ea typeface="楷体_GB2312" pitchFamily="1" charset="-122"/>
            </a:endParaRPr>
          </a:p>
        </p:txBody>
      </p:sp>
      <p:pic>
        <p:nvPicPr>
          <p:cNvPr id="32772" name="Picture 7" descr="vygodskay维果茨基"/>
          <p:cNvPicPr>
            <a:picLocks noChangeAspect="1"/>
          </p:cNvPicPr>
          <p:nvPr/>
        </p:nvPicPr>
        <p:blipFill>
          <a:blip r:embed="rId1"/>
          <a:stretch>
            <a:fillRect/>
          </a:stretch>
        </p:blipFill>
        <p:spPr>
          <a:xfrm>
            <a:off x="1657350" y="1957388"/>
            <a:ext cx="2895600" cy="3148012"/>
          </a:xfrm>
          <a:prstGeom prst="rect">
            <a:avLst/>
          </a:prstGeom>
          <a:noFill/>
          <a:ln w="9525">
            <a:noFill/>
          </a:ln>
        </p:spPr>
      </p:pic>
      <p:sp>
        <p:nvSpPr>
          <p:cNvPr id="32773" name="TextBox 5"/>
          <p:cNvSpPr txBox="1"/>
          <p:nvPr/>
        </p:nvSpPr>
        <p:spPr>
          <a:xfrm>
            <a:off x="1657350" y="5529263"/>
            <a:ext cx="3571875" cy="430212"/>
          </a:xfrm>
          <a:prstGeom prst="rect">
            <a:avLst/>
          </a:prstGeom>
          <a:noFill/>
          <a:ln w="9525">
            <a:noFill/>
          </a:ln>
        </p:spPr>
        <p:txBody>
          <a:bodyPr anchor="t">
            <a:spAutoFit/>
          </a:bodyPr>
          <a:p>
            <a:pPr lvl="0"/>
            <a:r>
              <a:rPr lang="en-US" altLang="x-none" dirty="0">
                <a:solidFill>
                  <a:schemeClr val="bg1"/>
                </a:solidFill>
                <a:latin typeface="楷体_GB2312" pitchFamily="1" charset="-122"/>
                <a:ea typeface="楷体_GB2312" pitchFamily="1" charset="-122"/>
              </a:rPr>
              <a:t>维果斯基</a:t>
            </a:r>
            <a:r>
              <a:rPr lang="en-US" altLang="zh-CN" i="1" dirty="0">
                <a:solidFill>
                  <a:schemeClr val="bg1"/>
                </a:solidFill>
                <a:latin typeface="Times New Roman" pitchFamily="18" charset="0"/>
                <a:ea typeface="楷体_GB2312" pitchFamily="1" charset="-122"/>
              </a:rPr>
              <a:t>Vygotsky</a:t>
            </a:r>
            <a:endParaRPr lang="zh-CN" altLang="en-US" dirty="0">
              <a:solidFill>
                <a:schemeClr val="bg1"/>
              </a:solidFill>
              <a:latin typeface="Arial" charset="0"/>
              <a:ea typeface="宋体"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3" name="Rectangle 3"/>
          <p:cNvSpPr>
            <a14:cpLocks xmlns:a14="http://schemas.microsoft.com/office/drawing/2010/main" noGrp="1"/>
          </p:cNvSpPr>
          <p:nvPr>
            <p:ph type="body"/>
          </p:nvPr>
        </p:nvSpPr>
        <p:spPr>
          <a:xfrm>
            <a:off x="1443038" y="1028700"/>
            <a:ext cx="8964612" cy="4752975"/>
          </a:xfrm>
          <a:ln/>
        </p:spPr>
        <p:txBody>
          <a:bodyPr wrap="square" lIns="91440" tIns="45720" rIns="91440" bIns="45720" anchor="t"/>
          <a:p>
            <a:pPr lvl="0">
              <a:lnSpc>
                <a:spcPct val="140000"/>
              </a:lnSpc>
              <a:buNone/>
            </a:pPr>
            <a:r>
              <a:rPr lang="zh-CN" altLang="en-US" dirty="0">
                <a:solidFill>
                  <a:srgbClr val="00FFCC"/>
                </a:solidFill>
                <a:latin typeface="黑体" pitchFamily="49" charset="-122"/>
              </a:rPr>
              <a:t>（一） 高级心理机能的制约因素</a:t>
            </a:r>
            <a:endParaRPr lang="zh-CN" altLang="en-US" dirty="0">
              <a:solidFill>
                <a:srgbClr val="00FFCC"/>
              </a:solidFill>
              <a:latin typeface="黑体" pitchFamily="49" charset="-122"/>
            </a:endParaRPr>
          </a:p>
          <a:p>
            <a:pPr lvl="0">
              <a:lnSpc>
                <a:spcPct val="140000"/>
              </a:lnSpc>
              <a:buNone/>
            </a:pPr>
            <a:r>
              <a:rPr lang="zh-CN" altLang="en-US" dirty="0">
                <a:latin typeface="黑体" pitchFamily="49" charset="-122"/>
              </a:rPr>
              <a:t>     人的心理机能</a:t>
            </a:r>
            <a:r>
              <a:rPr lang="zh-CN" altLang="en-US" dirty="0">
                <a:solidFill>
                  <a:srgbClr val="FFFFFF"/>
                </a:solidFill>
                <a:latin typeface="黑体" pitchFamily="49" charset="-122"/>
              </a:rPr>
              <a:t>分成低级心理机能和高级心理机能。</a:t>
            </a:r>
            <a:endParaRPr lang="zh-CN" altLang="en-US" dirty="0">
              <a:solidFill>
                <a:srgbClr val="FFFFFF"/>
              </a:solidFill>
              <a:latin typeface="黑体" pitchFamily="49" charset="-122"/>
            </a:endParaRPr>
          </a:p>
          <a:p>
            <a:pPr lvl="0">
              <a:lnSpc>
                <a:spcPct val="140000"/>
              </a:lnSpc>
              <a:buNone/>
            </a:pPr>
            <a:r>
              <a:rPr lang="zh-CN" altLang="en-US" dirty="0">
                <a:latin typeface="黑体" pitchFamily="49" charset="-122"/>
              </a:rPr>
              <a:t>     低级心理机能受个体的生物成熟所制约，高级心理机能受社会文化</a:t>
            </a:r>
            <a:r>
              <a:rPr lang="en-US" altLang="zh-CN" dirty="0">
                <a:latin typeface="黑体" pitchFamily="49" charset="-122"/>
              </a:rPr>
              <a:t>-</a:t>
            </a:r>
            <a:r>
              <a:rPr lang="zh-CN" altLang="en-US" dirty="0">
                <a:latin typeface="黑体" pitchFamily="49" charset="-122"/>
              </a:rPr>
              <a:t>历史所制约。</a:t>
            </a:r>
            <a:endParaRPr lang="zh-CN" altLang="en-US" dirty="0">
              <a:latin typeface="黑体" pitchFamily="49" charset="-122"/>
            </a:endParaRPr>
          </a:p>
          <a:p>
            <a:pPr lvl="0">
              <a:lnSpc>
                <a:spcPct val="140000"/>
              </a:lnSpc>
              <a:buNone/>
            </a:pPr>
            <a:r>
              <a:rPr lang="zh-CN" altLang="en-US" dirty="0">
                <a:solidFill>
                  <a:srgbClr val="00FFCC"/>
                </a:solidFill>
                <a:latin typeface="黑体" pitchFamily="49" charset="-122"/>
              </a:rPr>
              <a:t>（二）社会文化因素是儿童心理发展的源泉</a:t>
            </a:r>
            <a:endParaRPr lang="zh-CN" altLang="en-US" dirty="0">
              <a:solidFill>
                <a:srgbClr val="00FFCC"/>
              </a:solidFill>
              <a:latin typeface="黑体" pitchFamily="49" charset="-122"/>
            </a:endParaRPr>
          </a:p>
          <a:p>
            <a:pPr lvl="0">
              <a:lnSpc>
                <a:spcPct val="140000"/>
              </a:lnSpc>
              <a:buNone/>
            </a:pPr>
            <a:r>
              <a:rPr lang="zh-CN" altLang="en-US" dirty="0">
                <a:latin typeface="黑体" pitchFamily="49" charset="-122"/>
              </a:rPr>
              <a:t>    </a:t>
            </a:r>
            <a:r>
              <a:rPr lang="zh-CN" altLang="en-US" dirty="0">
                <a:solidFill>
                  <a:srgbClr val="FFC000"/>
                </a:solidFill>
                <a:latin typeface="黑体" pitchFamily="49" charset="-122"/>
              </a:rPr>
              <a:t>社会文化活动</a:t>
            </a:r>
            <a:r>
              <a:rPr lang="zh-CN" altLang="en-US" dirty="0">
                <a:latin typeface="黑体" pitchFamily="49" charset="-122"/>
              </a:rPr>
              <a:t>是智力发展的源泉（外部活动→内在活动）</a:t>
            </a:r>
            <a:endParaRPr lang="zh-CN" altLang="en-US" dirty="0">
              <a:latin typeface="黑体" pitchFamily="49" charset="-122"/>
            </a:endParaRPr>
          </a:p>
          <a:p>
            <a:pPr lvl="0">
              <a:lnSpc>
                <a:spcPct val="140000"/>
              </a:lnSpc>
              <a:buNone/>
            </a:pPr>
            <a:r>
              <a:rPr lang="zh-CN" altLang="en-US" dirty="0">
                <a:latin typeface="黑体" pitchFamily="49" charset="-122"/>
              </a:rPr>
              <a:t>    以</a:t>
            </a:r>
            <a:r>
              <a:rPr lang="zh-CN" altLang="en-US" dirty="0">
                <a:solidFill>
                  <a:srgbClr val="FFC000"/>
                </a:solidFill>
                <a:latin typeface="黑体" pitchFamily="49" charset="-122"/>
              </a:rPr>
              <a:t>语言</a:t>
            </a:r>
            <a:r>
              <a:rPr lang="zh-CN" altLang="en-US" dirty="0">
                <a:latin typeface="黑体" pitchFamily="49" charset="-122"/>
              </a:rPr>
              <a:t>为中介使心理活动发生质变（只有掌握的语言，才能真正使低级心理机能转化为高级心理机能）</a:t>
            </a:r>
            <a:endParaRPr lang="zh-CN" altLang="en-US" dirty="0">
              <a:latin typeface="黑体" pitchFamily="49" charset="-122"/>
            </a:endParaRPr>
          </a:p>
          <a:p>
            <a:pPr lvl="0">
              <a:lnSpc>
                <a:spcPct val="140000"/>
              </a:lnSpc>
              <a:buNone/>
            </a:pPr>
            <a:endParaRPr lang="zh-CN" altLang="en-US" dirty="0">
              <a:latin typeface="黑体" pitchFamily="49"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7" name="Rectangle 3"/>
          <p:cNvSpPr>
            <a14:cpLocks xmlns:a14="http://schemas.microsoft.com/office/drawing/2010/main" noGrp="1"/>
          </p:cNvSpPr>
          <p:nvPr>
            <p:ph type="body"/>
          </p:nvPr>
        </p:nvSpPr>
        <p:spPr>
          <a:xfrm>
            <a:off x="871538" y="814388"/>
            <a:ext cx="9286875" cy="4752975"/>
          </a:xfrm>
          <a:ln/>
        </p:spPr>
        <p:txBody>
          <a:bodyPr wrap="square" lIns="91440" tIns="45720" rIns="91440" bIns="45720" anchor="t"/>
          <a:p>
            <a:pPr lvl="0">
              <a:lnSpc>
                <a:spcPct val="140000"/>
              </a:lnSpc>
              <a:buNone/>
            </a:pPr>
            <a:r>
              <a:rPr lang="zh-CN" altLang="en-US" dirty="0">
                <a:solidFill>
                  <a:srgbClr val="00FFCC"/>
                </a:solidFill>
                <a:latin typeface="黑体" pitchFamily="49" charset="-122"/>
              </a:rPr>
              <a:t>（三）教育教学与心理发展的关系</a:t>
            </a:r>
            <a:endParaRPr lang="zh-CN" altLang="en-US" dirty="0">
              <a:solidFill>
                <a:srgbClr val="00FFCC"/>
              </a:solidFill>
              <a:latin typeface="黑体" pitchFamily="49" charset="-122"/>
            </a:endParaRPr>
          </a:p>
          <a:p>
            <a:pPr lvl="0">
              <a:lnSpc>
                <a:spcPct val="140000"/>
              </a:lnSpc>
              <a:buNone/>
            </a:pPr>
            <a:r>
              <a:rPr lang="zh-CN" altLang="en-US" dirty="0">
                <a:latin typeface="黑体" pitchFamily="49" charset="-122"/>
              </a:rPr>
              <a:t>  </a:t>
            </a:r>
            <a:r>
              <a:rPr lang="en-US" altLang="zh-CN" dirty="0">
                <a:latin typeface="黑体" pitchFamily="49" charset="-122"/>
              </a:rPr>
              <a:t>1</a:t>
            </a:r>
            <a:r>
              <a:rPr lang="zh-CN" altLang="en-US" dirty="0">
                <a:latin typeface="黑体" pitchFamily="49" charset="-122"/>
              </a:rPr>
              <a:t>、</a:t>
            </a:r>
            <a:r>
              <a:rPr lang="zh-CN" altLang="en-US" dirty="0">
                <a:solidFill>
                  <a:srgbClr val="FFC000"/>
                </a:solidFill>
                <a:latin typeface="黑体" pitchFamily="49" charset="-122"/>
              </a:rPr>
              <a:t>最近发展区</a:t>
            </a:r>
            <a:endParaRPr lang="zh-CN" altLang="en-US" dirty="0">
              <a:solidFill>
                <a:srgbClr val="FFC000"/>
              </a:solidFill>
              <a:latin typeface="黑体" pitchFamily="49" charset="-122"/>
            </a:endParaRPr>
          </a:p>
          <a:p>
            <a:pPr lvl="0">
              <a:lnSpc>
                <a:spcPct val="140000"/>
              </a:lnSpc>
              <a:buNone/>
            </a:pPr>
            <a:r>
              <a:rPr lang="zh-CN" altLang="en-US" dirty="0">
                <a:latin typeface="黑体" pitchFamily="49" charset="-122"/>
              </a:rPr>
              <a:t>  </a:t>
            </a:r>
            <a:r>
              <a:rPr lang="en-US" altLang="zh-CN" dirty="0">
                <a:latin typeface="黑体" pitchFamily="49" charset="-122"/>
              </a:rPr>
              <a:t>2</a:t>
            </a:r>
            <a:r>
              <a:rPr lang="zh-CN" altLang="en-US" dirty="0">
                <a:latin typeface="黑体" pitchFamily="49" charset="-122"/>
              </a:rPr>
              <a:t>、</a:t>
            </a:r>
            <a:r>
              <a:rPr lang="zh-CN" altLang="en-US" dirty="0">
                <a:solidFill>
                  <a:srgbClr val="FFC000"/>
                </a:solidFill>
                <a:latin typeface="黑体" pitchFamily="49" charset="-122"/>
              </a:rPr>
              <a:t>教学应当走在发展的前面</a:t>
            </a:r>
            <a:endParaRPr lang="zh-CN" altLang="en-US" dirty="0">
              <a:solidFill>
                <a:srgbClr val="FFC000"/>
              </a:solidFill>
              <a:latin typeface="黑体" pitchFamily="49" charset="-122"/>
            </a:endParaRPr>
          </a:p>
          <a:p>
            <a:pPr lvl="0">
              <a:lnSpc>
                <a:spcPct val="140000"/>
              </a:lnSpc>
              <a:buNone/>
            </a:pPr>
            <a:r>
              <a:rPr lang="zh-CN" altLang="en-US" dirty="0">
                <a:solidFill>
                  <a:srgbClr val="FFC000"/>
                </a:solidFill>
                <a:latin typeface="黑体" pitchFamily="49" charset="-122"/>
              </a:rPr>
              <a:t>  </a:t>
            </a:r>
            <a:r>
              <a:rPr lang="en-US" altLang="zh-CN" dirty="0">
                <a:latin typeface="黑体" pitchFamily="49" charset="-122"/>
              </a:rPr>
              <a:t>3</a:t>
            </a:r>
            <a:r>
              <a:rPr lang="zh-CN" altLang="en-US" dirty="0">
                <a:latin typeface="黑体" pitchFamily="49" charset="-122"/>
              </a:rPr>
              <a:t>、</a:t>
            </a:r>
            <a:r>
              <a:rPr lang="zh-CN" altLang="en-US" dirty="0">
                <a:solidFill>
                  <a:srgbClr val="FFC000"/>
                </a:solidFill>
                <a:latin typeface="黑体" pitchFamily="49" charset="-122"/>
              </a:rPr>
              <a:t>学习和指导的最佳期限</a:t>
            </a:r>
            <a:endParaRPr lang="en-US" altLang="zh-CN" dirty="0">
              <a:solidFill>
                <a:srgbClr val="FFC000"/>
              </a:solidFill>
              <a:latin typeface="黑体" pitchFamily="49" charset="-122"/>
            </a:endParaRPr>
          </a:p>
          <a:p>
            <a:pPr lvl="0">
              <a:lnSpc>
                <a:spcPct val="140000"/>
              </a:lnSpc>
              <a:buNone/>
            </a:pPr>
            <a:r>
              <a:rPr lang="en-US" altLang="zh-CN" dirty="0">
                <a:solidFill>
                  <a:srgbClr val="FFC000"/>
                </a:solidFill>
                <a:latin typeface="黑体" pitchFamily="49" charset="-122"/>
              </a:rPr>
              <a:t>     </a:t>
            </a:r>
            <a:r>
              <a:rPr lang="zh-CN" altLang="en-US" dirty="0">
                <a:latin typeface="黑体" pitchFamily="49" charset="-122"/>
              </a:rPr>
              <a:t>学习最佳期限的前提和条件：</a:t>
            </a:r>
            <a:endParaRPr lang="en-US" altLang="zh-CN" dirty="0">
              <a:latin typeface="黑体" pitchFamily="49" charset="-122"/>
            </a:endParaRPr>
          </a:p>
          <a:p>
            <a:pPr lvl="0">
              <a:lnSpc>
                <a:spcPct val="140000"/>
              </a:lnSpc>
              <a:buNone/>
            </a:pPr>
            <a:r>
              <a:rPr lang="en-US" altLang="zh-CN" dirty="0">
                <a:solidFill>
                  <a:srgbClr val="FFC000"/>
                </a:solidFill>
                <a:latin typeface="黑体" pitchFamily="49" charset="-122"/>
              </a:rPr>
              <a:t>     </a:t>
            </a:r>
            <a:r>
              <a:rPr lang="zh-CN" altLang="en-US" dirty="0">
                <a:latin typeface="黑体" pitchFamily="49" charset="-122"/>
              </a:rPr>
              <a:t>（</a:t>
            </a:r>
            <a:r>
              <a:rPr lang="en-US" altLang="zh-CN" dirty="0">
                <a:latin typeface="黑体" pitchFamily="49" charset="-122"/>
              </a:rPr>
              <a:t>1</a:t>
            </a:r>
            <a:r>
              <a:rPr lang="zh-CN" altLang="en-US" dirty="0">
                <a:latin typeface="黑体" pitchFamily="49" charset="-122"/>
              </a:rPr>
              <a:t>）</a:t>
            </a:r>
            <a:r>
              <a:rPr lang="zh-CN" altLang="en-US" dirty="0">
                <a:solidFill>
                  <a:srgbClr val="FFC000"/>
                </a:solidFill>
                <a:latin typeface="黑体" pitchFamily="49" charset="-122"/>
              </a:rPr>
              <a:t>以个体的发育成熟为前提。</a:t>
            </a:r>
            <a:endParaRPr lang="en-US" altLang="zh-CN" dirty="0">
              <a:solidFill>
                <a:srgbClr val="FFC000"/>
              </a:solidFill>
              <a:latin typeface="黑体" pitchFamily="49" charset="-122"/>
            </a:endParaRPr>
          </a:p>
          <a:p>
            <a:pPr lvl="0">
              <a:lnSpc>
                <a:spcPct val="140000"/>
              </a:lnSpc>
              <a:buNone/>
            </a:pPr>
            <a:r>
              <a:rPr lang="en-US" altLang="zh-CN" dirty="0">
                <a:latin typeface="黑体" pitchFamily="49" charset="-122"/>
              </a:rPr>
              <a:t>     </a:t>
            </a:r>
            <a:r>
              <a:rPr lang="zh-CN" altLang="en-US" dirty="0">
                <a:latin typeface="黑体" pitchFamily="49" charset="-122"/>
              </a:rPr>
              <a:t>（</a:t>
            </a:r>
            <a:r>
              <a:rPr lang="en-US" altLang="zh-CN" dirty="0">
                <a:latin typeface="黑体" pitchFamily="49" charset="-122"/>
              </a:rPr>
              <a:t>2</a:t>
            </a:r>
            <a:r>
              <a:rPr lang="zh-CN" altLang="en-US" dirty="0">
                <a:latin typeface="黑体" pitchFamily="49" charset="-122"/>
              </a:rPr>
              <a:t>）</a:t>
            </a:r>
            <a:r>
              <a:rPr lang="zh-CN" altLang="en-US" dirty="0">
                <a:solidFill>
                  <a:srgbClr val="FFC000"/>
                </a:solidFill>
                <a:latin typeface="黑体" pitchFamily="49" charset="-122"/>
              </a:rPr>
              <a:t>要以一定的心理技能发展为条件。</a:t>
            </a:r>
            <a:r>
              <a:rPr lang="zh-CN" altLang="en-US" dirty="0">
                <a:latin typeface="黑体" pitchFamily="49" charset="-122"/>
              </a:rPr>
              <a:t>重要的是</a:t>
            </a:r>
            <a:r>
              <a:rPr lang="zh-CN" altLang="en-US" dirty="0">
                <a:solidFill>
                  <a:srgbClr val="FFC000"/>
                </a:solidFill>
                <a:latin typeface="黑体" pitchFamily="49" charset="-122"/>
              </a:rPr>
              <a:t>某些心理特征处在开始形成而尚未达到成熟</a:t>
            </a:r>
            <a:r>
              <a:rPr lang="zh-CN" altLang="en-US" dirty="0">
                <a:latin typeface="黑体" pitchFamily="49" charset="-122"/>
              </a:rPr>
              <a:t>的地步时，进行有关教学效果最佳。</a:t>
            </a:r>
            <a:endParaRPr lang="en-US" altLang="zh-CN" dirty="0">
              <a:latin typeface="黑体" pitchFamily="49" charset="-122"/>
            </a:endParaRPr>
          </a:p>
          <a:p>
            <a:pPr lvl="0">
              <a:lnSpc>
                <a:spcPct val="140000"/>
              </a:lnSpc>
              <a:buNone/>
            </a:pPr>
            <a:r>
              <a:rPr lang="en-US" altLang="zh-CN" dirty="0">
                <a:solidFill>
                  <a:srgbClr val="FFC000"/>
                </a:solidFill>
                <a:latin typeface="黑体" pitchFamily="49" charset="-122"/>
              </a:rPr>
              <a:t>   </a:t>
            </a:r>
            <a:endParaRPr lang="zh-CN" altLang="en-US" dirty="0">
              <a:solidFill>
                <a:srgbClr val="FFC000"/>
              </a:solidFill>
              <a:latin typeface="黑体" pitchFamily="49" charset="-122"/>
            </a:endParaRPr>
          </a:p>
        </p:txBody>
      </p:sp>
      <p:pic>
        <p:nvPicPr>
          <p:cNvPr id="34818" name="Picture 3"/>
          <p:cNvPicPr>
            <a:picLocks noChangeAspect="1"/>
          </p:cNvPicPr>
          <p:nvPr/>
        </p:nvPicPr>
        <p:blipFill>
          <a:blip r:embed="rId1"/>
          <a:stretch>
            <a:fillRect/>
          </a:stretch>
        </p:blipFill>
        <p:spPr>
          <a:xfrm>
            <a:off x="5800725" y="1171575"/>
            <a:ext cx="6000750" cy="2214563"/>
          </a:xfrm>
          <a:prstGeom prst="rect">
            <a:avLst/>
          </a:prstGeom>
          <a:noFill/>
          <a:ln w="9525">
            <a:noFill/>
          </a:ln>
          <a:effectLst>
            <a:prstShdw prst="shdw17" dist="17961" dir="2699999">
              <a:srgbClr val="999999"/>
            </a:prstShdw>
          </a:effec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Rectangle 3"/>
          <p:cNvSpPr>
            <a14:cpLocks xmlns:a14="http://schemas.microsoft.com/office/drawing/2010/main" noGrp="1" noChangeArrowheads="1"/>
          </p:cNvSpPr>
          <p:nvPr>
            <p:ph type="body" idx="1"/>
          </p:nvPr>
        </p:nvSpPr>
        <p:spPr>
          <a:xfrm>
            <a:off x="1228725" y="1457325"/>
            <a:ext cx="10606088" cy="4721225"/>
          </a:xfrm>
          <a:ln>
            <a:miter/>
          </a:ln>
        </p:spPr>
        <p:txBody>
          <a:bodyPr vert="horz" wrap="square" lIns="113157" tIns="56579" rIns="113157" bIns="56579" numCol="1" anchor="t" anchorCtr="0" compatLnSpc="1"/>
          <a:lstStyle/>
          <a:p>
            <a:pPr marL="609600" marR="0" lvl="0" indent="-609600" algn="l" defTabSz="914400" rtl="0" eaLnBrk="1" fontAlgn="base" latinLnBrk="0" hangingPunct="1">
              <a:lnSpc>
                <a:spcPts val="4000"/>
              </a:lnSpc>
              <a:spcBef>
                <a:spcPct val="0"/>
              </a:spcBef>
              <a:spcAft>
                <a:spcPct val="0"/>
              </a:spcAft>
              <a:buClrTx/>
              <a:buSzTx/>
              <a:buFont typeface="Arial" charset="0"/>
              <a:buNone/>
              <a:defRPr/>
            </a:pPr>
            <a:r>
              <a:rPr kumimoji="0" lang="zh-CN" altLang="en-US" sz="2200" b="0" i="0" u="none" strike="noStrike" kern="0" cap="none" spc="0" normalizeH="0" baseline="0" noProof="0" dirty="0" smtClean="0">
                <a:ln>
                  <a:noFill/>
                </a:ln>
                <a:solidFill>
                  <a:srgbClr val="00FFCC"/>
                </a:solidFill>
                <a:effectLst/>
                <a:uLnTx/>
                <a:uFillTx/>
                <a:latin typeface="黑体" pitchFamily="49" charset="-122"/>
                <a:ea typeface="+mj-ea"/>
                <a:cs typeface="+mj-cs"/>
              </a:rPr>
              <a:t>四、通过社会学习获得行为</a:t>
            </a:r>
            <a:endParaRPr kumimoji="0" lang="en-US" altLang="en-US" sz="2200" b="0" i="0" u="none" strike="noStrike" kern="0" cap="none" spc="0" normalizeH="0" baseline="0" noProof="0" dirty="0" smtClean="0">
              <a:ln>
                <a:noFill/>
              </a:ln>
              <a:solidFill>
                <a:srgbClr val="00FFCC"/>
              </a:solidFill>
              <a:effectLst/>
              <a:uLnTx/>
              <a:uFillTx/>
              <a:latin typeface="黑体" pitchFamily="49" charset="-122"/>
              <a:ea typeface="+mj-ea"/>
              <a:cs typeface="+mj-cs"/>
            </a:endParaRPr>
          </a:p>
          <a:p>
            <a:pPr marL="609600" marR="0" lvl="0" indent="-609600" algn="ctr" defTabSz="914400" rtl="0" eaLnBrk="1" fontAlgn="base" latinLnBrk="0" hangingPunct="1">
              <a:lnSpc>
                <a:spcPct val="120000"/>
              </a:lnSpc>
              <a:spcBef>
                <a:spcPct val="20000"/>
              </a:spcBef>
              <a:spcAft>
                <a:spcPct val="0"/>
              </a:spcAft>
              <a:buClr>
                <a:srgbClr val="FF0000"/>
              </a:buClr>
              <a:buSzTx/>
              <a:buFont typeface="Wingdings" charset="2"/>
              <a:buNone/>
              <a:defRPr/>
            </a:pPr>
            <a:endParaRPr kumimoji="0" lang="en-US" sz="2200" b="0" i="0" u="none" strike="noStrike" kern="0" cap="none" spc="0" normalizeH="0" baseline="0" noProof="0" dirty="0" smtClean="0">
              <a:ln>
                <a:noFill/>
              </a:ln>
              <a:solidFill>
                <a:schemeClr val="bg1"/>
              </a:solidFill>
              <a:effectLst>
                <a:outerShdw blurRad="38100" dist="38100" dir="2700000" algn="tl">
                  <a:srgbClr val="000000"/>
                </a:outerShdw>
              </a:effectLst>
              <a:uLnTx/>
              <a:uFillTx/>
              <a:latin typeface="宋体" charset="-122"/>
              <a:ea typeface="+mn-ea"/>
              <a:cs typeface="+mn-cs"/>
              <a:sym typeface="Wingdings" charset="2"/>
            </a:endParaRPr>
          </a:p>
        </p:txBody>
      </p:sp>
      <p:sp>
        <p:nvSpPr>
          <p:cNvPr id="32771" name="Rectangle 4"/>
          <p:cNvSpPr>
            <a14:cpLocks xmlns:a14="http://schemas.microsoft.com/office/drawing/2010/main" noChangeArrowheads="1"/>
          </p:cNvSpPr>
          <p:nvPr/>
        </p:nvSpPr>
        <p:spPr bwMode="auto">
          <a:xfrm>
            <a:off x="800100" y="2243138"/>
            <a:ext cx="6826250" cy="3000375"/>
          </a:xfrm>
          <a:prstGeom prst="rect">
            <a:avLst/>
          </a:prstGeom>
          <a:noFill/>
          <a:ln w="9525">
            <a:noFill/>
            <a:miter lim="800000"/>
          </a:ln>
        </p:spPr>
        <p:txBody>
          <a:bodyPr lIns="113157" tIns="56579" rIns="113157" bIns="56579"/>
          <a:lstStyle/>
          <a:p>
            <a:pPr marL="754380" marR="0" lvl="0" indent="-754380" algn="l" defTabSz="1131570" rtl="0" eaLnBrk="1" fontAlgn="base" latinLnBrk="0" hangingPunct="1">
              <a:lnSpc>
                <a:spcPct val="130000"/>
              </a:lnSpc>
              <a:spcBef>
                <a:spcPct val="20000"/>
              </a:spcBef>
              <a:spcAft>
                <a:spcPct val="0"/>
              </a:spcAft>
              <a:buClrTx/>
              <a:buSzTx/>
              <a:buFont typeface="Arial" charset="0"/>
              <a:buNone/>
              <a:defRPr/>
            </a:pPr>
            <a:r>
              <a:rPr kumimoji="0" lang="en-US" sz="2200" b="1" i="0" u="none" strike="noStrike" kern="1200" cap="none" spc="0" normalizeH="0" baseline="0" noProof="0" dirty="0">
                <a:ln>
                  <a:noFill/>
                </a:ln>
                <a:solidFill>
                  <a:srgbClr val="008000"/>
                </a:solidFill>
                <a:effectLst>
                  <a:outerShdw blurRad="38100" dist="38100" dir="2700000" algn="tl">
                    <a:srgbClr val="000000"/>
                  </a:outerShdw>
                </a:effectLst>
                <a:uLnTx/>
                <a:uFillTx/>
                <a:latin typeface="楷体_GB2312" pitchFamily="1" charset="-122"/>
                <a:ea typeface="楷体_GB2312" pitchFamily="1" charset="-122"/>
                <a:cs typeface="+mn-cs"/>
              </a:rPr>
              <a:t>   </a:t>
            </a:r>
            <a:r>
              <a:rPr kumimoji="0" lang="zh-CN" altLang="en-US" sz="2200" b="0" i="0" u="none" strike="noStrike" kern="1200" cap="none" spc="0" normalizeH="0" baseline="0" noProof="0" dirty="0">
                <a:ln>
                  <a:noFill/>
                </a:ln>
                <a:solidFill>
                  <a:schemeClr val="bg1"/>
                </a:solidFill>
                <a:effectLst/>
                <a:uLnTx/>
                <a:uFillTx/>
                <a:latin typeface="黑体" pitchFamily="49" charset="-122"/>
                <a:ea typeface="黑体" pitchFamily="49" charset="-122"/>
                <a:cs typeface="+mn-cs"/>
              </a:rPr>
              <a:t>社会学习理论</a:t>
            </a:r>
            <a:r>
              <a:rPr kumimoji="0" lang="en-US" sz="2200" b="0" i="0" u="none" strike="noStrike" kern="1200" cap="none" spc="0" normalizeH="0" baseline="0" noProof="0" dirty="0">
                <a:ln>
                  <a:noFill/>
                </a:ln>
                <a:solidFill>
                  <a:schemeClr val="bg1"/>
                </a:solidFill>
                <a:effectLst/>
                <a:uLnTx/>
                <a:uFillTx/>
                <a:latin typeface="黑体" pitchFamily="49" charset="-122"/>
                <a:ea typeface="黑体" pitchFamily="49" charset="-122"/>
                <a:cs typeface="+mn-cs"/>
              </a:rPr>
              <a:t>-</a:t>
            </a:r>
            <a:r>
              <a:rPr kumimoji="0" lang="zh-CN" altLang="en-US" sz="2200" b="0" i="0" u="none" strike="noStrike" kern="1200" cap="none" spc="0" normalizeH="0" baseline="0" noProof="0" dirty="0">
                <a:ln>
                  <a:noFill/>
                </a:ln>
                <a:solidFill>
                  <a:srgbClr val="FFC000"/>
                </a:solidFill>
                <a:effectLst/>
                <a:uLnTx/>
                <a:uFillTx/>
                <a:latin typeface="黑体" pitchFamily="49" charset="-122"/>
                <a:ea typeface="黑体" pitchFamily="49" charset="-122"/>
                <a:cs typeface="+mn-cs"/>
              </a:rPr>
              <a:t>班杜拉</a:t>
            </a:r>
            <a:endParaRPr kumimoji="0" lang="en-US" sz="2200" b="0" i="0" u="none" strike="noStrike" kern="1200" cap="none" spc="0" normalizeH="0" baseline="0" noProof="0" dirty="0">
              <a:ln>
                <a:noFill/>
              </a:ln>
              <a:solidFill>
                <a:srgbClr val="FFC000"/>
              </a:solidFill>
              <a:effectLst/>
              <a:uLnTx/>
              <a:uFillTx/>
              <a:latin typeface="黑体" pitchFamily="49" charset="-122"/>
              <a:ea typeface="黑体" pitchFamily="49" charset="-122"/>
              <a:cs typeface="+mn-cs"/>
            </a:endParaRPr>
          </a:p>
          <a:p>
            <a:pPr marL="352425" marR="0" lvl="0" indent="-352425" algn="l" defTabSz="1131570" rtl="0" eaLnBrk="1" fontAlgn="base" latinLnBrk="0" hangingPunct="1">
              <a:lnSpc>
                <a:spcPct val="130000"/>
              </a:lnSpc>
              <a:spcBef>
                <a:spcPct val="20000"/>
              </a:spcBef>
              <a:spcAft>
                <a:spcPct val="0"/>
              </a:spcAft>
              <a:buClrTx/>
              <a:buSzTx/>
              <a:buFont typeface="Arial" charset="0"/>
              <a:buNone/>
              <a:defRPr/>
            </a:pPr>
            <a:r>
              <a:rPr kumimoji="0" lang="en-US" sz="22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黑体" pitchFamily="49" charset="-122"/>
                <a:ea typeface="黑体" pitchFamily="49" charset="-122"/>
                <a:cs typeface="+mn-cs"/>
              </a:rPr>
              <a:t>     </a:t>
            </a:r>
            <a:r>
              <a:rPr kumimoji="0" lang="zh-CN" altLang="en-US" sz="2200" b="0" i="0" u="none" strike="noStrike" kern="1200" cap="none" spc="0" normalizeH="0" baseline="0" noProof="0" dirty="0">
                <a:ln>
                  <a:noFill/>
                </a:ln>
                <a:solidFill>
                  <a:schemeClr val="bg1"/>
                </a:solidFill>
                <a:effectLst/>
                <a:uLnTx/>
                <a:uFillTx/>
                <a:latin typeface="黑体" pitchFamily="49" charset="-122"/>
                <a:ea typeface="黑体" pitchFamily="49" charset="-122"/>
                <a:cs typeface="+mn-cs"/>
              </a:rPr>
              <a:t>新行为主义的代表之一。他坚持行为主义的客观化立场，但又超越了传统行为主义的局限，强调行为与认知结合，突出主体的积极性与主动性。</a:t>
            </a:r>
            <a:endParaRPr kumimoji="0" lang="zh-CN" altLang="en-US" sz="2200" b="0" i="0" u="none" strike="noStrike" kern="1200" cap="none" spc="0" normalizeH="0" baseline="0" noProof="0" dirty="0">
              <a:ln>
                <a:noFill/>
              </a:ln>
              <a:solidFill>
                <a:schemeClr val="bg1"/>
              </a:solidFill>
              <a:effectLst/>
              <a:uLnTx/>
              <a:uFillTx/>
              <a:latin typeface="黑体" pitchFamily="49" charset="-122"/>
              <a:ea typeface="黑体" pitchFamily="49" charset="-122"/>
              <a:cs typeface="+mn-cs"/>
            </a:endParaRPr>
          </a:p>
        </p:txBody>
      </p:sp>
      <p:pic>
        <p:nvPicPr>
          <p:cNvPr id="35843" name="Picture 7" descr="bandura班杜拉"/>
          <p:cNvPicPr>
            <a:picLocks noChangeAspect="1"/>
          </p:cNvPicPr>
          <p:nvPr/>
        </p:nvPicPr>
        <p:blipFill>
          <a:blip r:embed="rId1"/>
          <a:stretch>
            <a:fillRect/>
          </a:stretch>
        </p:blipFill>
        <p:spPr>
          <a:xfrm>
            <a:off x="7885113" y="2305050"/>
            <a:ext cx="2779712" cy="3121025"/>
          </a:xfrm>
          <a:prstGeom prst="rect">
            <a:avLst/>
          </a:prstGeom>
          <a:noFill/>
          <a:ln w="9525">
            <a:noFill/>
          </a:ln>
        </p:spPr>
      </p:pic>
      <p:sp>
        <p:nvSpPr>
          <p:cNvPr id="35844" name="Text Box 7"/>
          <p:cNvSpPr txBox="1"/>
          <p:nvPr/>
        </p:nvSpPr>
        <p:spPr>
          <a:xfrm>
            <a:off x="7885113" y="5616575"/>
            <a:ext cx="2844800" cy="1039813"/>
          </a:xfrm>
          <a:prstGeom prst="rect">
            <a:avLst/>
          </a:prstGeom>
          <a:noFill/>
          <a:ln w="9525">
            <a:noFill/>
          </a:ln>
          <a:effectLst>
            <a:prstShdw prst="shdw17" dist="17961" dir="2699999">
              <a:srgbClr val="999999"/>
            </a:prstShdw>
          </a:effectLst>
        </p:spPr>
        <p:txBody>
          <a:bodyPr anchor="t">
            <a:spAutoFit/>
          </a:bodyPr>
          <a:p>
            <a:pPr lvl="0" defTabSz="914400">
              <a:lnSpc>
                <a:spcPct val="130000"/>
              </a:lnSpc>
              <a:spcBef>
                <a:spcPct val="20000"/>
              </a:spcBef>
            </a:pPr>
            <a:r>
              <a:rPr lang="en-US" altLang="zh-CN" dirty="0">
                <a:solidFill>
                  <a:schemeClr val="bg1"/>
                </a:solidFill>
                <a:latin typeface="黑体" pitchFamily="49" charset="-122"/>
                <a:ea typeface="黑体" pitchFamily="49" charset="-122"/>
              </a:rPr>
              <a:t>   </a:t>
            </a:r>
            <a:r>
              <a:rPr lang="en-US" altLang="x-none" b="1" dirty="0">
                <a:solidFill>
                  <a:schemeClr val="bg1"/>
                </a:solidFill>
                <a:latin typeface="黑体" pitchFamily="49" charset="-122"/>
                <a:ea typeface="黑体" pitchFamily="49" charset="-122"/>
              </a:rPr>
              <a:t>班杜拉</a:t>
            </a:r>
            <a:r>
              <a:rPr lang="en-US" altLang="zh-CN" b="1" i="1" dirty="0">
                <a:solidFill>
                  <a:schemeClr val="bg1"/>
                </a:solidFill>
                <a:latin typeface="黑体" pitchFamily="49" charset="-122"/>
                <a:ea typeface="黑体" pitchFamily="49" charset="-122"/>
              </a:rPr>
              <a:t>Bandura</a:t>
            </a:r>
            <a:endParaRPr lang="zh-CN" altLang="en-US" b="1" i="1" dirty="0">
              <a:solidFill>
                <a:schemeClr val="bg1"/>
              </a:solidFill>
              <a:latin typeface="黑体" pitchFamily="49" charset="-122"/>
              <a:ea typeface="黑体" pitchFamily="49" charset="-122"/>
            </a:endParaRPr>
          </a:p>
          <a:p>
            <a:pPr lvl="0" defTabSz="914400">
              <a:spcBef>
                <a:spcPct val="50000"/>
              </a:spcBef>
            </a:pPr>
            <a:endParaRPr lang="zh-CN" altLang="en-US" dirty="0">
              <a:solidFill>
                <a:schemeClr val="bg1"/>
              </a:solidFill>
              <a:latin typeface="Arial" charset="0"/>
              <a:ea typeface="宋体"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Rectangle 3"/>
          <p:cNvSpPr>
            <a14:cpLocks xmlns:a14="http://schemas.microsoft.com/office/drawing/2010/main" noGrp="1"/>
          </p:cNvSpPr>
          <p:nvPr>
            <p:ph type="body" idx="1"/>
          </p:nvPr>
        </p:nvSpPr>
        <p:spPr>
          <a:xfrm>
            <a:off x="1514475" y="885825"/>
            <a:ext cx="8478838" cy="4752975"/>
          </a:xfrm>
          <a:ln>
            <a:miter/>
          </a:ln>
        </p:spPr>
        <p:txBody>
          <a:bodyPr vert="horz" wrap="square" lIns="91440" tIns="45720" rIns="91440" bIns="45720" numCol="1" anchor="t" anchorCtr="0" compatLnSpc="1"/>
          <a:lstStyle/>
          <a:p>
            <a:pPr marL="0" marR="0" lvl="0" indent="0" algn="l" defTabSz="914400" rtl="0" eaLnBrk="0" fontAlgn="base" latinLnBrk="0" hangingPunct="0">
              <a:lnSpc>
                <a:spcPts val="4000"/>
              </a:lnSpc>
              <a:spcBef>
                <a:spcPct val="20000"/>
              </a:spcBef>
              <a:spcAft>
                <a:spcPct val="0"/>
              </a:spcAft>
              <a:buClrTx/>
              <a:buSzTx/>
              <a:buFont typeface="Arial" charset="0"/>
              <a:buNone/>
              <a:defRPr/>
            </a:pPr>
            <a:r>
              <a:rPr kumimoji="0" lang="zh-CN" altLang="en-US" sz="2200" b="0" i="0" u="none" strike="noStrike" kern="0" cap="none" spc="0" normalizeH="0" baseline="0" noProof="0" dirty="0" smtClean="0">
                <a:ln>
                  <a:noFill/>
                </a:ln>
                <a:solidFill>
                  <a:schemeClr val="bg1"/>
                </a:solidFill>
                <a:effectLst/>
                <a:uLnTx/>
                <a:uFillTx/>
                <a:latin typeface="黑体" pitchFamily="49" charset="-122"/>
                <a:ea typeface="+mn-ea"/>
                <a:cs typeface="+mn-cs"/>
              </a:rPr>
              <a:t>   班杜拉提出社会学习理论，主张儿童是通过</a:t>
            </a:r>
            <a:r>
              <a:rPr kumimoji="0" lang="zh-CN" altLang="en-US" sz="2200" b="0" i="0" u="none" strike="noStrike" kern="0" cap="none" spc="0" normalizeH="0" baseline="0" noProof="0" dirty="0" smtClean="0">
                <a:ln>
                  <a:noFill/>
                </a:ln>
                <a:solidFill>
                  <a:srgbClr val="FFC000"/>
                </a:solidFill>
                <a:effectLst/>
                <a:uLnTx/>
                <a:uFillTx/>
                <a:latin typeface="黑体" pitchFamily="49" charset="-122"/>
                <a:ea typeface="+mn-ea"/>
                <a:cs typeface="+mn-cs"/>
              </a:rPr>
              <a:t>观察和模仿</a:t>
            </a:r>
            <a:r>
              <a:rPr kumimoji="0" lang="zh-CN" altLang="en-US" sz="2200" b="0" i="0" u="none" strike="noStrike" kern="0" cap="none" spc="0" normalizeH="0" baseline="0" noProof="0" dirty="0" smtClean="0">
                <a:ln>
                  <a:noFill/>
                </a:ln>
                <a:solidFill>
                  <a:schemeClr val="bg1"/>
                </a:solidFill>
                <a:effectLst/>
                <a:uLnTx/>
                <a:uFillTx/>
                <a:latin typeface="黑体" pitchFamily="49" charset="-122"/>
                <a:ea typeface="+mn-ea"/>
                <a:cs typeface="+mn-cs"/>
              </a:rPr>
              <a:t>而获得社会行为的，强调儿童习得社会行为的方式有两种：   </a:t>
            </a:r>
            <a:endParaRPr kumimoji="0" lang="zh-CN" altLang="en-US" sz="2200" b="0" i="0" u="none" strike="noStrike" kern="0" cap="none" spc="0" normalizeH="0" baseline="0" noProof="0" dirty="0" smtClean="0">
              <a:ln>
                <a:noFill/>
              </a:ln>
              <a:solidFill>
                <a:schemeClr val="bg1"/>
              </a:solidFill>
              <a:effectLst/>
              <a:uLnTx/>
              <a:uFillTx/>
              <a:latin typeface="黑体" pitchFamily="49" charset="-122"/>
              <a:ea typeface="+mn-ea"/>
              <a:cs typeface="+mn-cs"/>
            </a:endParaRPr>
          </a:p>
          <a:p>
            <a:pPr marL="342900" marR="0" lvl="0" indent="-342900" algn="l" defTabSz="914400" rtl="0" eaLnBrk="0" fontAlgn="base" latinLnBrk="0" hangingPunct="0">
              <a:lnSpc>
                <a:spcPts val="4000"/>
              </a:lnSpc>
              <a:spcBef>
                <a:spcPct val="20000"/>
              </a:spcBef>
              <a:spcAft>
                <a:spcPct val="0"/>
              </a:spcAft>
              <a:buClrTx/>
              <a:buSzTx/>
              <a:buFont typeface="Arial" charset="0"/>
              <a:buNone/>
              <a:defRPr/>
            </a:pPr>
            <a:r>
              <a:rPr kumimoji="0" lang="en-US" sz="2200" b="0" i="0" u="none" strike="noStrike" kern="0" cap="none" spc="0" normalizeH="0" baseline="0" noProof="0" dirty="0" smtClean="0">
                <a:ln>
                  <a:noFill/>
                </a:ln>
                <a:solidFill>
                  <a:srgbClr val="FFC000"/>
                </a:solidFill>
                <a:effectLst/>
                <a:uLnTx/>
                <a:uFillTx/>
                <a:latin typeface="黑体" pitchFamily="49" charset="-122"/>
                <a:ea typeface="+mn-ea"/>
                <a:cs typeface="+mn-cs"/>
              </a:rPr>
              <a:t>    </a:t>
            </a:r>
            <a:r>
              <a:rPr kumimoji="0" lang="zh-CN" altLang="en-US" sz="2200" b="0" i="0" u="none" strike="noStrike" kern="0" cap="none" spc="0" normalizeH="0" baseline="0" noProof="0" dirty="0" smtClean="0">
                <a:ln>
                  <a:noFill/>
                </a:ln>
                <a:solidFill>
                  <a:srgbClr val="FFC000"/>
                </a:solidFill>
                <a:effectLst/>
                <a:uLnTx/>
                <a:uFillTx/>
                <a:latin typeface="黑体" pitchFamily="49" charset="-122"/>
                <a:ea typeface="+mn-ea"/>
                <a:cs typeface="+mn-cs"/>
              </a:rPr>
              <a:t>（</a:t>
            </a:r>
            <a:r>
              <a:rPr kumimoji="0" lang="en-US" sz="2200" b="0" i="0" u="none" strike="noStrike" kern="0" cap="none" spc="0" normalizeH="0" baseline="0" noProof="0" dirty="0" smtClean="0">
                <a:ln>
                  <a:noFill/>
                </a:ln>
                <a:solidFill>
                  <a:srgbClr val="FFC000"/>
                </a:solidFill>
                <a:effectLst/>
                <a:uLnTx/>
                <a:uFillTx/>
                <a:latin typeface="黑体" pitchFamily="49" charset="-122"/>
                <a:ea typeface="+mn-ea"/>
                <a:cs typeface="+mn-cs"/>
              </a:rPr>
              <a:t>1</a:t>
            </a:r>
            <a:r>
              <a:rPr kumimoji="0" lang="zh-CN" altLang="en-US" sz="2200" b="0" i="0" u="none" strike="noStrike" kern="0" cap="none" spc="0" normalizeH="0" baseline="0" noProof="0" dirty="0" smtClean="0">
                <a:ln>
                  <a:noFill/>
                </a:ln>
                <a:solidFill>
                  <a:srgbClr val="FFC000"/>
                </a:solidFill>
                <a:effectLst/>
                <a:uLnTx/>
                <a:uFillTx/>
                <a:latin typeface="黑体" pitchFamily="49" charset="-122"/>
                <a:ea typeface="+mn-ea"/>
                <a:cs typeface="+mn-cs"/>
              </a:rPr>
              <a:t>）观察学习</a:t>
            </a:r>
            <a:endParaRPr kumimoji="0" lang="en-US" sz="2200" b="0" i="0" u="none" strike="noStrike" kern="0" cap="none" spc="0" normalizeH="0" baseline="0" noProof="0" dirty="0" smtClean="0">
              <a:ln>
                <a:noFill/>
              </a:ln>
              <a:solidFill>
                <a:srgbClr val="FFC000"/>
              </a:solidFill>
              <a:effectLst/>
              <a:uLnTx/>
              <a:uFillTx/>
              <a:latin typeface="黑体" pitchFamily="49" charset="-122"/>
              <a:ea typeface="+mn-ea"/>
              <a:cs typeface="+mn-cs"/>
            </a:endParaRPr>
          </a:p>
          <a:p>
            <a:pPr marL="342900" marR="0" lvl="0" indent="-342900" algn="l" defTabSz="914400" rtl="0" eaLnBrk="0" fontAlgn="base" latinLnBrk="0" hangingPunct="0">
              <a:lnSpc>
                <a:spcPts val="4000"/>
              </a:lnSpc>
              <a:spcBef>
                <a:spcPct val="20000"/>
              </a:spcBef>
              <a:spcAft>
                <a:spcPct val="0"/>
              </a:spcAft>
              <a:buClrTx/>
              <a:buSzTx/>
              <a:buFont typeface="Arial" charset="0"/>
              <a:buNone/>
              <a:defRPr/>
            </a:pPr>
            <a:r>
              <a:rPr kumimoji="0" lang="en-US" sz="2200" b="0" i="0" u="none" strike="noStrike" kern="0" cap="none" spc="0" normalizeH="0" baseline="0" noProof="0" dirty="0" smtClean="0">
                <a:ln>
                  <a:noFill/>
                </a:ln>
                <a:solidFill>
                  <a:srgbClr val="FFC000"/>
                </a:solidFill>
                <a:effectLst/>
                <a:uLnTx/>
                <a:uFillTx/>
                <a:latin typeface="黑体" pitchFamily="49" charset="-122"/>
                <a:ea typeface="+mn-ea"/>
                <a:cs typeface="+mn-cs"/>
              </a:rPr>
              <a:t>    </a:t>
            </a:r>
            <a:r>
              <a:rPr kumimoji="0" lang="zh-CN" altLang="en-US" sz="2200" b="0" i="0" u="none" strike="noStrike" kern="0" cap="none" spc="0" normalizeH="0" baseline="0" noProof="0" dirty="0" smtClean="0">
                <a:ln>
                  <a:noFill/>
                </a:ln>
                <a:solidFill>
                  <a:srgbClr val="FFC000"/>
                </a:solidFill>
                <a:effectLst/>
                <a:uLnTx/>
                <a:uFillTx/>
                <a:latin typeface="黑体" pitchFamily="49" charset="-122"/>
                <a:ea typeface="+mn-ea"/>
                <a:cs typeface="+mn-cs"/>
              </a:rPr>
              <a:t>（</a:t>
            </a:r>
            <a:r>
              <a:rPr kumimoji="0" lang="en-US" sz="2200" b="0" i="0" u="none" strike="noStrike" kern="0" cap="none" spc="0" normalizeH="0" baseline="0" noProof="0" dirty="0" smtClean="0">
                <a:ln>
                  <a:noFill/>
                </a:ln>
                <a:solidFill>
                  <a:srgbClr val="FFC000"/>
                </a:solidFill>
                <a:effectLst/>
                <a:uLnTx/>
                <a:uFillTx/>
                <a:latin typeface="黑体" pitchFamily="49" charset="-122"/>
                <a:ea typeface="+mn-ea"/>
                <a:cs typeface="+mn-cs"/>
              </a:rPr>
              <a:t>2</a:t>
            </a:r>
            <a:r>
              <a:rPr kumimoji="0" lang="zh-CN" altLang="en-US" sz="2200" b="0" i="0" u="none" strike="noStrike" kern="0" cap="none" spc="0" normalizeH="0" baseline="0" noProof="0" dirty="0" smtClean="0">
                <a:ln>
                  <a:noFill/>
                </a:ln>
                <a:solidFill>
                  <a:srgbClr val="FFC000"/>
                </a:solidFill>
                <a:effectLst/>
                <a:uLnTx/>
                <a:uFillTx/>
                <a:latin typeface="黑体" pitchFamily="49" charset="-122"/>
                <a:ea typeface="+mn-ea"/>
                <a:cs typeface="+mn-cs"/>
              </a:rPr>
              <a:t>）替代性强化</a:t>
            </a:r>
            <a:endParaRPr kumimoji="0" lang="en-US" sz="2200" b="0" i="0" u="none" strike="noStrike" kern="0" cap="none" spc="0" normalizeH="0" baseline="0" noProof="0" dirty="0" smtClean="0">
              <a:ln>
                <a:noFill/>
              </a:ln>
              <a:solidFill>
                <a:srgbClr val="FFC000"/>
              </a:solidFill>
              <a:effectLst/>
              <a:uLnTx/>
              <a:uFillTx/>
              <a:latin typeface="黑体" pitchFamily="49" charset="-122"/>
              <a:ea typeface="+mn-ea"/>
              <a:cs typeface="+mn-cs"/>
            </a:endParaRPr>
          </a:p>
          <a:p>
            <a:pPr marL="342900" marR="0" lvl="0" indent="-342900" algn="l" defTabSz="914400" rtl="0" eaLnBrk="0" fontAlgn="base" latinLnBrk="0" hangingPunct="0">
              <a:lnSpc>
                <a:spcPts val="4000"/>
              </a:lnSpc>
              <a:spcBef>
                <a:spcPct val="20000"/>
              </a:spcBef>
              <a:spcAft>
                <a:spcPct val="0"/>
              </a:spcAft>
              <a:buClrTx/>
              <a:buSzTx/>
              <a:buFont typeface="Arial" charset="0"/>
              <a:buNone/>
              <a:defRPr/>
            </a:pPr>
            <a:r>
              <a:rPr kumimoji="0" lang="en-US" sz="2200" b="0" i="0" u="none" strike="noStrike" kern="0" cap="none" spc="0" normalizeH="0" baseline="0" noProof="0" dirty="0" smtClean="0">
                <a:ln>
                  <a:noFill/>
                </a:ln>
                <a:solidFill>
                  <a:schemeClr val="bg1"/>
                </a:solidFill>
                <a:effectLst/>
                <a:uLnTx/>
                <a:uFillTx/>
                <a:latin typeface="黑体" pitchFamily="49" charset="-122"/>
                <a:ea typeface="+mn-ea"/>
                <a:cs typeface="+mn-cs"/>
              </a:rPr>
              <a:t> </a:t>
            </a:r>
            <a:r>
              <a:rPr kumimoji="0" lang="zh-CN" altLang="en-US" sz="2200" b="0" i="0" u="none" strike="noStrike" kern="0" cap="none" spc="0" normalizeH="0" baseline="0" noProof="0" dirty="0" smtClean="0">
                <a:ln>
                  <a:noFill/>
                </a:ln>
                <a:solidFill>
                  <a:schemeClr val="bg1"/>
                </a:solidFill>
                <a:effectLst/>
                <a:uLnTx/>
                <a:uFillTx/>
                <a:latin typeface="黑体" pitchFamily="49" charset="-122"/>
                <a:ea typeface="+mn-ea"/>
                <a:cs typeface="+mn-cs"/>
              </a:rPr>
              <a:t>注：儿童的模仿是主动的、有选择的。</a:t>
            </a:r>
            <a:endParaRPr kumimoji="0" lang="en-US" sz="2200" b="0" i="0" u="none" strike="noStrike" kern="0" cap="none" spc="0" normalizeH="0" baseline="0" noProof="0" dirty="0" smtClean="0">
              <a:ln>
                <a:noFill/>
              </a:ln>
              <a:solidFill>
                <a:schemeClr val="bg1"/>
              </a:solidFill>
              <a:effectLst/>
              <a:uLnTx/>
              <a:uFillTx/>
              <a:latin typeface="黑体" pitchFamily="49" charset="-122"/>
              <a:ea typeface="+mn-ea"/>
              <a:cs typeface="+mn-cs"/>
            </a:endParaRPr>
          </a:p>
          <a:p>
            <a:pPr marL="342900" marR="0" lvl="0" indent="-342900" algn="l" defTabSz="914400" rtl="0" eaLnBrk="0" fontAlgn="base" latinLnBrk="0" hangingPunct="0">
              <a:lnSpc>
                <a:spcPts val="4000"/>
              </a:lnSpc>
              <a:spcBef>
                <a:spcPct val="20000"/>
              </a:spcBef>
              <a:spcAft>
                <a:spcPct val="0"/>
              </a:spcAft>
              <a:buClrTx/>
              <a:buSzTx/>
              <a:buFont typeface="Arial" charset="0"/>
              <a:buNone/>
              <a:defRPr/>
            </a:pPr>
            <a:r>
              <a:rPr kumimoji="0" lang="en-US" sz="2200" b="0" i="0" u="none" strike="noStrike" kern="0" cap="none" spc="0" normalizeH="0" baseline="0" noProof="0" dirty="0" smtClean="0">
                <a:ln>
                  <a:noFill/>
                </a:ln>
                <a:solidFill>
                  <a:schemeClr val="bg1"/>
                </a:solidFill>
                <a:effectLst/>
                <a:uLnTx/>
                <a:uFillTx/>
                <a:latin typeface="黑体" pitchFamily="49" charset="-122"/>
                <a:ea typeface="+mn-ea"/>
                <a:cs typeface="+mn-cs"/>
              </a:rPr>
              <a:t> </a:t>
            </a:r>
            <a:r>
              <a:rPr kumimoji="0" lang="zh-CN" altLang="en-US" sz="2200" b="0" i="0" u="none" strike="noStrike" kern="0" cap="none" spc="0" normalizeH="0" baseline="0" noProof="0" dirty="0" smtClean="0">
                <a:ln>
                  <a:noFill/>
                </a:ln>
                <a:solidFill>
                  <a:schemeClr val="bg1"/>
                </a:solidFill>
                <a:effectLst/>
                <a:uLnTx/>
                <a:uFillTx/>
                <a:latin typeface="黑体" pitchFamily="49" charset="-122"/>
                <a:ea typeface="+mn-ea"/>
                <a:cs typeface="+mn-cs"/>
              </a:rPr>
              <a:t>应用：课代表、劳模、感动中国十大人物</a:t>
            </a:r>
            <a:endParaRPr kumimoji="0" lang="en-US" sz="2200" b="0" i="0" u="none" strike="noStrike" kern="0" cap="none" spc="0" normalizeH="0" baseline="0" noProof="0" dirty="0" smtClean="0">
              <a:ln>
                <a:noFill/>
              </a:ln>
              <a:solidFill>
                <a:schemeClr val="bg1"/>
              </a:solidFill>
              <a:effectLst/>
              <a:uLnTx/>
              <a:uFillTx/>
              <a:latin typeface="黑体" pitchFamily="49" charset="-122"/>
              <a:ea typeface="+mn-ea"/>
              <a:cs typeface="+mn-cs"/>
            </a:endParaRPr>
          </a:p>
          <a:p>
            <a:pPr marL="342900" marR="0" lvl="0" indent="-342900" algn="l" defTabSz="914400" rtl="0" eaLnBrk="0" fontAlgn="base" latinLnBrk="0" hangingPunct="0">
              <a:lnSpc>
                <a:spcPts val="4000"/>
              </a:lnSpc>
              <a:spcBef>
                <a:spcPct val="20000"/>
              </a:spcBef>
              <a:spcAft>
                <a:spcPct val="0"/>
              </a:spcAft>
              <a:buClrTx/>
              <a:buSzTx/>
              <a:buFont typeface="Arial" charset="0"/>
              <a:buNone/>
              <a:defRPr/>
            </a:pPr>
            <a:endParaRPr kumimoji="0" lang="zh-CN" altLang="en-US" sz="2200" b="0" i="0" u="none" strike="noStrike" kern="0" cap="none" spc="0" normalizeH="0" baseline="0" noProof="0" dirty="0" smtClean="0">
              <a:ln>
                <a:noFill/>
              </a:ln>
              <a:solidFill>
                <a:schemeClr val="bg1"/>
              </a:solidFill>
              <a:effectLst/>
              <a:uLnTx/>
              <a:uFillTx/>
              <a:latin typeface="+mn-lt"/>
              <a:ea typeface="+mn-ea"/>
              <a:cs typeface="+mn-cs"/>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内容占位符 2"/>
          <p:cNvSpPr>
            <a14:cpLocks xmlns:a14="http://schemas.microsoft.com/office/drawing/2010/main" noGrp="1"/>
          </p:cNvSpPr>
          <p:nvPr>
            <p:ph idx="1"/>
          </p:nvPr>
        </p:nvSpPr>
        <p:spPr>
          <a:xfrm>
            <a:off x="728663" y="814388"/>
            <a:ext cx="11403013" cy="4570413"/>
          </a:xfrm>
          <a:ln>
            <a:miter/>
          </a:ln>
        </p:spPr>
        <p:txBody>
          <a:bodyPr vert="horz" wrap="square" lIns="91440" tIns="45720" rIns="91440" bIns="45720" numCol="1" anchor="t" anchorCtr="0" compatLnSpc="1"/>
          <a:lstStyle/>
          <a:p>
            <a:pPr marL="457200" marR="0" lvl="0" indent="-457200" algn="l" defTabSz="914400" rtl="0" eaLnBrk="0" fontAlgn="base" latinLnBrk="0" hangingPunct="0">
              <a:lnSpc>
                <a:spcPts val="4000"/>
              </a:lnSpc>
              <a:spcBef>
                <a:spcPct val="20000"/>
              </a:spcBef>
              <a:spcAft>
                <a:spcPct val="0"/>
              </a:spcAft>
              <a:buClrTx/>
              <a:buSzTx/>
              <a:buFont typeface="Arial" charset="0"/>
              <a:buNone/>
              <a:defRPr/>
            </a:pPr>
            <a:r>
              <a:rPr kumimoji="0" lang="en-US" altLang="zh-CN" sz="2200" b="0" i="0" u="none" strike="noStrike" kern="0" cap="none" spc="0" normalizeH="0" baseline="0" noProof="0" dirty="0" smtClean="0">
                <a:ln>
                  <a:noFill/>
                </a:ln>
                <a:solidFill>
                  <a:srgbClr val="00FFCC"/>
                </a:solidFill>
                <a:effectLst/>
                <a:uLnTx/>
                <a:uFillTx/>
                <a:latin typeface="+mn-lt"/>
                <a:ea typeface="+mn-ea"/>
                <a:cs typeface="+mn-cs"/>
              </a:rPr>
              <a:t>[</a:t>
            </a:r>
            <a:r>
              <a:rPr kumimoji="0" lang="zh-CN" altLang="en-US" sz="2200" b="0" i="0" u="none" strike="noStrike" kern="0" cap="none" spc="0" normalizeH="0" baseline="0" noProof="0" dirty="0" smtClean="0">
                <a:ln>
                  <a:noFill/>
                </a:ln>
                <a:solidFill>
                  <a:srgbClr val="00FFCC"/>
                </a:solidFill>
                <a:effectLst/>
                <a:uLnTx/>
                <a:uFillTx/>
                <a:latin typeface="+mn-lt"/>
                <a:ea typeface="+mn-ea"/>
                <a:cs typeface="+mn-cs"/>
              </a:rPr>
              <a:t>真题练习</a:t>
            </a:r>
            <a:r>
              <a:rPr kumimoji="0" lang="en-US" altLang="zh-CN" sz="2200" b="0" i="0" u="none" strike="noStrike" kern="0" cap="none" spc="0" normalizeH="0" baseline="0" noProof="0" dirty="0" smtClean="0">
                <a:ln>
                  <a:noFill/>
                </a:ln>
                <a:solidFill>
                  <a:srgbClr val="00FFCC"/>
                </a:solidFill>
                <a:effectLst/>
                <a:uLnTx/>
                <a:uFillTx/>
                <a:latin typeface="+mn-lt"/>
                <a:ea typeface="+mn-ea"/>
                <a:cs typeface="+mn-cs"/>
              </a:rPr>
              <a:t>]</a:t>
            </a:r>
            <a:endParaRPr kumimoji="0" lang="en-US" sz="2200" b="0" i="0" u="none" strike="noStrike" kern="0" cap="none" spc="0" normalizeH="0" baseline="0" noProof="0" dirty="0" smtClean="0">
              <a:ln>
                <a:noFill/>
              </a:ln>
              <a:solidFill>
                <a:schemeClr val="bg1"/>
              </a:solidFill>
              <a:effectLst/>
              <a:uLnTx/>
              <a:uFillTx/>
              <a:latin typeface="+mn-lt"/>
              <a:ea typeface="+mn-ea"/>
              <a:cs typeface="+mn-cs"/>
            </a:endParaRPr>
          </a:p>
          <a:p>
            <a:pPr marL="342900" marR="0" lvl="0" indent="-342900" algn="l" defTabSz="914400" rtl="0" eaLnBrk="0" fontAlgn="base" latinLnBrk="0" hangingPunct="0">
              <a:lnSpc>
                <a:spcPts val="4000"/>
              </a:lnSpc>
              <a:spcBef>
                <a:spcPct val="20000"/>
              </a:spcBef>
              <a:spcAft>
                <a:spcPct val="0"/>
              </a:spcAft>
              <a:buClrTx/>
              <a:buSzTx/>
              <a:buFont typeface="Arial" charset="0"/>
              <a:buNone/>
              <a:defRPr/>
            </a:pPr>
            <a:r>
              <a:rPr kumimoji="0" lang="en-US" sz="2200" b="0" i="0" u="none" strike="noStrike" kern="0" cap="none" spc="0" normalizeH="0" baseline="0" noProof="0" dirty="0" smtClean="0">
                <a:ln>
                  <a:noFill/>
                </a:ln>
                <a:solidFill>
                  <a:schemeClr val="bg1"/>
                </a:solidFill>
                <a:effectLst/>
                <a:uLnTx/>
                <a:uFillTx/>
                <a:latin typeface="+mn-lt"/>
                <a:ea typeface="+mn-ea"/>
                <a:cs typeface="+mn-cs"/>
              </a:rPr>
              <a:t>45</a:t>
            </a:r>
            <a:r>
              <a:rPr kumimoji="0" lang="zh-CN" sz="2200" b="0" i="0" u="none" strike="noStrike" kern="0" cap="none" spc="0" normalizeH="0" baseline="0" noProof="0" dirty="0" smtClean="0">
                <a:ln>
                  <a:noFill/>
                </a:ln>
                <a:solidFill>
                  <a:schemeClr val="bg1"/>
                </a:solidFill>
                <a:effectLst/>
                <a:uLnTx/>
                <a:uFillTx/>
                <a:latin typeface="+mn-lt"/>
                <a:ea typeface="+mn-ea"/>
                <a:cs typeface="+mn-cs"/>
              </a:rPr>
              <a:t>、皮亚杰的心理发展观认为心理起源于</a:t>
            </a:r>
            <a:r>
              <a:rPr kumimoji="0" lang="en-US" sz="2200" b="0" i="0" u="none" strike="noStrike" kern="0" cap="none" spc="0" normalizeH="0" baseline="0" noProof="0" dirty="0" smtClean="0">
                <a:ln>
                  <a:noFill/>
                </a:ln>
                <a:solidFill>
                  <a:schemeClr val="bg1"/>
                </a:solidFill>
                <a:effectLst/>
                <a:uLnTx/>
                <a:uFillTx/>
                <a:latin typeface="+mn-lt"/>
                <a:ea typeface="+mn-ea"/>
                <a:cs typeface="+mn-cs"/>
              </a:rPr>
              <a:t>(      )</a:t>
            </a:r>
            <a:r>
              <a:rPr kumimoji="0" lang="zh-CN" sz="2200" b="0" i="0" u="none" strike="noStrike" kern="0" cap="none" spc="0" normalizeH="0" baseline="0" noProof="0" dirty="0" smtClean="0">
                <a:ln>
                  <a:noFill/>
                </a:ln>
                <a:solidFill>
                  <a:schemeClr val="bg1"/>
                </a:solidFill>
                <a:effectLst/>
                <a:uLnTx/>
                <a:uFillTx/>
                <a:latin typeface="+mn-lt"/>
                <a:ea typeface="+mn-ea"/>
                <a:cs typeface="+mn-cs"/>
              </a:rPr>
              <a:t>。</a:t>
            </a:r>
            <a:r>
              <a:rPr kumimoji="0" lang="en-US" sz="2200" b="0" i="0" u="none" strike="noStrike" kern="0" cap="none" spc="0" normalizeH="0" baseline="0" noProof="0" dirty="0" smtClean="0">
                <a:ln>
                  <a:noFill/>
                </a:ln>
                <a:solidFill>
                  <a:schemeClr val="bg1"/>
                </a:solidFill>
                <a:effectLst/>
                <a:uLnTx/>
                <a:uFillTx/>
                <a:latin typeface="+mn-lt"/>
                <a:ea typeface="+mn-ea"/>
                <a:cs typeface="+mn-cs"/>
              </a:rPr>
              <a:t>(2014</a:t>
            </a:r>
            <a:r>
              <a:rPr kumimoji="0" lang="zh-CN" sz="2200" b="0" i="0" u="none" strike="noStrike" kern="0" cap="none" spc="0" normalizeH="0" baseline="0" noProof="0" dirty="0" smtClean="0">
                <a:ln>
                  <a:noFill/>
                </a:ln>
                <a:solidFill>
                  <a:schemeClr val="bg1"/>
                </a:solidFill>
                <a:effectLst/>
                <a:uLnTx/>
                <a:uFillTx/>
                <a:latin typeface="+mn-lt"/>
                <a:ea typeface="+mn-ea"/>
                <a:cs typeface="+mn-cs"/>
              </a:rPr>
              <a:t>年</a:t>
            </a:r>
            <a:r>
              <a:rPr kumimoji="0" lang="en-US" sz="2200" b="0" i="0" u="none" strike="noStrike" kern="0" cap="none" spc="0" normalizeH="0" baseline="0" noProof="0" dirty="0" smtClean="0">
                <a:ln>
                  <a:noFill/>
                </a:ln>
                <a:solidFill>
                  <a:schemeClr val="bg1"/>
                </a:solidFill>
                <a:effectLst/>
                <a:uLnTx/>
                <a:uFillTx/>
                <a:latin typeface="+mn-lt"/>
                <a:ea typeface="+mn-ea"/>
                <a:cs typeface="+mn-cs"/>
              </a:rPr>
              <a:t>5</a:t>
            </a:r>
            <a:r>
              <a:rPr kumimoji="0" lang="zh-CN" sz="2200" b="0" i="0" u="none" strike="noStrike" kern="0" cap="none" spc="0" normalizeH="0" baseline="0" noProof="0" dirty="0" smtClean="0">
                <a:ln>
                  <a:noFill/>
                </a:ln>
                <a:solidFill>
                  <a:schemeClr val="bg1"/>
                </a:solidFill>
                <a:effectLst/>
                <a:uLnTx/>
                <a:uFillTx/>
                <a:latin typeface="+mn-lt"/>
                <a:ea typeface="+mn-ea"/>
                <a:cs typeface="+mn-cs"/>
              </a:rPr>
              <a:t>月</a:t>
            </a:r>
            <a:r>
              <a:rPr kumimoji="0" lang="en-US" sz="2200" b="0" i="0" u="none" strike="noStrike" kern="0" cap="none" spc="0" normalizeH="0" baseline="0" noProof="0" dirty="0" smtClean="0">
                <a:ln>
                  <a:noFill/>
                </a:ln>
                <a:solidFill>
                  <a:schemeClr val="bg1"/>
                </a:solidFill>
                <a:effectLst/>
                <a:uLnTx/>
                <a:uFillTx/>
                <a:latin typeface="+mn-lt"/>
                <a:ea typeface="+mn-ea"/>
                <a:cs typeface="+mn-cs"/>
              </a:rPr>
              <a:t>)</a:t>
            </a:r>
            <a:endParaRPr kumimoji="0" lang="zh-CN" sz="2200" b="0" i="0" u="none" strike="noStrike" kern="0" cap="none" spc="0" normalizeH="0" baseline="0" noProof="0" dirty="0" smtClean="0">
              <a:ln>
                <a:noFill/>
              </a:ln>
              <a:solidFill>
                <a:schemeClr val="bg1"/>
              </a:solidFill>
              <a:effectLst/>
              <a:uLnTx/>
              <a:uFillTx/>
              <a:latin typeface="+mn-lt"/>
              <a:ea typeface="+mn-ea"/>
              <a:cs typeface="+mn-cs"/>
            </a:endParaRPr>
          </a:p>
          <a:p>
            <a:pPr marL="342900" marR="0" lvl="0" indent="-342900" algn="l" defTabSz="914400" rtl="0" eaLnBrk="0" fontAlgn="base" latinLnBrk="0" hangingPunct="0">
              <a:lnSpc>
                <a:spcPts val="4000"/>
              </a:lnSpc>
              <a:spcBef>
                <a:spcPct val="20000"/>
              </a:spcBef>
              <a:spcAft>
                <a:spcPct val="0"/>
              </a:spcAft>
              <a:buClrTx/>
              <a:buSzTx/>
              <a:buFont typeface="Arial" charset="0"/>
              <a:buNone/>
              <a:defRPr/>
            </a:pPr>
            <a:r>
              <a:rPr kumimoji="0" lang="en-US" sz="2200" b="0" i="0" u="none" strike="noStrike" kern="0" cap="none" spc="0" normalizeH="0" baseline="0" noProof="0" dirty="0" smtClean="0">
                <a:ln>
                  <a:noFill/>
                </a:ln>
                <a:solidFill>
                  <a:schemeClr val="bg1"/>
                </a:solidFill>
                <a:effectLst/>
                <a:uLnTx/>
                <a:uFillTx/>
                <a:latin typeface="+mn-lt"/>
                <a:ea typeface="+mn-ea"/>
                <a:cs typeface="+mn-cs"/>
              </a:rPr>
              <a:t>       (A)</a:t>
            </a:r>
            <a:r>
              <a:rPr kumimoji="0" lang="zh-CN" sz="2200" b="0" i="0" u="none" strike="noStrike" kern="0" cap="none" spc="0" normalizeH="0" baseline="0" noProof="0" dirty="0" smtClean="0">
                <a:ln>
                  <a:noFill/>
                </a:ln>
                <a:solidFill>
                  <a:schemeClr val="bg1"/>
                </a:solidFill>
                <a:effectLst/>
                <a:uLnTx/>
                <a:uFillTx/>
                <a:latin typeface="+mn-lt"/>
                <a:ea typeface="+mn-ea"/>
                <a:cs typeface="+mn-cs"/>
              </a:rPr>
              <a:t>先天的成熟（</a:t>
            </a:r>
            <a:r>
              <a:rPr kumimoji="0" lang="en-US" sz="2200" b="0" i="0" u="none" strike="noStrike" kern="0" cap="none" spc="0" normalizeH="0" baseline="0" noProof="0" dirty="0" smtClean="0">
                <a:ln>
                  <a:noFill/>
                </a:ln>
                <a:solidFill>
                  <a:schemeClr val="bg1"/>
                </a:solidFill>
                <a:effectLst/>
                <a:uLnTx/>
                <a:uFillTx/>
                <a:latin typeface="+mn-lt"/>
                <a:ea typeface="+mn-ea"/>
                <a:cs typeface="+mn-cs"/>
              </a:rPr>
              <a:t>B)</a:t>
            </a:r>
            <a:r>
              <a:rPr kumimoji="0" lang="zh-CN" sz="2200" b="0" i="0" u="none" strike="noStrike" kern="0" cap="none" spc="0" normalizeH="0" baseline="0" noProof="0" dirty="0" smtClean="0">
                <a:ln>
                  <a:noFill/>
                </a:ln>
                <a:solidFill>
                  <a:schemeClr val="bg1"/>
                </a:solidFill>
                <a:effectLst/>
                <a:uLnTx/>
                <a:uFillTx/>
                <a:latin typeface="+mn-lt"/>
                <a:ea typeface="+mn-ea"/>
                <a:cs typeface="+mn-cs"/>
              </a:rPr>
              <a:t>动作</a:t>
            </a:r>
            <a:endParaRPr kumimoji="0" lang="zh-CN" sz="2200" b="0" i="0" u="none" strike="noStrike" kern="0" cap="none" spc="0" normalizeH="0" baseline="0" noProof="0" dirty="0" smtClean="0">
              <a:ln>
                <a:noFill/>
              </a:ln>
              <a:solidFill>
                <a:schemeClr val="bg1"/>
              </a:solidFill>
              <a:effectLst/>
              <a:uLnTx/>
              <a:uFillTx/>
              <a:latin typeface="+mn-lt"/>
              <a:ea typeface="+mn-ea"/>
              <a:cs typeface="+mn-cs"/>
            </a:endParaRPr>
          </a:p>
          <a:p>
            <a:pPr marL="342900" marR="0" lvl="0" indent="-342900" algn="l" defTabSz="914400" rtl="0" eaLnBrk="0" fontAlgn="base" latinLnBrk="0" hangingPunct="0">
              <a:lnSpc>
                <a:spcPts val="4000"/>
              </a:lnSpc>
              <a:spcBef>
                <a:spcPct val="20000"/>
              </a:spcBef>
              <a:spcAft>
                <a:spcPct val="0"/>
              </a:spcAft>
              <a:buClrTx/>
              <a:buSzTx/>
              <a:buFont typeface="Arial" charset="0"/>
              <a:buNone/>
              <a:defRPr/>
            </a:pPr>
            <a:r>
              <a:rPr kumimoji="0" lang="en-US" sz="2200" b="0" i="0" u="none" strike="noStrike" kern="0" cap="none" spc="0" normalizeH="0" baseline="0" noProof="0" dirty="0" smtClean="0">
                <a:ln>
                  <a:noFill/>
                </a:ln>
                <a:solidFill>
                  <a:schemeClr val="bg1"/>
                </a:solidFill>
                <a:effectLst/>
                <a:uLnTx/>
                <a:uFillTx/>
                <a:latin typeface="+mn-lt"/>
                <a:ea typeface="+mn-ea"/>
                <a:cs typeface="+mn-cs"/>
              </a:rPr>
              <a:t>      (C)</a:t>
            </a:r>
            <a:r>
              <a:rPr kumimoji="0" lang="zh-CN" sz="2200" b="0" i="0" u="none" strike="noStrike" kern="0" cap="none" spc="0" normalizeH="0" baseline="0" noProof="0" dirty="0" smtClean="0">
                <a:ln>
                  <a:noFill/>
                </a:ln>
                <a:solidFill>
                  <a:schemeClr val="bg1"/>
                </a:solidFill>
                <a:effectLst/>
                <a:uLnTx/>
                <a:uFillTx/>
                <a:latin typeface="+mn-lt"/>
                <a:ea typeface="+mn-ea"/>
                <a:cs typeface="+mn-cs"/>
              </a:rPr>
              <a:t>后天的经验（</a:t>
            </a:r>
            <a:r>
              <a:rPr kumimoji="0" lang="en-US" sz="2200" b="0" i="0" u="none" strike="noStrike" kern="0" cap="none" spc="0" normalizeH="0" baseline="0" noProof="0" dirty="0" smtClean="0">
                <a:ln>
                  <a:noFill/>
                </a:ln>
                <a:solidFill>
                  <a:schemeClr val="bg1"/>
                </a:solidFill>
                <a:effectLst/>
                <a:uLnTx/>
                <a:uFillTx/>
                <a:latin typeface="+mn-lt"/>
                <a:ea typeface="+mn-ea"/>
                <a:cs typeface="+mn-cs"/>
              </a:rPr>
              <a:t>D)</a:t>
            </a:r>
            <a:r>
              <a:rPr kumimoji="0" lang="zh-CN" sz="2200" b="0" i="0" u="none" strike="noStrike" kern="0" cap="none" spc="0" normalizeH="0" baseline="0" noProof="0" dirty="0" smtClean="0">
                <a:ln>
                  <a:noFill/>
                </a:ln>
                <a:solidFill>
                  <a:schemeClr val="bg1"/>
                </a:solidFill>
                <a:effectLst/>
                <a:uLnTx/>
                <a:uFillTx/>
                <a:latin typeface="+mn-lt"/>
                <a:ea typeface="+mn-ea"/>
                <a:cs typeface="+mn-cs"/>
              </a:rPr>
              <a:t>吸吮</a:t>
            </a:r>
            <a:endParaRPr kumimoji="0" lang="en-US" altLang="zh-CN" sz="2200" b="0" i="0" u="none" strike="noStrike" kern="0" cap="none" spc="0" normalizeH="0" baseline="0" noProof="0" dirty="0" smtClean="0">
              <a:ln>
                <a:noFill/>
              </a:ln>
              <a:solidFill>
                <a:schemeClr val="bg1"/>
              </a:solidFill>
              <a:effectLst/>
              <a:uLnTx/>
              <a:uFillTx/>
              <a:latin typeface="+mn-lt"/>
              <a:ea typeface="+mn-ea"/>
              <a:cs typeface="+mn-cs"/>
            </a:endParaRPr>
          </a:p>
          <a:p>
            <a:pPr marL="342900" marR="0" lvl="0" indent="-342900" algn="l" defTabSz="914400" rtl="0" eaLnBrk="0" fontAlgn="base" latinLnBrk="0" hangingPunct="0">
              <a:lnSpc>
                <a:spcPts val="4000"/>
              </a:lnSpc>
              <a:spcBef>
                <a:spcPct val="20000"/>
              </a:spcBef>
              <a:spcAft>
                <a:spcPct val="0"/>
              </a:spcAft>
              <a:buClrTx/>
              <a:buSzTx/>
              <a:buFont typeface="Arial" charset="0"/>
              <a:buNone/>
              <a:defRPr/>
            </a:pPr>
            <a:r>
              <a:rPr kumimoji="0" lang="en-US" altLang="zh-CN" sz="2200" b="0" i="0" u="none" strike="noStrike" kern="0" cap="none" spc="0" normalizeH="0" baseline="0" noProof="0" dirty="0" smtClean="0">
                <a:ln>
                  <a:noFill/>
                </a:ln>
                <a:solidFill>
                  <a:schemeClr val="bg1"/>
                </a:solidFill>
                <a:effectLst/>
                <a:uLnTx/>
                <a:uFillTx/>
                <a:latin typeface="+mn-lt"/>
                <a:ea typeface="+mn-ea"/>
                <a:cs typeface="+mn-cs"/>
              </a:rPr>
              <a:t>      [</a:t>
            </a:r>
            <a:r>
              <a:rPr kumimoji="0" lang="zh-CN" altLang="en-US" sz="2200" b="0" i="0" u="none" strike="noStrike" kern="0" cap="none" spc="0" normalizeH="0" baseline="0" noProof="0" dirty="0" smtClean="0">
                <a:ln>
                  <a:noFill/>
                </a:ln>
                <a:solidFill>
                  <a:schemeClr val="bg1"/>
                </a:solidFill>
                <a:effectLst/>
                <a:uLnTx/>
                <a:uFillTx/>
                <a:latin typeface="+mn-lt"/>
                <a:ea typeface="+mn-ea"/>
                <a:cs typeface="+mn-cs"/>
              </a:rPr>
              <a:t>答案</a:t>
            </a:r>
            <a:r>
              <a:rPr kumimoji="0" lang="en-US" altLang="zh-CN" sz="2200" b="0" i="0" u="none" strike="noStrike" kern="0" cap="none" spc="0" normalizeH="0" baseline="0" noProof="0" dirty="0" smtClean="0">
                <a:ln>
                  <a:noFill/>
                </a:ln>
                <a:solidFill>
                  <a:schemeClr val="bg1"/>
                </a:solidFill>
                <a:effectLst/>
                <a:uLnTx/>
                <a:uFillTx/>
                <a:latin typeface="+mn-lt"/>
                <a:ea typeface="+mn-ea"/>
                <a:cs typeface="+mn-cs"/>
              </a:rPr>
              <a:t>]</a:t>
            </a:r>
            <a:r>
              <a:rPr kumimoji="0" lang="zh-CN" altLang="en-US" sz="2200" b="0" i="0" u="none" strike="noStrike" kern="0" cap="none" spc="0" normalizeH="0" baseline="0" noProof="0" dirty="0" smtClean="0">
                <a:ln>
                  <a:noFill/>
                </a:ln>
                <a:solidFill>
                  <a:schemeClr val="bg1"/>
                </a:solidFill>
                <a:effectLst/>
                <a:uLnTx/>
                <a:uFillTx/>
                <a:latin typeface="+mn-lt"/>
                <a:ea typeface="+mn-ea"/>
                <a:cs typeface="+mn-cs"/>
              </a:rPr>
              <a:t>：</a:t>
            </a:r>
            <a:r>
              <a:rPr kumimoji="0" lang="en-US" altLang="zh-CN" sz="2200" b="0" i="0" u="none" strike="noStrike" kern="0" cap="none" spc="0" normalizeH="0" baseline="0" noProof="0" dirty="0" smtClean="0">
                <a:ln>
                  <a:noFill/>
                </a:ln>
                <a:solidFill>
                  <a:schemeClr val="bg1"/>
                </a:solidFill>
                <a:effectLst/>
                <a:uLnTx/>
                <a:uFillTx/>
                <a:latin typeface="+mn-lt"/>
                <a:ea typeface="+mn-ea"/>
                <a:cs typeface="+mn-cs"/>
              </a:rPr>
              <a:t> B</a:t>
            </a:r>
            <a:endParaRPr kumimoji="0" lang="en-US" altLang="zh-CN" sz="2200" b="0" i="0" u="none" strike="noStrike" kern="0" cap="none" spc="0" normalizeH="0" baseline="0" noProof="0" dirty="0" smtClean="0">
              <a:ln>
                <a:noFill/>
              </a:ln>
              <a:solidFill>
                <a:schemeClr val="bg1"/>
              </a:solidFill>
              <a:effectLst/>
              <a:uLnTx/>
              <a:uFillTx/>
              <a:latin typeface="+mn-lt"/>
              <a:ea typeface="+mn-ea"/>
              <a:cs typeface="+mn-cs"/>
            </a:endParaRPr>
          </a:p>
          <a:p>
            <a:pPr marL="342900" marR="0" lvl="0" indent="-342900" algn="l" defTabSz="914400" rtl="0" eaLnBrk="0" fontAlgn="base" latinLnBrk="0" hangingPunct="0">
              <a:lnSpc>
                <a:spcPts val="4000"/>
              </a:lnSpc>
              <a:spcBef>
                <a:spcPct val="20000"/>
              </a:spcBef>
              <a:spcAft>
                <a:spcPct val="0"/>
              </a:spcAft>
              <a:buClrTx/>
              <a:buSzTx/>
              <a:buFont typeface="Arial" charset="0"/>
              <a:buNone/>
              <a:defRPr/>
            </a:pPr>
            <a:r>
              <a:rPr kumimoji="0" lang="en-US" sz="2200" b="0" i="0" u="none" strike="noStrike" kern="0" cap="none" spc="0" normalizeH="0" baseline="0" noProof="0" dirty="0" smtClean="0">
                <a:ln>
                  <a:noFill/>
                </a:ln>
                <a:solidFill>
                  <a:schemeClr val="bg1"/>
                </a:solidFill>
                <a:effectLst/>
                <a:uLnTx/>
                <a:uFillTx/>
                <a:latin typeface="+mn-lt"/>
                <a:ea typeface="+mn-ea"/>
                <a:cs typeface="+mn-cs"/>
              </a:rPr>
              <a:t>44</a:t>
            </a:r>
            <a:r>
              <a:rPr kumimoji="0" lang="zh-CN" sz="2200" b="0" i="0" u="none" strike="noStrike" kern="0" cap="none" spc="0" normalizeH="0" baseline="0" noProof="0" dirty="0" smtClean="0">
                <a:ln>
                  <a:noFill/>
                </a:ln>
                <a:solidFill>
                  <a:schemeClr val="bg1"/>
                </a:solidFill>
                <a:effectLst/>
                <a:uLnTx/>
                <a:uFillTx/>
                <a:latin typeface="+mn-lt"/>
                <a:ea typeface="+mn-ea"/>
                <a:cs typeface="+mn-cs"/>
              </a:rPr>
              <a:t>、主体改变原有图式或创造新图式以适应环境需要的过程是</a:t>
            </a:r>
            <a:r>
              <a:rPr kumimoji="0" lang="en-US" sz="2200" b="0" i="0" u="none" strike="noStrike" kern="0" cap="none" spc="0" normalizeH="0" baseline="0" noProof="0" dirty="0" smtClean="0">
                <a:ln>
                  <a:noFill/>
                </a:ln>
                <a:solidFill>
                  <a:schemeClr val="bg1"/>
                </a:solidFill>
                <a:effectLst/>
                <a:uLnTx/>
                <a:uFillTx/>
                <a:latin typeface="+mn-lt"/>
                <a:ea typeface="+mn-ea"/>
                <a:cs typeface="+mn-cs"/>
              </a:rPr>
              <a:t>(      ) </a:t>
            </a:r>
            <a:r>
              <a:rPr kumimoji="0" lang="zh-CN" sz="2200" b="0" i="0" u="none" strike="noStrike" kern="0" cap="none" spc="0" normalizeH="0" baseline="0" noProof="0" dirty="0" smtClean="0">
                <a:ln>
                  <a:noFill/>
                </a:ln>
                <a:solidFill>
                  <a:schemeClr val="bg1"/>
                </a:solidFill>
                <a:effectLst/>
                <a:uLnTx/>
                <a:uFillTx/>
                <a:latin typeface="+mn-lt"/>
                <a:ea typeface="+mn-ea"/>
                <a:cs typeface="+mn-cs"/>
              </a:rPr>
              <a:t>。</a:t>
            </a:r>
            <a:r>
              <a:rPr kumimoji="0" lang="en-US" sz="2200" b="0" i="0" u="none" strike="noStrike" kern="0" cap="none" spc="0" normalizeH="0" baseline="0" noProof="0" dirty="0" smtClean="0">
                <a:ln>
                  <a:noFill/>
                </a:ln>
                <a:solidFill>
                  <a:schemeClr val="bg1"/>
                </a:solidFill>
                <a:effectLst/>
                <a:uLnTx/>
                <a:uFillTx/>
                <a:latin typeface="+mn-lt"/>
                <a:ea typeface="+mn-ea"/>
                <a:cs typeface="+mn-cs"/>
              </a:rPr>
              <a:t>(2014</a:t>
            </a:r>
            <a:r>
              <a:rPr kumimoji="0" lang="zh-CN" sz="2200" b="0" i="0" u="none" strike="noStrike" kern="0" cap="none" spc="0" normalizeH="0" baseline="0" noProof="0" dirty="0" smtClean="0">
                <a:ln>
                  <a:noFill/>
                </a:ln>
                <a:solidFill>
                  <a:schemeClr val="bg1"/>
                </a:solidFill>
                <a:effectLst/>
                <a:uLnTx/>
                <a:uFillTx/>
                <a:latin typeface="+mn-lt"/>
                <a:ea typeface="+mn-ea"/>
                <a:cs typeface="+mn-cs"/>
              </a:rPr>
              <a:t>年</a:t>
            </a:r>
            <a:r>
              <a:rPr kumimoji="0" lang="en-US" sz="2200" b="0" i="0" u="none" strike="noStrike" kern="0" cap="none" spc="0" normalizeH="0" baseline="0" noProof="0" dirty="0" smtClean="0">
                <a:ln>
                  <a:noFill/>
                </a:ln>
                <a:solidFill>
                  <a:schemeClr val="bg1"/>
                </a:solidFill>
                <a:effectLst/>
                <a:uLnTx/>
                <a:uFillTx/>
                <a:latin typeface="+mn-lt"/>
                <a:ea typeface="+mn-ea"/>
                <a:cs typeface="+mn-cs"/>
              </a:rPr>
              <a:t>11</a:t>
            </a:r>
            <a:r>
              <a:rPr kumimoji="0" lang="zh-CN" sz="2200" b="0" i="0" u="none" strike="noStrike" kern="0" cap="none" spc="0" normalizeH="0" baseline="0" noProof="0" dirty="0" smtClean="0">
                <a:ln>
                  <a:noFill/>
                </a:ln>
                <a:solidFill>
                  <a:schemeClr val="bg1"/>
                </a:solidFill>
                <a:effectLst/>
                <a:uLnTx/>
                <a:uFillTx/>
                <a:latin typeface="+mn-lt"/>
                <a:ea typeface="+mn-ea"/>
                <a:cs typeface="+mn-cs"/>
              </a:rPr>
              <a:t>月</a:t>
            </a:r>
            <a:r>
              <a:rPr kumimoji="0" lang="en-US" sz="2200" b="0" i="0" u="none" strike="noStrike" kern="0" cap="none" spc="0" normalizeH="0" baseline="0" noProof="0" dirty="0" smtClean="0">
                <a:ln>
                  <a:noFill/>
                </a:ln>
                <a:solidFill>
                  <a:schemeClr val="bg1"/>
                </a:solidFill>
                <a:effectLst/>
                <a:uLnTx/>
                <a:uFillTx/>
                <a:latin typeface="+mn-lt"/>
                <a:ea typeface="+mn-ea"/>
                <a:cs typeface="+mn-cs"/>
              </a:rPr>
              <a:t>)</a:t>
            </a:r>
            <a:endParaRPr kumimoji="0" lang="zh-CN" sz="2200" b="0" i="0" u="none" strike="noStrike" kern="0" cap="none" spc="0" normalizeH="0" baseline="0" noProof="0" dirty="0" smtClean="0">
              <a:ln>
                <a:noFill/>
              </a:ln>
              <a:solidFill>
                <a:schemeClr val="bg1"/>
              </a:solidFill>
              <a:effectLst/>
              <a:uLnTx/>
              <a:uFillTx/>
              <a:latin typeface="+mn-lt"/>
              <a:ea typeface="+mn-ea"/>
              <a:cs typeface="+mn-cs"/>
            </a:endParaRPr>
          </a:p>
          <a:p>
            <a:pPr marL="342900" marR="0" lvl="0" indent="-342900" algn="l" defTabSz="914400" rtl="0" eaLnBrk="0" fontAlgn="base" latinLnBrk="0" hangingPunct="0">
              <a:lnSpc>
                <a:spcPts val="4000"/>
              </a:lnSpc>
              <a:spcBef>
                <a:spcPct val="20000"/>
              </a:spcBef>
              <a:spcAft>
                <a:spcPct val="0"/>
              </a:spcAft>
              <a:buClrTx/>
              <a:buSzTx/>
              <a:buFont typeface="Arial" charset="0"/>
              <a:buNone/>
              <a:defRPr/>
            </a:pPr>
            <a:r>
              <a:rPr kumimoji="0" lang="en-US" sz="2200" b="0" i="0" u="none" strike="noStrike" kern="0" cap="none" spc="0" normalizeH="0" baseline="0" noProof="0" dirty="0" smtClean="0">
                <a:ln>
                  <a:noFill/>
                </a:ln>
                <a:solidFill>
                  <a:schemeClr val="bg1"/>
                </a:solidFill>
                <a:effectLst/>
                <a:uLnTx/>
                <a:uFillTx/>
                <a:latin typeface="+mn-lt"/>
                <a:ea typeface="+mn-ea"/>
                <a:cs typeface="+mn-cs"/>
              </a:rPr>
              <a:t>      (A)</a:t>
            </a:r>
            <a:r>
              <a:rPr kumimoji="0" lang="zh-CN" sz="2200" b="0" i="0" u="none" strike="noStrike" kern="0" cap="none" spc="0" normalizeH="0" baseline="0" noProof="0" dirty="0" smtClean="0">
                <a:ln>
                  <a:noFill/>
                </a:ln>
                <a:solidFill>
                  <a:schemeClr val="bg1"/>
                </a:solidFill>
                <a:effectLst/>
                <a:uLnTx/>
                <a:uFillTx/>
                <a:latin typeface="+mn-lt"/>
                <a:ea typeface="+mn-ea"/>
                <a:cs typeface="+mn-cs"/>
              </a:rPr>
              <a:t>图式</a:t>
            </a:r>
            <a:r>
              <a:rPr kumimoji="0" lang="en-US" sz="2200" b="0" i="0" u="none" strike="noStrike" kern="0" cap="none" spc="0" normalizeH="0" baseline="0" noProof="0" dirty="0" smtClean="0">
                <a:ln>
                  <a:noFill/>
                </a:ln>
                <a:solidFill>
                  <a:schemeClr val="bg1"/>
                </a:solidFill>
                <a:effectLst/>
                <a:uLnTx/>
                <a:uFillTx/>
                <a:latin typeface="+mn-lt"/>
                <a:ea typeface="+mn-ea"/>
                <a:cs typeface="+mn-cs"/>
              </a:rPr>
              <a:t>    (B)</a:t>
            </a:r>
            <a:r>
              <a:rPr kumimoji="0" lang="zh-CN" sz="2200" b="0" i="0" u="none" strike="noStrike" kern="0" cap="none" spc="0" normalizeH="0" baseline="0" noProof="0" dirty="0" smtClean="0">
                <a:ln>
                  <a:noFill/>
                </a:ln>
                <a:solidFill>
                  <a:schemeClr val="bg1"/>
                </a:solidFill>
                <a:effectLst/>
                <a:uLnTx/>
                <a:uFillTx/>
                <a:latin typeface="+mn-lt"/>
                <a:ea typeface="+mn-ea"/>
                <a:cs typeface="+mn-cs"/>
              </a:rPr>
              <a:t>同化</a:t>
            </a:r>
            <a:r>
              <a:rPr kumimoji="0" lang="en-US" sz="2200" b="0" i="0" u="none" strike="noStrike" kern="0" cap="none" spc="0" normalizeH="0" baseline="0" noProof="0" dirty="0" smtClean="0">
                <a:ln>
                  <a:noFill/>
                </a:ln>
                <a:solidFill>
                  <a:schemeClr val="bg1"/>
                </a:solidFill>
                <a:effectLst/>
                <a:uLnTx/>
                <a:uFillTx/>
                <a:latin typeface="+mn-lt"/>
                <a:ea typeface="+mn-ea"/>
                <a:cs typeface="+mn-cs"/>
              </a:rPr>
              <a:t>    (C)</a:t>
            </a:r>
            <a:r>
              <a:rPr kumimoji="0" lang="zh-CN" sz="2200" b="0" i="0" u="none" strike="noStrike" kern="0" cap="none" spc="0" normalizeH="0" baseline="0" noProof="0" dirty="0" smtClean="0">
                <a:ln>
                  <a:noFill/>
                </a:ln>
                <a:solidFill>
                  <a:schemeClr val="bg1"/>
                </a:solidFill>
                <a:effectLst/>
                <a:uLnTx/>
                <a:uFillTx/>
                <a:latin typeface="+mn-lt"/>
                <a:ea typeface="+mn-ea"/>
                <a:cs typeface="+mn-cs"/>
              </a:rPr>
              <a:t>顺应</a:t>
            </a:r>
            <a:r>
              <a:rPr kumimoji="0" lang="en-US" sz="2200" b="0" i="0" u="none" strike="noStrike" kern="0" cap="none" spc="0" normalizeH="0" baseline="0" noProof="0" dirty="0" smtClean="0">
                <a:ln>
                  <a:noFill/>
                </a:ln>
                <a:solidFill>
                  <a:schemeClr val="bg1"/>
                </a:solidFill>
                <a:effectLst/>
                <a:uLnTx/>
                <a:uFillTx/>
                <a:latin typeface="+mn-lt"/>
                <a:ea typeface="+mn-ea"/>
                <a:cs typeface="+mn-cs"/>
              </a:rPr>
              <a:t>    (D)</a:t>
            </a:r>
            <a:r>
              <a:rPr kumimoji="0" lang="zh-CN" sz="2200" b="0" i="0" u="none" strike="noStrike" kern="0" cap="none" spc="0" normalizeH="0" baseline="0" noProof="0" dirty="0" smtClean="0">
                <a:ln>
                  <a:noFill/>
                </a:ln>
                <a:solidFill>
                  <a:schemeClr val="bg1"/>
                </a:solidFill>
                <a:effectLst/>
                <a:uLnTx/>
                <a:uFillTx/>
                <a:latin typeface="+mn-lt"/>
                <a:ea typeface="+mn-ea"/>
                <a:cs typeface="+mn-cs"/>
              </a:rPr>
              <a:t>平衡</a:t>
            </a:r>
            <a:endParaRPr kumimoji="0" lang="en-US" altLang="zh-CN" sz="2200" b="0" i="0" u="none" strike="noStrike" kern="0" cap="none" spc="0" normalizeH="0" baseline="0" noProof="0" dirty="0" smtClean="0">
              <a:ln>
                <a:noFill/>
              </a:ln>
              <a:solidFill>
                <a:schemeClr val="bg1"/>
              </a:solidFill>
              <a:effectLst/>
              <a:uLnTx/>
              <a:uFillTx/>
              <a:latin typeface="+mn-lt"/>
              <a:ea typeface="+mn-ea"/>
              <a:cs typeface="+mn-cs"/>
            </a:endParaRPr>
          </a:p>
          <a:p>
            <a:pPr marL="342900" marR="0" lvl="0" indent="-342900" algn="l" defTabSz="914400" rtl="0" eaLnBrk="0" fontAlgn="base" latinLnBrk="0" hangingPunct="0">
              <a:lnSpc>
                <a:spcPts val="4000"/>
              </a:lnSpc>
              <a:spcBef>
                <a:spcPct val="20000"/>
              </a:spcBef>
              <a:spcAft>
                <a:spcPct val="0"/>
              </a:spcAft>
              <a:buClrTx/>
              <a:buSzTx/>
              <a:buFont typeface="Arial" charset="0"/>
              <a:buNone/>
              <a:defRPr/>
            </a:pPr>
            <a:r>
              <a:rPr kumimoji="0" lang="en-US" altLang="zh-CN" sz="2200" b="0" i="0" u="none" strike="noStrike" kern="0" cap="none" spc="0" normalizeH="0" baseline="0" noProof="0" dirty="0" smtClean="0">
                <a:ln>
                  <a:noFill/>
                </a:ln>
                <a:solidFill>
                  <a:schemeClr val="bg1"/>
                </a:solidFill>
                <a:effectLst/>
                <a:uLnTx/>
                <a:uFillTx/>
                <a:latin typeface="+mn-lt"/>
                <a:ea typeface="+mn-ea"/>
                <a:cs typeface="+mn-cs"/>
              </a:rPr>
              <a:t>       [</a:t>
            </a:r>
            <a:r>
              <a:rPr kumimoji="0" lang="zh-CN" altLang="en-US" sz="2200" b="0" i="0" u="none" strike="noStrike" kern="0" cap="none" spc="0" normalizeH="0" baseline="0" noProof="0" dirty="0" smtClean="0">
                <a:ln>
                  <a:noFill/>
                </a:ln>
                <a:solidFill>
                  <a:schemeClr val="bg1"/>
                </a:solidFill>
                <a:effectLst/>
                <a:uLnTx/>
                <a:uFillTx/>
                <a:latin typeface="+mn-lt"/>
                <a:ea typeface="+mn-ea"/>
                <a:cs typeface="+mn-cs"/>
              </a:rPr>
              <a:t>答案</a:t>
            </a:r>
            <a:r>
              <a:rPr kumimoji="0" lang="en-US" altLang="zh-CN" sz="2200" b="0" i="0" u="none" strike="noStrike" kern="0" cap="none" spc="0" normalizeH="0" baseline="0" noProof="0" dirty="0" smtClean="0">
                <a:ln>
                  <a:noFill/>
                </a:ln>
                <a:solidFill>
                  <a:schemeClr val="bg1"/>
                </a:solidFill>
                <a:effectLst/>
                <a:uLnTx/>
                <a:uFillTx/>
                <a:latin typeface="+mn-lt"/>
                <a:ea typeface="+mn-ea"/>
                <a:cs typeface="+mn-cs"/>
              </a:rPr>
              <a:t>]</a:t>
            </a:r>
            <a:r>
              <a:rPr kumimoji="0" lang="zh-CN" altLang="en-US" sz="2200" b="0" i="0" u="none" strike="noStrike" kern="0" cap="none" spc="0" normalizeH="0" baseline="0" noProof="0" dirty="0" smtClean="0">
                <a:ln>
                  <a:noFill/>
                </a:ln>
                <a:solidFill>
                  <a:schemeClr val="bg1"/>
                </a:solidFill>
                <a:effectLst/>
                <a:uLnTx/>
                <a:uFillTx/>
                <a:latin typeface="+mn-lt"/>
                <a:ea typeface="+mn-ea"/>
                <a:cs typeface="+mn-cs"/>
              </a:rPr>
              <a:t>：</a:t>
            </a:r>
            <a:r>
              <a:rPr kumimoji="0" lang="en-US" altLang="zh-CN" sz="2200" b="0" i="0" u="none" strike="noStrike" kern="0" cap="none" spc="0" normalizeH="0" baseline="0" noProof="0" dirty="0" smtClean="0">
                <a:ln>
                  <a:noFill/>
                </a:ln>
                <a:solidFill>
                  <a:schemeClr val="bg1"/>
                </a:solidFill>
                <a:effectLst/>
                <a:uLnTx/>
                <a:uFillTx/>
                <a:latin typeface="+mn-lt"/>
                <a:ea typeface="+mn-ea"/>
                <a:cs typeface="+mn-cs"/>
              </a:rPr>
              <a:t> C</a:t>
            </a:r>
            <a:endParaRPr kumimoji="0" lang="zh-CN" sz="2200" b="0" i="0" u="none" strike="noStrike" kern="0" cap="none" spc="0" normalizeH="0" baseline="0" noProof="0" dirty="0" smtClean="0">
              <a:ln>
                <a:noFill/>
              </a:ln>
              <a:solidFill>
                <a:schemeClr val="bg1"/>
              </a:solidFill>
              <a:effectLst/>
              <a:uLnTx/>
              <a:uFillTx/>
              <a:latin typeface="+mn-lt"/>
              <a:ea typeface="+mn-ea"/>
              <a:cs typeface="+mn-cs"/>
            </a:endParaRPr>
          </a:p>
          <a:p>
            <a:pPr marL="342900" marR="0" lvl="0" indent="-342900" algn="l" defTabSz="914400" rtl="0" eaLnBrk="0" fontAlgn="base" latinLnBrk="0" hangingPunct="0">
              <a:lnSpc>
                <a:spcPts val="4000"/>
              </a:lnSpc>
              <a:spcBef>
                <a:spcPct val="20000"/>
              </a:spcBef>
              <a:spcAft>
                <a:spcPct val="0"/>
              </a:spcAft>
              <a:buClrTx/>
              <a:buSzTx/>
              <a:buFont typeface="Arial" charset="0"/>
              <a:buNone/>
              <a:defRPr/>
            </a:pPr>
            <a:endParaRPr kumimoji="0" lang="zh-CN" sz="2200" b="0" i="0" u="none" strike="noStrike" kern="0" cap="none" spc="0" normalizeH="0" baseline="0" noProof="0" dirty="0" smtClean="0">
              <a:ln>
                <a:noFill/>
              </a:ln>
              <a:solidFill>
                <a:schemeClr val="bg1"/>
              </a:solidFill>
              <a:effectLst/>
              <a:uLnTx/>
              <a:uFillTx/>
              <a:latin typeface="+mn-lt"/>
              <a:ea typeface="+mn-ea"/>
              <a:cs typeface="+mn-cs"/>
            </a:endParaRPr>
          </a:p>
          <a:p>
            <a:pPr marL="457200" marR="0" lvl="0" indent="-457200" algn="l" defTabSz="914400" rtl="0" eaLnBrk="0" fontAlgn="base" latinLnBrk="0" hangingPunct="0">
              <a:lnSpc>
                <a:spcPts val="4000"/>
              </a:lnSpc>
              <a:spcBef>
                <a:spcPct val="20000"/>
              </a:spcBef>
              <a:spcAft>
                <a:spcPct val="0"/>
              </a:spcAft>
              <a:buClrTx/>
              <a:buSzTx/>
              <a:buFont typeface="Arial" charset="0"/>
              <a:buNone/>
              <a:defRPr/>
            </a:pPr>
            <a:endParaRPr kumimoji="0" lang="zh-CN" sz="2200" b="0" i="0" u="none" strike="noStrike" kern="0" cap="none" spc="0" normalizeH="0" baseline="0" noProof="0" dirty="0" smtClean="0">
              <a:ln>
                <a:noFill/>
              </a:ln>
              <a:solidFill>
                <a:schemeClr val="bg1"/>
              </a:solidFill>
              <a:effectLst/>
              <a:uLnTx/>
              <a:uFillTx/>
              <a:latin typeface="+mn-lt"/>
              <a:ea typeface="+mn-ea"/>
              <a:cs typeface="+mn-cs"/>
            </a:endParaRPr>
          </a:p>
          <a:p>
            <a:pPr marL="457200" marR="0" lvl="0" indent="-457200" algn="l" defTabSz="914400" rtl="0" eaLnBrk="0" fontAlgn="base" latinLnBrk="0" hangingPunct="0">
              <a:lnSpc>
                <a:spcPts val="4000"/>
              </a:lnSpc>
              <a:spcBef>
                <a:spcPct val="20000"/>
              </a:spcBef>
              <a:spcAft>
                <a:spcPct val="0"/>
              </a:spcAft>
              <a:buClrTx/>
              <a:buSzTx/>
              <a:buFont typeface="Arial" charset="0"/>
              <a:buNone/>
              <a:defRPr/>
            </a:pPr>
            <a:endParaRPr kumimoji="0" lang="en-US" altLang="zh-CN" sz="2200" b="0" i="0" u="none" strike="noStrike" kern="0" cap="none" spc="0" normalizeH="0" baseline="0" noProof="0" dirty="0" smtClean="0">
              <a:ln>
                <a:noFill/>
              </a:ln>
              <a:solidFill>
                <a:srgbClr val="00FFCC"/>
              </a:solidFill>
              <a:effectLst/>
              <a:uLnTx/>
              <a:uFillTx/>
              <a:latin typeface="+mn-lt"/>
              <a:ea typeface="+mn-ea"/>
              <a:cs typeface="+mn-cs"/>
            </a:endParaRPr>
          </a:p>
          <a:p>
            <a:pPr marL="457200" marR="0" lvl="0" indent="-457200" algn="l" defTabSz="914400" rtl="0" eaLnBrk="0" fontAlgn="base" latinLnBrk="0" hangingPunct="0">
              <a:lnSpc>
                <a:spcPts val="4000"/>
              </a:lnSpc>
              <a:spcBef>
                <a:spcPct val="20000"/>
              </a:spcBef>
              <a:spcAft>
                <a:spcPct val="0"/>
              </a:spcAft>
              <a:buClrTx/>
              <a:buSzTx/>
              <a:buFont typeface="Arial" charset="0"/>
              <a:buNone/>
              <a:defRPr/>
            </a:pPr>
            <a:r>
              <a:rPr kumimoji="0" lang="en-US" altLang="zh-CN" sz="2200" b="0" i="0" u="none" strike="noStrike" kern="0" cap="none" spc="0" normalizeH="0" baseline="0" noProof="0" dirty="0" smtClean="0">
                <a:ln>
                  <a:noFill/>
                </a:ln>
                <a:solidFill>
                  <a:schemeClr val="bg1"/>
                </a:solidFill>
                <a:effectLst/>
                <a:uLnTx/>
                <a:uFillTx/>
                <a:latin typeface="+mn-lt"/>
                <a:ea typeface="+mn-ea"/>
                <a:cs typeface="+mn-cs"/>
              </a:rPr>
              <a:t>  </a:t>
            </a:r>
            <a:endParaRPr kumimoji="0" lang="zh-CN" altLang="en-US" sz="2200" b="0" i="0" u="none" strike="noStrike" kern="0" cap="none" spc="0" normalizeH="0" baseline="0" noProof="0" dirty="0" smtClean="0">
              <a:ln>
                <a:noFill/>
              </a:ln>
              <a:solidFill>
                <a:schemeClr val="bg1"/>
              </a:solidFill>
              <a:effectLst/>
              <a:uLnTx/>
              <a:uFillTx/>
              <a:latin typeface="+mn-lt"/>
              <a:ea typeface="+mn-ea"/>
              <a:cs typeface="+mn-cs"/>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内容占位符 2"/>
          <p:cNvSpPr>
            <a14:cpLocks xmlns:a14="http://schemas.microsoft.com/office/drawing/2010/main" noGrp="1"/>
          </p:cNvSpPr>
          <p:nvPr>
            <p:ph idx="1"/>
          </p:nvPr>
        </p:nvSpPr>
        <p:spPr>
          <a:xfrm>
            <a:off x="755650" y="1047750"/>
            <a:ext cx="11403013" cy="4570413"/>
          </a:xfrm>
          <a:ln>
            <a:miter/>
          </a:ln>
        </p:spPr>
        <p:txBody>
          <a:bodyPr vert="horz" wrap="square" lIns="91440" tIns="45720" rIns="91440" bIns="45720" numCol="1" anchor="t" anchorCtr="0" compatLnSpc="1"/>
          <a:lstStyle/>
          <a:p>
            <a:pPr marL="342900" marR="0" lvl="0" indent="-342900" algn="l" defTabSz="914400" rtl="0" eaLnBrk="0" fontAlgn="base" latinLnBrk="0" hangingPunct="0">
              <a:lnSpc>
                <a:spcPts val="4000"/>
              </a:lnSpc>
              <a:spcBef>
                <a:spcPct val="20000"/>
              </a:spcBef>
              <a:spcAft>
                <a:spcPct val="0"/>
              </a:spcAft>
              <a:buClrTx/>
              <a:buSzTx/>
              <a:buFont typeface="Arial" charset="0"/>
              <a:buNone/>
              <a:defRPr/>
            </a:pPr>
            <a:r>
              <a:rPr kumimoji="0" lang="en-US" sz="2200" b="0" i="0" u="none" strike="noStrike" kern="0" cap="none" spc="0" normalizeH="0" baseline="0" noProof="0" dirty="0" smtClean="0">
                <a:ln>
                  <a:noFill/>
                </a:ln>
                <a:solidFill>
                  <a:schemeClr val="bg1"/>
                </a:solidFill>
                <a:effectLst/>
                <a:uLnTx/>
                <a:uFillTx/>
                <a:latin typeface="+mn-lt"/>
                <a:ea typeface="+mn-ea"/>
                <a:cs typeface="+mn-cs"/>
              </a:rPr>
              <a:t>98</a:t>
            </a:r>
            <a:r>
              <a:rPr kumimoji="0" lang="zh-CN" sz="2200" b="0" i="0" u="none" strike="noStrike" kern="0" cap="none" spc="0" normalizeH="0" baseline="0" noProof="0" dirty="0" smtClean="0">
                <a:ln>
                  <a:noFill/>
                </a:ln>
                <a:solidFill>
                  <a:schemeClr val="bg1"/>
                </a:solidFill>
                <a:effectLst/>
                <a:uLnTx/>
                <a:uFillTx/>
                <a:latin typeface="+mn-lt"/>
                <a:ea typeface="+mn-ea"/>
                <a:cs typeface="+mn-cs"/>
              </a:rPr>
              <a:t>、按照皮亚杰的观点，影响儿童心理发展的因素包括</a:t>
            </a:r>
            <a:r>
              <a:rPr kumimoji="0" lang="en-US" sz="2200" b="0" i="0" u="none" strike="noStrike" kern="0" cap="none" spc="0" normalizeH="0" baseline="0" noProof="0" dirty="0" smtClean="0">
                <a:ln>
                  <a:noFill/>
                </a:ln>
                <a:solidFill>
                  <a:schemeClr val="bg1"/>
                </a:solidFill>
                <a:effectLst/>
                <a:uLnTx/>
                <a:uFillTx/>
                <a:latin typeface="+mn-lt"/>
                <a:ea typeface="+mn-ea"/>
                <a:cs typeface="+mn-cs"/>
              </a:rPr>
              <a:t>(    )</a:t>
            </a:r>
            <a:r>
              <a:rPr kumimoji="0" lang="zh-CN" sz="2200" b="0" i="0" u="none" strike="noStrike" kern="0" cap="none" spc="0" normalizeH="0" baseline="0" noProof="0" dirty="0" smtClean="0">
                <a:ln>
                  <a:noFill/>
                </a:ln>
                <a:solidFill>
                  <a:schemeClr val="bg1"/>
                </a:solidFill>
                <a:effectLst/>
                <a:uLnTx/>
                <a:uFillTx/>
                <a:latin typeface="+mn-lt"/>
                <a:ea typeface="+mn-ea"/>
                <a:cs typeface="+mn-cs"/>
              </a:rPr>
              <a:t>。</a:t>
            </a:r>
            <a:r>
              <a:rPr kumimoji="0" lang="en-US" sz="2200" b="0" i="0" u="none" strike="noStrike" kern="0" cap="none" spc="0" normalizeH="0" baseline="0" noProof="0" dirty="0" smtClean="0">
                <a:ln>
                  <a:noFill/>
                </a:ln>
                <a:solidFill>
                  <a:schemeClr val="bg1"/>
                </a:solidFill>
                <a:effectLst/>
                <a:uLnTx/>
                <a:uFillTx/>
                <a:latin typeface="+mn-lt"/>
                <a:ea typeface="+mn-ea"/>
                <a:cs typeface="+mn-cs"/>
              </a:rPr>
              <a:t>(2014</a:t>
            </a:r>
            <a:r>
              <a:rPr kumimoji="0" lang="zh-CN" sz="2200" b="0" i="0" u="none" strike="noStrike" kern="0" cap="none" spc="0" normalizeH="0" baseline="0" noProof="0" dirty="0" smtClean="0">
                <a:ln>
                  <a:noFill/>
                </a:ln>
                <a:solidFill>
                  <a:schemeClr val="bg1"/>
                </a:solidFill>
                <a:effectLst/>
                <a:uLnTx/>
                <a:uFillTx/>
                <a:latin typeface="+mn-lt"/>
                <a:ea typeface="+mn-ea"/>
                <a:cs typeface="+mn-cs"/>
              </a:rPr>
              <a:t>年</a:t>
            </a:r>
            <a:r>
              <a:rPr kumimoji="0" lang="en-US" sz="2200" b="0" i="0" u="none" strike="noStrike" kern="0" cap="none" spc="0" normalizeH="0" baseline="0" noProof="0" dirty="0" smtClean="0">
                <a:ln>
                  <a:noFill/>
                </a:ln>
                <a:solidFill>
                  <a:schemeClr val="bg1"/>
                </a:solidFill>
                <a:effectLst/>
                <a:uLnTx/>
                <a:uFillTx/>
                <a:latin typeface="+mn-lt"/>
                <a:ea typeface="+mn-ea"/>
                <a:cs typeface="+mn-cs"/>
              </a:rPr>
              <a:t>11</a:t>
            </a:r>
            <a:r>
              <a:rPr kumimoji="0" lang="zh-CN" sz="2200" b="0" i="0" u="none" strike="noStrike" kern="0" cap="none" spc="0" normalizeH="0" baseline="0" noProof="0" dirty="0" smtClean="0">
                <a:ln>
                  <a:noFill/>
                </a:ln>
                <a:solidFill>
                  <a:schemeClr val="bg1"/>
                </a:solidFill>
                <a:effectLst/>
                <a:uLnTx/>
                <a:uFillTx/>
                <a:latin typeface="+mn-lt"/>
                <a:ea typeface="+mn-ea"/>
                <a:cs typeface="+mn-cs"/>
              </a:rPr>
              <a:t>月</a:t>
            </a:r>
            <a:r>
              <a:rPr kumimoji="0" lang="en-US" sz="2200" b="0" i="0" u="none" strike="noStrike" kern="0" cap="none" spc="0" normalizeH="0" baseline="0" noProof="0" dirty="0" smtClean="0">
                <a:ln>
                  <a:noFill/>
                </a:ln>
                <a:solidFill>
                  <a:schemeClr val="bg1"/>
                </a:solidFill>
                <a:effectLst/>
                <a:uLnTx/>
                <a:uFillTx/>
                <a:latin typeface="+mn-lt"/>
                <a:ea typeface="+mn-ea"/>
                <a:cs typeface="+mn-cs"/>
              </a:rPr>
              <a:t>)</a:t>
            </a:r>
            <a:endParaRPr kumimoji="0" lang="zh-CN" sz="2200" b="0" i="0" u="none" strike="noStrike" kern="0" cap="none" spc="0" normalizeH="0" baseline="0" noProof="0" dirty="0" smtClean="0">
              <a:ln>
                <a:noFill/>
              </a:ln>
              <a:solidFill>
                <a:schemeClr val="bg1"/>
              </a:solidFill>
              <a:effectLst/>
              <a:uLnTx/>
              <a:uFillTx/>
              <a:latin typeface="+mn-lt"/>
              <a:ea typeface="+mn-ea"/>
              <a:cs typeface="+mn-cs"/>
            </a:endParaRPr>
          </a:p>
          <a:p>
            <a:pPr marL="342900" marR="0" lvl="0" indent="-342900" algn="l" defTabSz="914400" rtl="0" eaLnBrk="0" fontAlgn="base" latinLnBrk="0" hangingPunct="0">
              <a:lnSpc>
                <a:spcPts val="4000"/>
              </a:lnSpc>
              <a:spcBef>
                <a:spcPct val="20000"/>
              </a:spcBef>
              <a:spcAft>
                <a:spcPct val="0"/>
              </a:spcAft>
              <a:buClrTx/>
              <a:buSzTx/>
              <a:buFont typeface="Arial" charset="0"/>
              <a:buNone/>
              <a:defRPr/>
            </a:pPr>
            <a:r>
              <a:rPr kumimoji="0" lang="en-US" sz="2200" b="0" i="0" u="none" strike="noStrike" kern="0" cap="none" spc="0" normalizeH="0" baseline="0" noProof="0" dirty="0" smtClean="0">
                <a:ln>
                  <a:noFill/>
                </a:ln>
                <a:solidFill>
                  <a:schemeClr val="bg1"/>
                </a:solidFill>
                <a:effectLst/>
                <a:uLnTx/>
                <a:uFillTx/>
                <a:latin typeface="+mn-lt"/>
                <a:ea typeface="+mn-ea"/>
                <a:cs typeface="+mn-cs"/>
              </a:rPr>
              <a:t>        (A)</a:t>
            </a:r>
            <a:r>
              <a:rPr kumimoji="0" lang="zh-CN" sz="2200" b="0" i="0" u="none" strike="noStrike" kern="0" cap="none" spc="0" normalizeH="0" baseline="0" noProof="0" dirty="0" smtClean="0">
                <a:ln>
                  <a:noFill/>
                </a:ln>
                <a:solidFill>
                  <a:schemeClr val="bg1"/>
                </a:solidFill>
                <a:effectLst/>
                <a:uLnTx/>
                <a:uFillTx/>
                <a:latin typeface="+mn-lt"/>
                <a:ea typeface="+mn-ea"/>
                <a:cs typeface="+mn-cs"/>
              </a:rPr>
              <a:t>成熟</a:t>
            </a:r>
            <a:r>
              <a:rPr kumimoji="0" lang="en-US" sz="2200" b="0" i="0" u="none" strike="noStrike" kern="0" cap="none" spc="0" normalizeH="0" baseline="0" noProof="0" dirty="0" smtClean="0">
                <a:ln>
                  <a:noFill/>
                </a:ln>
                <a:solidFill>
                  <a:schemeClr val="bg1"/>
                </a:solidFill>
                <a:effectLst/>
                <a:uLnTx/>
                <a:uFillTx/>
                <a:latin typeface="+mn-lt"/>
                <a:ea typeface="+mn-ea"/>
                <a:cs typeface="+mn-cs"/>
              </a:rPr>
              <a:t>    	(B)</a:t>
            </a:r>
            <a:r>
              <a:rPr kumimoji="0" lang="zh-CN" sz="2200" b="0" i="0" u="none" strike="noStrike" kern="0" cap="none" spc="0" normalizeH="0" baseline="0" noProof="0" dirty="0" smtClean="0">
                <a:ln>
                  <a:noFill/>
                </a:ln>
                <a:solidFill>
                  <a:schemeClr val="bg1"/>
                </a:solidFill>
                <a:effectLst/>
                <a:uLnTx/>
                <a:uFillTx/>
                <a:latin typeface="+mn-lt"/>
                <a:ea typeface="+mn-ea"/>
                <a:cs typeface="+mn-cs"/>
              </a:rPr>
              <a:t>内心体验</a:t>
            </a:r>
            <a:r>
              <a:rPr kumimoji="0" lang="en-US" sz="2200" b="0" i="0" u="none" strike="noStrike" kern="0" cap="none" spc="0" normalizeH="0" baseline="0" noProof="0" dirty="0" smtClean="0">
                <a:ln>
                  <a:noFill/>
                </a:ln>
                <a:solidFill>
                  <a:schemeClr val="bg1"/>
                </a:solidFill>
                <a:effectLst/>
                <a:uLnTx/>
                <a:uFillTx/>
                <a:latin typeface="+mn-lt"/>
                <a:ea typeface="+mn-ea"/>
                <a:cs typeface="+mn-cs"/>
              </a:rPr>
              <a:t>    	(C)</a:t>
            </a:r>
            <a:r>
              <a:rPr kumimoji="0" lang="zh-CN" sz="2200" b="0" i="0" u="none" strike="noStrike" kern="0" cap="none" spc="0" normalizeH="0" baseline="0" noProof="0" dirty="0" smtClean="0">
                <a:ln>
                  <a:noFill/>
                </a:ln>
                <a:solidFill>
                  <a:schemeClr val="bg1"/>
                </a:solidFill>
                <a:effectLst/>
                <a:uLnTx/>
                <a:uFillTx/>
                <a:latin typeface="+mn-lt"/>
                <a:ea typeface="+mn-ea"/>
                <a:cs typeface="+mn-cs"/>
              </a:rPr>
              <a:t>经验</a:t>
            </a:r>
            <a:r>
              <a:rPr kumimoji="0" lang="en-US" sz="2200" b="0" i="0" u="none" strike="noStrike" kern="0" cap="none" spc="0" normalizeH="0" baseline="0" noProof="0" dirty="0" smtClean="0">
                <a:ln>
                  <a:noFill/>
                </a:ln>
                <a:solidFill>
                  <a:schemeClr val="bg1"/>
                </a:solidFill>
                <a:effectLst/>
                <a:uLnTx/>
                <a:uFillTx/>
                <a:latin typeface="+mn-lt"/>
                <a:ea typeface="+mn-ea"/>
                <a:cs typeface="+mn-cs"/>
              </a:rPr>
              <a:t>    	(D)</a:t>
            </a:r>
            <a:r>
              <a:rPr kumimoji="0" lang="zh-CN" sz="2200" b="0" i="0" u="none" strike="noStrike" kern="0" cap="none" spc="0" normalizeH="0" baseline="0" noProof="0" dirty="0" smtClean="0">
                <a:ln>
                  <a:noFill/>
                </a:ln>
                <a:solidFill>
                  <a:schemeClr val="bg1"/>
                </a:solidFill>
                <a:effectLst/>
                <a:uLnTx/>
                <a:uFillTx/>
                <a:latin typeface="+mn-lt"/>
                <a:ea typeface="+mn-ea"/>
                <a:cs typeface="+mn-cs"/>
              </a:rPr>
              <a:t>社会环境</a:t>
            </a:r>
            <a:endParaRPr kumimoji="0" lang="en-US" altLang="zh-CN" sz="2200" b="0" i="0" u="none" strike="noStrike" kern="0" cap="none" spc="0" normalizeH="0" baseline="0" noProof="0" dirty="0" smtClean="0">
              <a:ln>
                <a:noFill/>
              </a:ln>
              <a:solidFill>
                <a:schemeClr val="bg1"/>
              </a:solidFill>
              <a:effectLst/>
              <a:uLnTx/>
              <a:uFillTx/>
              <a:latin typeface="+mn-lt"/>
              <a:ea typeface="+mn-ea"/>
              <a:cs typeface="+mn-cs"/>
            </a:endParaRPr>
          </a:p>
          <a:p>
            <a:pPr marL="342900" marR="0" lvl="0" indent="-342900" algn="l" defTabSz="914400" rtl="0" eaLnBrk="0" fontAlgn="base" latinLnBrk="0" hangingPunct="0">
              <a:lnSpc>
                <a:spcPts val="4000"/>
              </a:lnSpc>
              <a:spcBef>
                <a:spcPct val="20000"/>
              </a:spcBef>
              <a:spcAft>
                <a:spcPct val="0"/>
              </a:spcAft>
              <a:buClrTx/>
              <a:buSzTx/>
              <a:buFont typeface="Arial" charset="0"/>
              <a:buNone/>
              <a:defRPr/>
            </a:pPr>
            <a:r>
              <a:rPr kumimoji="0" lang="en-US" altLang="zh-CN" sz="2200" b="0" i="0" u="none" strike="noStrike" kern="0" cap="none" spc="0" normalizeH="0" baseline="0" noProof="0" dirty="0" smtClean="0">
                <a:ln>
                  <a:noFill/>
                </a:ln>
                <a:solidFill>
                  <a:schemeClr val="bg1"/>
                </a:solidFill>
                <a:effectLst/>
                <a:uLnTx/>
                <a:uFillTx/>
                <a:latin typeface="+mn-lt"/>
                <a:ea typeface="+mn-ea"/>
                <a:cs typeface="+mn-cs"/>
              </a:rPr>
              <a:t>       [</a:t>
            </a:r>
            <a:r>
              <a:rPr kumimoji="0" lang="zh-CN" altLang="en-US" sz="2200" b="0" i="0" u="none" strike="noStrike" kern="0" cap="none" spc="0" normalizeH="0" baseline="0" noProof="0" dirty="0" smtClean="0">
                <a:ln>
                  <a:noFill/>
                </a:ln>
                <a:solidFill>
                  <a:schemeClr val="bg1"/>
                </a:solidFill>
                <a:effectLst/>
                <a:uLnTx/>
                <a:uFillTx/>
                <a:latin typeface="+mn-lt"/>
                <a:ea typeface="+mn-ea"/>
                <a:cs typeface="+mn-cs"/>
              </a:rPr>
              <a:t>答案</a:t>
            </a:r>
            <a:r>
              <a:rPr kumimoji="0" lang="en-US" altLang="zh-CN" sz="2200" b="0" i="0" u="none" strike="noStrike" kern="0" cap="none" spc="0" normalizeH="0" baseline="0" noProof="0" dirty="0" smtClean="0">
                <a:ln>
                  <a:noFill/>
                </a:ln>
                <a:solidFill>
                  <a:schemeClr val="bg1"/>
                </a:solidFill>
                <a:effectLst/>
                <a:uLnTx/>
                <a:uFillTx/>
                <a:latin typeface="+mn-lt"/>
                <a:ea typeface="+mn-ea"/>
                <a:cs typeface="+mn-cs"/>
              </a:rPr>
              <a:t>]</a:t>
            </a:r>
            <a:r>
              <a:rPr kumimoji="0" lang="zh-CN" altLang="en-US" sz="2200" b="0" i="0" u="none" strike="noStrike" kern="0" cap="none" spc="0" normalizeH="0" baseline="0" noProof="0" dirty="0" smtClean="0">
                <a:ln>
                  <a:noFill/>
                </a:ln>
                <a:solidFill>
                  <a:schemeClr val="bg1"/>
                </a:solidFill>
                <a:effectLst/>
                <a:uLnTx/>
                <a:uFillTx/>
                <a:latin typeface="+mn-lt"/>
                <a:ea typeface="+mn-ea"/>
                <a:cs typeface="+mn-cs"/>
              </a:rPr>
              <a:t>：</a:t>
            </a:r>
            <a:r>
              <a:rPr kumimoji="0" lang="en-US" sz="2200" b="0" i="0" u="none" strike="noStrike" kern="0" cap="none" spc="0" normalizeH="0" baseline="0" noProof="0" dirty="0" smtClean="0">
                <a:ln>
                  <a:noFill/>
                </a:ln>
                <a:solidFill>
                  <a:schemeClr val="bg1"/>
                </a:solidFill>
                <a:effectLst/>
                <a:uLnTx/>
                <a:uFillTx/>
                <a:latin typeface="+mn-lt"/>
                <a:ea typeface="+mn-ea"/>
                <a:cs typeface="+mn-cs"/>
              </a:rPr>
              <a:t> ACD</a:t>
            </a:r>
            <a:endParaRPr kumimoji="0" lang="en-US" sz="2200" b="0" i="0" u="none" strike="noStrike" kern="0" cap="none" spc="0" normalizeH="0" baseline="0" noProof="0" dirty="0" smtClean="0">
              <a:ln>
                <a:noFill/>
              </a:ln>
              <a:solidFill>
                <a:schemeClr val="bg1"/>
              </a:solidFill>
              <a:effectLst/>
              <a:uLnTx/>
              <a:uFillTx/>
              <a:latin typeface="+mn-lt"/>
              <a:ea typeface="+mn-ea"/>
              <a:cs typeface="+mn-cs"/>
            </a:endParaRPr>
          </a:p>
          <a:p>
            <a:pPr marL="457200" marR="0" lvl="0" indent="-457200" algn="l" defTabSz="914400" rtl="0" eaLnBrk="0" fontAlgn="base" latinLnBrk="0" hangingPunct="0">
              <a:lnSpc>
                <a:spcPts val="4000"/>
              </a:lnSpc>
              <a:spcBef>
                <a:spcPct val="20000"/>
              </a:spcBef>
              <a:spcAft>
                <a:spcPct val="0"/>
              </a:spcAft>
              <a:buClrTx/>
              <a:buSzTx/>
              <a:buFont typeface="Arial" charset="0"/>
              <a:buNone/>
              <a:defRPr/>
            </a:pPr>
            <a:r>
              <a:rPr kumimoji="0" lang="en-US" sz="2200" b="0" i="0" u="none" strike="noStrike" kern="0" cap="none" spc="0" normalizeH="0" baseline="0" noProof="0" dirty="0" smtClean="0">
                <a:ln>
                  <a:noFill/>
                </a:ln>
                <a:solidFill>
                  <a:schemeClr val="bg1"/>
                </a:solidFill>
                <a:effectLst/>
                <a:uLnTx/>
                <a:uFillTx/>
                <a:latin typeface="+mn-lt"/>
                <a:ea typeface="+mn-ea"/>
                <a:cs typeface="+mn-cs"/>
              </a:rPr>
              <a:t>44</a:t>
            </a:r>
            <a:r>
              <a:rPr kumimoji="0" lang="zh-CN" sz="2200" b="0" i="0" u="none" strike="noStrike" kern="0" cap="none" spc="0" normalizeH="0" baseline="0" noProof="0" dirty="0" smtClean="0">
                <a:ln>
                  <a:noFill/>
                </a:ln>
                <a:solidFill>
                  <a:schemeClr val="bg1"/>
                </a:solidFill>
                <a:effectLst/>
                <a:uLnTx/>
                <a:uFillTx/>
                <a:latin typeface="+mn-lt"/>
                <a:ea typeface="+mn-ea"/>
                <a:cs typeface="+mn-cs"/>
              </a:rPr>
              <a:t>、根据维果斯基的</a:t>
            </a:r>
            <a:r>
              <a:rPr kumimoji="0" lang="en-US" sz="2200" b="0" i="0" u="none" strike="noStrike" kern="0" cap="none" spc="0" normalizeH="0" baseline="0" noProof="0" dirty="0" smtClean="0">
                <a:ln>
                  <a:noFill/>
                </a:ln>
                <a:solidFill>
                  <a:schemeClr val="bg1"/>
                </a:solidFill>
                <a:effectLst/>
                <a:uLnTx/>
                <a:uFillTx/>
                <a:latin typeface="+mn-lt"/>
                <a:ea typeface="+mn-ea"/>
                <a:cs typeface="+mn-cs"/>
              </a:rPr>
              <a:t>“</a:t>
            </a:r>
            <a:r>
              <a:rPr kumimoji="0" lang="zh-CN" sz="2200" b="0" i="0" u="none" strike="noStrike" kern="0" cap="none" spc="0" normalizeH="0" baseline="0" noProof="0" dirty="0" smtClean="0">
                <a:ln>
                  <a:noFill/>
                </a:ln>
                <a:solidFill>
                  <a:schemeClr val="bg1"/>
                </a:solidFill>
                <a:effectLst/>
                <a:uLnTx/>
                <a:uFillTx/>
                <a:latin typeface="+mn-lt"/>
                <a:ea typeface="+mn-ea"/>
                <a:cs typeface="+mn-cs"/>
              </a:rPr>
              <a:t>最近发展区</a:t>
            </a:r>
            <a:r>
              <a:rPr kumimoji="0" lang="en-US" sz="2200" b="0" i="0" u="none" strike="noStrike" kern="0" cap="none" spc="0" normalizeH="0" baseline="0" noProof="0" dirty="0" smtClean="0">
                <a:ln>
                  <a:noFill/>
                </a:ln>
                <a:solidFill>
                  <a:schemeClr val="bg1"/>
                </a:solidFill>
                <a:effectLst/>
                <a:uLnTx/>
                <a:uFillTx/>
                <a:latin typeface="+mn-lt"/>
                <a:ea typeface="+mn-ea"/>
                <a:cs typeface="+mn-cs"/>
              </a:rPr>
              <a:t>”</a:t>
            </a:r>
            <a:r>
              <a:rPr kumimoji="0" lang="zh-CN" sz="2200" b="0" i="0" u="none" strike="noStrike" kern="0" cap="none" spc="0" normalizeH="0" baseline="0" noProof="0" dirty="0" smtClean="0">
                <a:ln>
                  <a:noFill/>
                </a:ln>
                <a:solidFill>
                  <a:schemeClr val="bg1"/>
                </a:solidFill>
                <a:effectLst/>
                <a:uLnTx/>
                <a:uFillTx/>
                <a:latin typeface="+mn-lt"/>
                <a:ea typeface="+mn-ea"/>
                <a:cs typeface="+mn-cs"/>
              </a:rPr>
              <a:t>观点，对儿童心理发展最有利的是与（</a:t>
            </a:r>
            <a:r>
              <a:rPr kumimoji="0" lang="en-US" altLang="zh-CN" sz="2200" b="0" i="0" u="none" strike="noStrike" kern="0" cap="none" spc="0" normalizeH="0" baseline="0" noProof="0" dirty="0" smtClean="0">
                <a:ln>
                  <a:noFill/>
                </a:ln>
                <a:solidFill>
                  <a:schemeClr val="bg1"/>
                </a:solidFill>
                <a:effectLst/>
                <a:uLnTx/>
                <a:uFillTx/>
                <a:latin typeface="+mn-lt"/>
                <a:ea typeface="+mn-ea"/>
                <a:cs typeface="+mn-cs"/>
              </a:rPr>
              <a:t>   </a:t>
            </a:r>
            <a:r>
              <a:rPr kumimoji="0" lang="zh-CN" sz="2200" b="0" i="0" u="none" strike="noStrike" kern="0" cap="none" spc="0" normalizeH="0" baseline="0" noProof="0" dirty="0" smtClean="0">
                <a:ln>
                  <a:noFill/>
                </a:ln>
                <a:solidFill>
                  <a:schemeClr val="bg1"/>
                </a:solidFill>
                <a:effectLst/>
                <a:uLnTx/>
                <a:uFillTx/>
                <a:latin typeface="+mn-lt"/>
                <a:ea typeface="+mn-ea"/>
                <a:cs typeface="+mn-cs"/>
              </a:rPr>
              <a:t>）交往。</a:t>
            </a:r>
            <a:r>
              <a:rPr kumimoji="0" lang="en-US" sz="2200" b="0" i="0" u="none" strike="noStrike" kern="0" cap="none" spc="0" normalizeH="0" baseline="0" noProof="0" dirty="0" smtClean="0">
                <a:ln>
                  <a:noFill/>
                </a:ln>
                <a:solidFill>
                  <a:schemeClr val="bg1"/>
                </a:solidFill>
                <a:effectLst/>
                <a:uLnTx/>
                <a:uFillTx/>
                <a:latin typeface="+mn-lt"/>
                <a:ea typeface="+mn-ea"/>
                <a:cs typeface="+mn-cs"/>
              </a:rPr>
              <a:t> (2013</a:t>
            </a:r>
            <a:r>
              <a:rPr kumimoji="0" lang="zh-CN" sz="2200" b="0" i="0" u="none" strike="noStrike" kern="0" cap="none" spc="0" normalizeH="0" baseline="0" noProof="0" dirty="0" smtClean="0">
                <a:ln>
                  <a:noFill/>
                </a:ln>
                <a:solidFill>
                  <a:schemeClr val="bg1"/>
                </a:solidFill>
                <a:effectLst/>
                <a:uLnTx/>
                <a:uFillTx/>
                <a:latin typeface="+mn-lt"/>
                <a:ea typeface="+mn-ea"/>
                <a:cs typeface="+mn-cs"/>
              </a:rPr>
              <a:t>年</a:t>
            </a:r>
            <a:r>
              <a:rPr kumimoji="0" lang="en-US" sz="2200" b="0" i="0" u="none" strike="noStrike" kern="0" cap="none" spc="0" normalizeH="0" baseline="0" noProof="0" dirty="0" smtClean="0">
                <a:ln>
                  <a:noFill/>
                </a:ln>
                <a:solidFill>
                  <a:schemeClr val="bg1"/>
                </a:solidFill>
                <a:effectLst/>
                <a:uLnTx/>
                <a:uFillTx/>
                <a:latin typeface="+mn-lt"/>
                <a:ea typeface="+mn-ea"/>
                <a:cs typeface="+mn-cs"/>
              </a:rPr>
              <a:t>5</a:t>
            </a:r>
            <a:r>
              <a:rPr kumimoji="0" lang="zh-CN" sz="2200" b="0" i="0" u="none" strike="noStrike" kern="0" cap="none" spc="0" normalizeH="0" baseline="0" noProof="0" dirty="0" smtClean="0">
                <a:ln>
                  <a:noFill/>
                </a:ln>
                <a:solidFill>
                  <a:schemeClr val="bg1"/>
                </a:solidFill>
                <a:effectLst/>
                <a:uLnTx/>
                <a:uFillTx/>
                <a:latin typeface="+mn-lt"/>
                <a:ea typeface="+mn-ea"/>
                <a:cs typeface="+mn-cs"/>
              </a:rPr>
              <a:t>月二）</a:t>
            </a:r>
            <a:endParaRPr kumimoji="0" lang="zh-CN" sz="2200" b="0" i="0" u="none" strike="noStrike" kern="0" cap="none" spc="0" normalizeH="0" baseline="0" noProof="0" dirty="0" smtClean="0">
              <a:ln>
                <a:noFill/>
              </a:ln>
              <a:solidFill>
                <a:schemeClr val="bg1"/>
              </a:solidFill>
              <a:effectLst/>
              <a:uLnTx/>
              <a:uFillTx/>
              <a:latin typeface="+mn-lt"/>
              <a:ea typeface="+mn-ea"/>
              <a:cs typeface="+mn-cs"/>
            </a:endParaRPr>
          </a:p>
          <a:p>
            <a:pPr marL="457200" marR="0" lvl="0" indent="-457200" algn="l" defTabSz="914400" rtl="0" eaLnBrk="0" fontAlgn="base" latinLnBrk="0" hangingPunct="0">
              <a:lnSpc>
                <a:spcPts val="4000"/>
              </a:lnSpc>
              <a:spcBef>
                <a:spcPct val="20000"/>
              </a:spcBef>
              <a:spcAft>
                <a:spcPct val="0"/>
              </a:spcAft>
              <a:buClrTx/>
              <a:buSzTx/>
              <a:buFont typeface="Arial" charset="0"/>
              <a:buNone/>
              <a:defRPr/>
            </a:pPr>
            <a:r>
              <a:rPr kumimoji="0" lang="en-US" altLang="zh-CN" sz="2200" b="0" i="0" u="none" strike="noStrike" kern="0" cap="none" spc="0" normalizeH="0" baseline="0" noProof="0" dirty="0" smtClean="0">
                <a:ln>
                  <a:noFill/>
                </a:ln>
                <a:solidFill>
                  <a:schemeClr val="bg1"/>
                </a:solidFill>
                <a:effectLst/>
                <a:uLnTx/>
                <a:uFillTx/>
                <a:latin typeface="+mn-lt"/>
                <a:ea typeface="+mn-ea"/>
                <a:cs typeface="+mn-cs"/>
              </a:rPr>
              <a:t>      </a:t>
            </a:r>
            <a:r>
              <a:rPr kumimoji="0" lang="zh-CN" sz="2200" b="0" i="0" u="none" strike="noStrike" kern="0" cap="none" spc="0" normalizeH="0" baseline="0" noProof="0" dirty="0" smtClean="0">
                <a:ln>
                  <a:noFill/>
                </a:ln>
                <a:solidFill>
                  <a:schemeClr val="bg1"/>
                </a:solidFill>
                <a:effectLst/>
                <a:uLnTx/>
                <a:uFillTx/>
                <a:latin typeface="+mn-lt"/>
                <a:ea typeface="+mn-ea"/>
                <a:cs typeface="+mn-cs"/>
              </a:rPr>
              <a:t>（</a:t>
            </a:r>
            <a:r>
              <a:rPr kumimoji="0" lang="en-US" sz="2200" b="0" i="0" u="none" strike="noStrike" kern="0" cap="none" spc="0" normalizeH="0" baseline="0" noProof="0" dirty="0" smtClean="0">
                <a:ln>
                  <a:noFill/>
                </a:ln>
                <a:solidFill>
                  <a:schemeClr val="bg1"/>
                </a:solidFill>
                <a:effectLst/>
                <a:uLnTx/>
                <a:uFillTx/>
                <a:latin typeface="+mn-lt"/>
                <a:ea typeface="+mn-ea"/>
                <a:cs typeface="+mn-cs"/>
              </a:rPr>
              <a:t>A</a:t>
            </a:r>
            <a:r>
              <a:rPr kumimoji="0" lang="zh-CN" sz="2200" b="0" i="0" u="none" strike="noStrike" kern="0" cap="none" spc="0" normalizeH="0" baseline="0" noProof="0" dirty="0" smtClean="0">
                <a:ln>
                  <a:noFill/>
                </a:ln>
                <a:solidFill>
                  <a:schemeClr val="bg1"/>
                </a:solidFill>
                <a:effectLst/>
                <a:uLnTx/>
                <a:uFillTx/>
                <a:latin typeface="+mn-lt"/>
                <a:ea typeface="+mn-ea"/>
                <a:cs typeface="+mn-cs"/>
              </a:rPr>
              <a:t>）能力比自己差的同伴（</a:t>
            </a:r>
            <a:r>
              <a:rPr kumimoji="0" lang="en-US" sz="2200" b="0" i="0" u="none" strike="noStrike" kern="0" cap="none" spc="0" normalizeH="0" baseline="0" noProof="0" dirty="0" smtClean="0">
                <a:ln>
                  <a:noFill/>
                </a:ln>
                <a:solidFill>
                  <a:schemeClr val="bg1"/>
                </a:solidFill>
                <a:effectLst/>
                <a:uLnTx/>
                <a:uFillTx/>
                <a:latin typeface="+mn-lt"/>
                <a:ea typeface="+mn-ea"/>
                <a:cs typeface="+mn-cs"/>
              </a:rPr>
              <a:t>B</a:t>
            </a:r>
            <a:r>
              <a:rPr kumimoji="0" lang="zh-CN" sz="2200" b="0" i="0" u="none" strike="noStrike" kern="0" cap="none" spc="0" normalizeH="0" baseline="0" noProof="0" dirty="0" smtClean="0">
                <a:ln>
                  <a:noFill/>
                </a:ln>
                <a:solidFill>
                  <a:schemeClr val="bg1"/>
                </a:solidFill>
                <a:effectLst/>
                <a:uLnTx/>
                <a:uFillTx/>
                <a:latin typeface="+mn-lt"/>
                <a:ea typeface="+mn-ea"/>
                <a:cs typeface="+mn-cs"/>
              </a:rPr>
              <a:t>）能力差不多的同伴</a:t>
            </a:r>
            <a:endParaRPr kumimoji="0" lang="zh-CN" sz="2200" b="0" i="0" u="none" strike="noStrike" kern="0" cap="none" spc="0" normalizeH="0" baseline="0" noProof="0" dirty="0" smtClean="0">
              <a:ln>
                <a:noFill/>
              </a:ln>
              <a:solidFill>
                <a:schemeClr val="bg1"/>
              </a:solidFill>
              <a:effectLst/>
              <a:uLnTx/>
              <a:uFillTx/>
              <a:latin typeface="+mn-lt"/>
              <a:ea typeface="+mn-ea"/>
              <a:cs typeface="+mn-cs"/>
            </a:endParaRPr>
          </a:p>
          <a:p>
            <a:pPr marL="457200" marR="0" lvl="0" indent="-457200" algn="l" defTabSz="914400" rtl="0" eaLnBrk="0" fontAlgn="base" latinLnBrk="0" hangingPunct="0">
              <a:lnSpc>
                <a:spcPts val="4000"/>
              </a:lnSpc>
              <a:spcBef>
                <a:spcPct val="20000"/>
              </a:spcBef>
              <a:spcAft>
                <a:spcPct val="0"/>
              </a:spcAft>
              <a:buClrTx/>
              <a:buSzTx/>
              <a:buFont typeface="Arial" charset="0"/>
              <a:buNone/>
              <a:defRPr/>
            </a:pPr>
            <a:r>
              <a:rPr kumimoji="0" lang="en-US" altLang="zh-CN" sz="2200" b="0" i="0" u="none" strike="noStrike" kern="0" cap="none" spc="0" normalizeH="0" baseline="0" noProof="0" dirty="0" smtClean="0">
                <a:ln>
                  <a:noFill/>
                </a:ln>
                <a:solidFill>
                  <a:schemeClr val="bg1"/>
                </a:solidFill>
                <a:effectLst/>
                <a:uLnTx/>
                <a:uFillTx/>
                <a:latin typeface="+mn-lt"/>
                <a:ea typeface="+mn-ea"/>
                <a:cs typeface="+mn-cs"/>
              </a:rPr>
              <a:t>     </a:t>
            </a:r>
            <a:r>
              <a:rPr kumimoji="0" lang="zh-CN" sz="2200" b="0" i="0" u="none" strike="noStrike" kern="0" cap="none" spc="0" normalizeH="0" baseline="0" noProof="0" dirty="0" smtClean="0">
                <a:ln>
                  <a:noFill/>
                </a:ln>
                <a:solidFill>
                  <a:schemeClr val="bg1"/>
                </a:solidFill>
                <a:effectLst/>
                <a:uLnTx/>
                <a:uFillTx/>
                <a:latin typeface="+mn-lt"/>
                <a:ea typeface="+mn-ea"/>
                <a:cs typeface="+mn-cs"/>
              </a:rPr>
              <a:t>（</a:t>
            </a:r>
            <a:r>
              <a:rPr kumimoji="0" lang="en-US" sz="2200" b="0" i="0" u="none" strike="noStrike" kern="0" cap="none" spc="0" normalizeH="0" baseline="0" noProof="0" dirty="0" smtClean="0">
                <a:ln>
                  <a:noFill/>
                </a:ln>
                <a:solidFill>
                  <a:schemeClr val="bg1"/>
                </a:solidFill>
                <a:effectLst/>
                <a:uLnTx/>
                <a:uFillTx/>
                <a:latin typeface="+mn-lt"/>
                <a:ea typeface="+mn-ea"/>
                <a:cs typeface="+mn-cs"/>
              </a:rPr>
              <a:t>C</a:t>
            </a:r>
            <a:r>
              <a:rPr kumimoji="0" lang="zh-CN" sz="2200" b="0" i="0" u="none" strike="noStrike" kern="0" cap="none" spc="0" normalizeH="0" baseline="0" noProof="0" dirty="0" smtClean="0">
                <a:ln>
                  <a:noFill/>
                </a:ln>
                <a:solidFill>
                  <a:schemeClr val="bg1"/>
                </a:solidFill>
                <a:effectLst/>
                <a:uLnTx/>
                <a:uFillTx/>
                <a:latin typeface="+mn-lt"/>
                <a:ea typeface="+mn-ea"/>
                <a:cs typeface="+mn-cs"/>
              </a:rPr>
              <a:t>）能力比自己强的同伴（</a:t>
            </a:r>
            <a:r>
              <a:rPr kumimoji="0" lang="en-US" sz="2200" b="0" i="0" u="none" strike="noStrike" kern="0" cap="none" spc="0" normalizeH="0" baseline="0" noProof="0" dirty="0" smtClean="0">
                <a:ln>
                  <a:noFill/>
                </a:ln>
                <a:solidFill>
                  <a:schemeClr val="bg1"/>
                </a:solidFill>
                <a:effectLst/>
                <a:uLnTx/>
                <a:uFillTx/>
                <a:latin typeface="+mn-lt"/>
                <a:ea typeface="+mn-ea"/>
                <a:cs typeface="+mn-cs"/>
              </a:rPr>
              <a:t>D</a:t>
            </a:r>
            <a:r>
              <a:rPr kumimoji="0" lang="zh-CN" sz="2200" b="0" i="0" u="none" strike="noStrike" kern="0" cap="none" spc="0" normalizeH="0" baseline="0" noProof="0" dirty="0" smtClean="0">
                <a:ln>
                  <a:noFill/>
                </a:ln>
                <a:solidFill>
                  <a:schemeClr val="bg1"/>
                </a:solidFill>
                <a:effectLst/>
                <a:uLnTx/>
                <a:uFillTx/>
                <a:latin typeface="+mn-lt"/>
                <a:ea typeface="+mn-ea"/>
                <a:cs typeface="+mn-cs"/>
              </a:rPr>
              <a:t>）能力比自己强的大人</a:t>
            </a:r>
            <a:endParaRPr kumimoji="0" lang="en-US" altLang="zh-CN" sz="2200" b="0" i="0" u="none" strike="noStrike" kern="0" cap="none" spc="0" normalizeH="0" baseline="0" noProof="0" dirty="0" smtClean="0">
              <a:ln>
                <a:noFill/>
              </a:ln>
              <a:solidFill>
                <a:schemeClr val="bg1"/>
              </a:solidFill>
              <a:effectLst/>
              <a:uLnTx/>
              <a:uFillTx/>
              <a:latin typeface="+mn-lt"/>
              <a:ea typeface="+mn-ea"/>
              <a:cs typeface="+mn-cs"/>
            </a:endParaRPr>
          </a:p>
          <a:p>
            <a:pPr marL="457200" marR="0" lvl="0" indent="-457200" algn="l" defTabSz="914400" rtl="0" eaLnBrk="0" fontAlgn="base" latinLnBrk="0" hangingPunct="0">
              <a:lnSpc>
                <a:spcPts val="4000"/>
              </a:lnSpc>
              <a:spcBef>
                <a:spcPct val="20000"/>
              </a:spcBef>
              <a:spcAft>
                <a:spcPct val="0"/>
              </a:spcAft>
              <a:buClrTx/>
              <a:buSzTx/>
              <a:buFont typeface="Arial" charset="0"/>
              <a:buNone/>
              <a:defRPr/>
            </a:pPr>
            <a:r>
              <a:rPr kumimoji="0" lang="en-US" altLang="zh-CN" sz="2200" b="0" i="0" u="none" strike="noStrike" kern="0" cap="none" spc="0" normalizeH="0" baseline="0" noProof="0" dirty="0" smtClean="0">
                <a:ln>
                  <a:noFill/>
                </a:ln>
                <a:solidFill>
                  <a:schemeClr val="bg1"/>
                </a:solidFill>
                <a:effectLst/>
                <a:uLnTx/>
                <a:uFillTx/>
                <a:latin typeface="+mn-lt"/>
                <a:ea typeface="+mn-ea"/>
                <a:cs typeface="+mn-cs"/>
              </a:rPr>
              <a:t>       [</a:t>
            </a:r>
            <a:r>
              <a:rPr kumimoji="0" lang="zh-CN" altLang="en-US" sz="2200" b="0" i="0" u="none" strike="noStrike" kern="0" cap="none" spc="0" normalizeH="0" baseline="0" noProof="0" dirty="0" smtClean="0">
                <a:ln>
                  <a:noFill/>
                </a:ln>
                <a:solidFill>
                  <a:schemeClr val="bg1"/>
                </a:solidFill>
                <a:effectLst/>
                <a:uLnTx/>
                <a:uFillTx/>
                <a:latin typeface="+mn-lt"/>
                <a:ea typeface="+mn-ea"/>
                <a:cs typeface="+mn-cs"/>
              </a:rPr>
              <a:t>答案</a:t>
            </a:r>
            <a:r>
              <a:rPr kumimoji="0" lang="en-US" altLang="zh-CN" sz="2200" b="0" i="0" u="none" strike="noStrike" kern="0" cap="none" spc="0" normalizeH="0" baseline="0" noProof="0" dirty="0" smtClean="0">
                <a:ln>
                  <a:noFill/>
                </a:ln>
                <a:solidFill>
                  <a:schemeClr val="bg1"/>
                </a:solidFill>
                <a:effectLst/>
                <a:uLnTx/>
                <a:uFillTx/>
                <a:latin typeface="+mn-lt"/>
                <a:ea typeface="+mn-ea"/>
                <a:cs typeface="+mn-cs"/>
              </a:rPr>
              <a:t>]</a:t>
            </a:r>
            <a:r>
              <a:rPr kumimoji="0" lang="zh-CN" altLang="en-US" sz="2200" b="0" i="0" u="none" strike="noStrike" kern="0" cap="none" spc="0" normalizeH="0" baseline="0" noProof="0" dirty="0" smtClean="0">
                <a:ln>
                  <a:noFill/>
                </a:ln>
                <a:solidFill>
                  <a:schemeClr val="bg1"/>
                </a:solidFill>
                <a:effectLst/>
                <a:uLnTx/>
                <a:uFillTx/>
                <a:latin typeface="+mn-lt"/>
                <a:ea typeface="+mn-ea"/>
                <a:cs typeface="+mn-cs"/>
              </a:rPr>
              <a:t>：</a:t>
            </a:r>
            <a:r>
              <a:rPr kumimoji="0" lang="en-US" sz="2200" b="0" i="0" u="none" strike="noStrike" kern="0" cap="none" spc="0" normalizeH="0" baseline="0" noProof="0" dirty="0" smtClean="0">
                <a:ln>
                  <a:noFill/>
                </a:ln>
                <a:solidFill>
                  <a:schemeClr val="bg1"/>
                </a:solidFill>
                <a:effectLst/>
                <a:uLnTx/>
                <a:uFillTx/>
                <a:latin typeface="+mn-lt"/>
                <a:ea typeface="+mn-ea"/>
                <a:cs typeface="+mn-cs"/>
              </a:rPr>
              <a:t> C</a:t>
            </a:r>
            <a:endParaRPr kumimoji="0" lang="zh-CN" sz="2200" b="0" i="0" u="none" strike="noStrike" kern="0" cap="none" spc="0" normalizeH="0" baseline="0" noProof="0" dirty="0" smtClean="0">
              <a:ln>
                <a:noFill/>
              </a:ln>
              <a:solidFill>
                <a:schemeClr val="bg1"/>
              </a:solidFill>
              <a:effectLst/>
              <a:uLnTx/>
              <a:uFillTx/>
              <a:latin typeface="+mn-lt"/>
              <a:ea typeface="+mn-ea"/>
              <a:cs typeface="+mn-cs"/>
            </a:endParaRPr>
          </a:p>
          <a:p>
            <a:pPr marL="342900" marR="0" lvl="0" indent="-342900" algn="l" defTabSz="914400" rtl="0" eaLnBrk="0" fontAlgn="base" latinLnBrk="0" hangingPunct="0">
              <a:lnSpc>
                <a:spcPts val="4000"/>
              </a:lnSpc>
              <a:spcBef>
                <a:spcPct val="20000"/>
              </a:spcBef>
              <a:spcAft>
                <a:spcPct val="0"/>
              </a:spcAft>
              <a:buClrTx/>
              <a:buSzTx/>
              <a:buFont typeface="Arial" charset="0"/>
              <a:buNone/>
              <a:defRPr/>
            </a:pPr>
            <a:endParaRPr kumimoji="0" lang="en-US" sz="2200" b="0" i="0" u="none" strike="noStrike" kern="0" cap="none" spc="0" normalizeH="0" baseline="0" noProof="0" dirty="0" smtClean="0">
              <a:ln>
                <a:noFill/>
              </a:ln>
              <a:solidFill>
                <a:schemeClr val="bg1"/>
              </a:solidFill>
              <a:effectLst/>
              <a:uLnTx/>
              <a:uFillTx/>
              <a:latin typeface="+mn-lt"/>
              <a:ea typeface="+mn-ea"/>
              <a:cs typeface="+mn-cs"/>
            </a:endParaRPr>
          </a:p>
          <a:p>
            <a:pPr marL="342900" marR="0" lvl="0" indent="-342900" algn="l" defTabSz="914400" rtl="0" eaLnBrk="0" fontAlgn="base" latinLnBrk="0" hangingPunct="0">
              <a:lnSpc>
                <a:spcPts val="4000"/>
              </a:lnSpc>
              <a:spcBef>
                <a:spcPct val="20000"/>
              </a:spcBef>
              <a:spcAft>
                <a:spcPct val="0"/>
              </a:spcAft>
              <a:buClrTx/>
              <a:buSzTx/>
              <a:buFont typeface="Arial" charset="0"/>
              <a:buNone/>
              <a:defRPr/>
            </a:pPr>
            <a:endParaRPr kumimoji="0" lang="zh-CN" sz="2200" b="0" i="0" u="none" strike="noStrike" kern="0" cap="none" spc="0" normalizeH="0" baseline="0" noProof="0" dirty="0" smtClean="0">
              <a:ln>
                <a:noFill/>
              </a:ln>
              <a:solidFill>
                <a:schemeClr val="bg1"/>
              </a:solidFill>
              <a:effectLst/>
              <a:uLnTx/>
              <a:uFillTx/>
              <a:latin typeface="+mn-lt"/>
              <a:ea typeface="+mn-ea"/>
              <a:cs typeface="+mn-cs"/>
            </a:endParaRPr>
          </a:p>
          <a:p>
            <a:pPr marL="457200" marR="0" lvl="0" indent="-457200" algn="l" defTabSz="914400" rtl="0" eaLnBrk="0" fontAlgn="base" latinLnBrk="0" hangingPunct="0">
              <a:lnSpc>
                <a:spcPts val="4000"/>
              </a:lnSpc>
              <a:spcBef>
                <a:spcPct val="20000"/>
              </a:spcBef>
              <a:spcAft>
                <a:spcPct val="0"/>
              </a:spcAft>
              <a:buClrTx/>
              <a:buSzTx/>
              <a:buFont typeface="Arial" charset="0"/>
              <a:buNone/>
              <a:defRPr/>
            </a:pPr>
            <a:endParaRPr kumimoji="0" lang="zh-CN" sz="2200" b="0" i="0" u="none" strike="noStrike" kern="0" cap="none" spc="0" normalizeH="0" baseline="0" noProof="0" dirty="0" smtClean="0">
              <a:ln>
                <a:noFill/>
              </a:ln>
              <a:solidFill>
                <a:schemeClr val="bg1"/>
              </a:solidFill>
              <a:effectLst/>
              <a:uLnTx/>
              <a:uFillTx/>
              <a:latin typeface="+mn-lt"/>
              <a:ea typeface="+mn-ea"/>
              <a:cs typeface="+mn-cs"/>
            </a:endParaRPr>
          </a:p>
          <a:p>
            <a:pPr marL="457200" marR="0" lvl="0" indent="-457200" algn="l" defTabSz="914400" rtl="0" eaLnBrk="0" fontAlgn="base" latinLnBrk="0" hangingPunct="0">
              <a:lnSpc>
                <a:spcPts val="4000"/>
              </a:lnSpc>
              <a:spcBef>
                <a:spcPct val="20000"/>
              </a:spcBef>
              <a:spcAft>
                <a:spcPct val="0"/>
              </a:spcAft>
              <a:buClrTx/>
              <a:buSzTx/>
              <a:buFont typeface="Arial" charset="0"/>
              <a:buNone/>
              <a:defRPr/>
            </a:pPr>
            <a:endParaRPr kumimoji="0" lang="en-US" altLang="zh-CN" sz="2200" b="0" i="0" u="none" strike="noStrike" kern="0" cap="none" spc="0" normalizeH="0" baseline="0" noProof="0" dirty="0" smtClean="0">
              <a:ln>
                <a:noFill/>
              </a:ln>
              <a:solidFill>
                <a:srgbClr val="00FFCC"/>
              </a:solidFill>
              <a:effectLst/>
              <a:uLnTx/>
              <a:uFillTx/>
              <a:latin typeface="+mn-lt"/>
              <a:ea typeface="+mn-ea"/>
              <a:cs typeface="+mn-cs"/>
            </a:endParaRPr>
          </a:p>
          <a:p>
            <a:pPr marL="457200" marR="0" lvl="0" indent="-457200" algn="l" defTabSz="914400" rtl="0" eaLnBrk="0" fontAlgn="base" latinLnBrk="0" hangingPunct="0">
              <a:lnSpc>
                <a:spcPts val="4000"/>
              </a:lnSpc>
              <a:spcBef>
                <a:spcPct val="20000"/>
              </a:spcBef>
              <a:spcAft>
                <a:spcPct val="0"/>
              </a:spcAft>
              <a:buClrTx/>
              <a:buSzTx/>
              <a:buFont typeface="Arial" charset="0"/>
              <a:buNone/>
              <a:defRPr/>
            </a:pPr>
            <a:r>
              <a:rPr kumimoji="0" lang="en-US" altLang="zh-CN" sz="2200" b="0" i="0" u="none" strike="noStrike" kern="0" cap="none" spc="0" normalizeH="0" baseline="0" noProof="0" dirty="0" smtClean="0">
                <a:ln>
                  <a:noFill/>
                </a:ln>
                <a:solidFill>
                  <a:schemeClr val="bg1"/>
                </a:solidFill>
                <a:effectLst/>
                <a:uLnTx/>
                <a:uFillTx/>
                <a:latin typeface="+mn-lt"/>
                <a:ea typeface="+mn-ea"/>
                <a:cs typeface="+mn-cs"/>
              </a:rPr>
              <a:t>  </a:t>
            </a:r>
            <a:endParaRPr kumimoji="0" lang="zh-CN" altLang="en-US" sz="2200" b="0" i="0" u="none" strike="noStrike" kern="0" cap="none" spc="0" normalizeH="0" baseline="0" noProof="0" dirty="0" smtClean="0">
              <a:ln>
                <a:noFill/>
              </a:ln>
              <a:solidFill>
                <a:schemeClr val="bg1"/>
              </a:solidFill>
              <a:effectLst/>
              <a:uLnTx/>
              <a:uFillTx/>
              <a:latin typeface="+mn-lt"/>
              <a:ea typeface="+mn-ea"/>
              <a:cs typeface="+mn-cs"/>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内容占位符 2"/>
          <p:cNvSpPr>
            <a14:cpLocks xmlns:a14="http://schemas.microsoft.com/office/drawing/2010/main" noGrp="1"/>
          </p:cNvSpPr>
          <p:nvPr>
            <p:ph idx="1"/>
          </p:nvPr>
        </p:nvSpPr>
        <p:spPr>
          <a:xfrm>
            <a:off x="755650" y="1047750"/>
            <a:ext cx="11260138" cy="4570413"/>
          </a:xfrm>
          <a:ln>
            <a:miter/>
          </a:ln>
        </p:spPr>
        <p:txBody>
          <a:bodyPr vert="horz" wrap="square" lIns="91440" tIns="45720" rIns="91440" bIns="45720" numCol="1" anchor="t" anchorCtr="0" compatLnSpc="1"/>
          <a:lstStyle/>
          <a:p>
            <a:pPr marL="342900" marR="0" lvl="0" indent="-342900" algn="l" defTabSz="914400" rtl="0" eaLnBrk="0" fontAlgn="base" latinLnBrk="0" hangingPunct="0">
              <a:lnSpc>
                <a:spcPts val="4000"/>
              </a:lnSpc>
              <a:spcBef>
                <a:spcPct val="20000"/>
              </a:spcBef>
              <a:spcAft>
                <a:spcPct val="0"/>
              </a:spcAft>
              <a:buClrTx/>
              <a:buSzTx/>
              <a:buFont typeface="Arial" charset="0"/>
              <a:buNone/>
              <a:defRPr/>
            </a:pPr>
            <a:r>
              <a:rPr kumimoji="0" lang="en-US" sz="2200" b="0" i="0" u="none" strike="noStrike" kern="0" cap="none" spc="0" normalizeH="0" baseline="0" noProof="0" dirty="0" smtClean="0">
                <a:ln>
                  <a:noFill/>
                </a:ln>
                <a:solidFill>
                  <a:schemeClr val="bg1"/>
                </a:solidFill>
                <a:effectLst/>
                <a:uLnTx/>
                <a:uFillTx/>
                <a:latin typeface="+mn-lt"/>
                <a:ea typeface="+mn-ea"/>
                <a:cs typeface="+mn-cs"/>
              </a:rPr>
              <a:t> 101</a:t>
            </a:r>
            <a:r>
              <a:rPr kumimoji="0" lang="zh-CN" sz="2200" b="0" i="0" u="none" strike="noStrike" kern="0" cap="none" spc="0" normalizeH="0" baseline="0" noProof="0" dirty="0" smtClean="0">
                <a:ln>
                  <a:noFill/>
                </a:ln>
                <a:solidFill>
                  <a:schemeClr val="bg1"/>
                </a:solidFill>
                <a:effectLst/>
                <a:uLnTx/>
                <a:uFillTx/>
                <a:latin typeface="+mn-lt"/>
                <a:ea typeface="+mn-ea"/>
                <a:cs typeface="+mn-cs"/>
              </a:rPr>
              <a:t>、按照维果茨基的观点，学习的最佳期限的前提和条件包括</a:t>
            </a:r>
            <a:r>
              <a:rPr kumimoji="0" lang="en-US" sz="2200" b="0" i="0" u="none" strike="noStrike" kern="0" cap="none" spc="0" normalizeH="0" baseline="0" noProof="0" dirty="0" smtClean="0">
                <a:ln>
                  <a:noFill/>
                </a:ln>
                <a:solidFill>
                  <a:schemeClr val="bg1"/>
                </a:solidFill>
                <a:effectLst/>
                <a:uLnTx/>
                <a:uFillTx/>
                <a:latin typeface="+mn-lt"/>
                <a:ea typeface="+mn-ea"/>
                <a:cs typeface="+mn-cs"/>
              </a:rPr>
              <a:t>(     )</a:t>
            </a:r>
            <a:r>
              <a:rPr kumimoji="0" lang="zh-CN" sz="2200" b="0" i="0" u="none" strike="noStrike" kern="0" cap="none" spc="0" normalizeH="0" baseline="0" noProof="0" dirty="0" smtClean="0">
                <a:ln>
                  <a:noFill/>
                </a:ln>
                <a:solidFill>
                  <a:schemeClr val="bg1"/>
                </a:solidFill>
                <a:effectLst/>
                <a:uLnTx/>
                <a:uFillTx/>
                <a:latin typeface="+mn-lt"/>
                <a:ea typeface="+mn-ea"/>
                <a:cs typeface="+mn-cs"/>
              </a:rPr>
              <a:t>。</a:t>
            </a:r>
            <a:r>
              <a:rPr kumimoji="0" lang="en-US" sz="2200" b="0" i="0" u="none" strike="noStrike" kern="0" cap="none" spc="0" normalizeH="0" baseline="0" noProof="0" dirty="0" smtClean="0">
                <a:ln>
                  <a:noFill/>
                </a:ln>
                <a:solidFill>
                  <a:schemeClr val="bg1"/>
                </a:solidFill>
                <a:effectLst/>
                <a:uLnTx/>
                <a:uFillTx/>
                <a:latin typeface="+mn-lt"/>
                <a:ea typeface="+mn-ea"/>
                <a:cs typeface="+mn-cs"/>
              </a:rPr>
              <a:t>(2014</a:t>
            </a:r>
            <a:r>
              <a:rPr kumimoji="0" lang="zh-CN" sz="2200" b="0" i="0" u="none" strike="noStrike" kern="0" cap="none" spc="0" normalizeH="0" baseline="0" noProof="0" dirty="0" smtClean="0">
                <a:ln>
                  <a:noFill/>
                </a:ln>
                <a:solidFill>
                  <a:schemeClr val="bg1"/>
                </a:solidFill>
                <a:effectLst/>
                <a:uLnTx/>
                <a:uFillTx/>
                <a:latin typeface="+mn-lt"/>
                <a:ea typeface="+mn-ea"/>
                <a:cs typeface="+mn-cs"/>
              </a:rPr>
              <a:t>年</a:t>
            </a:r>
            <a:r>
              <a:rPr kumimoji="0" lang="en-US" sz="2200" b="0" i="0" u="none" strike="noStrike" kern="0" cap="none" spc="0" normalizeH="0" baseline="0" noProof="0" dirty="0" smtClean="0">
                <a:ln>
                  <a:noFill/>
                </a:ln>
                <a:solidFill>
                  <a:schemeClr val="bg1"/>
                </a:solidFill>
                <a:effectLst/>
                <a:uLnTx/>
                <a:uFillTx/>
                <a:latin typeface="+mn-lt"/>
                <a:ea typeface="+mn-ea"/>
                <a:cs typeface="+mn-cs"/>
              </a:rPr>
              <a:t>11</a:t>
            </a:r>
            <a:r>
              <a:rPr kumimoji="0" lang="zh-CN" sz="2200" b="0" i="0" u="none" strike="noStrike" kern="0" cap="none" spc="0" normalizeH="0" baseline="0" noProof="0" dirty="0" smtClean="0">
                <a:ln>
                  <a:noFill/>
                </a:ln>
                <a:solidFill>
                  <a:schemeClr val="bg1"/>
                </a:solidFill>
                <a:effectLst/>
                <a:uLnTx/>
                <a:uFillTx/>
                <a:latin typeface="+mn-lt"/>
                <a:ea typeface="+mn-ea"/>
                <a:cs typeface="+mn-cs"/>
              </a:rPr>
              <a:t>月</a:t>
            </a:r>
            <a:r>
              <a:rPr kumimoji="0" lang="zh-CN" altLang="en-US" sz="2200" b="0" i="0" u="none" strike="noStrike" kern="0" cap="none" spc="0" normalizeH="0" baseline="0" noProof="0" dirty="0" smtClean="0">
                <a:ln>
                  <a:noFill/>
                </a:ln>
                <a:solidFill>
                  <a:schemeClr val="bg1"/>
                </a:solidFill>
                <a:effectLst/>
                <a:uLnTx/>
                <a:uFillTx/>
                <a:latin typeface="+mn-lt"/>
                <a:ea typeface="+mn-ea"/>
                <a:cs typeface="+mn-cs"/>
              </a:rPr>
              <a:t>二</a:t>
            </a:r>
            <a:r>
              <a:rPr kumimoji="0" lang="en-US" sz="2200" b="0" i="0" u="none" strike="noStrike" kern="0" cap="none" spc="0" normalizeH="0" baseline="0" noProof="0" dirty="0" smtClean="0">
                <a:ln>
                  <a:noFill/>
                </a:ln>
                <a:solidFill>
                  <a:schemeClr val="bg1"/>
                </a:solidFill>
                <a:effectLst/>
                <a:uLnTx/>
                <a:uFillTx/>
                <a:latin typeface="+mn-lt"/>
                <a:ea typeface="+mn-ea"/>
                <a:cs typeface="+mn-cs"/>
              </a:rPr>
              <a:t>)</a:t>
            </a:r>
            <a:endParaRPr kumimoji="0" lang="zh-CN" sz="2200" b="0" i="0" u="none" strike="noStrike" kern="0" cap="none" spc="0" normalizeH="0" baseline="0" noProof="0" dirty="0" smtClean="0">
              <a:ln>
                <a:noFill/>
              </a:ln>
              <a:solidFill>
                <a:schemeClr val="bg1"/>
              </a:solidFill>
              <a:effectLst/>
              <a:uLnTx/>
              <a:uFillTx/>
              <a:latin typeface="+mn-lt"/>
              <a:ea typeface="+mn-ea"/>
              <a:cs typeface="+mn-cs"/>
            </a:endParaRPr>
          </a:p>
          <a:p>
            <a:pPr marL="342900" marR="0" lvl="0" indent="-342900" algn="l" defTabSz="914400" rtl="0" eaLnBrk="0" fontAlgn="base" latinLnBrk="0" hangingPunct="0">
              <a:lnSpc>
                <a:spcPts val="4000"/>
              </a:lnSpc>
              <a:spcBef>
                <a:spcPct val="20000"/>
              </a:spcBef>
              <a:spcAft>
                <a:spcPct val="0"/>
              </a:spcAft>
              <a:buClrTx/>
              <a:buSzTx/>
              <a:buFont typeface="Arial" charset="0"/>
              <a:buNone/>
              <a:defRPr/>
            </a:pPr>
            <a:r>
              <a:rPr kumimoji="0" lang="en-US" sz="2200" b="0" i="0" u="none" strike="noStrike" kern="0" cap="none" spc="0" normalizeH="0" baseline="0" noProof="0" dirty="0" smtClean="0">
                <a:ln>
                  <a:noFill/>
                </a:ln>
                <a:solidFill>
                  <a:schemeClr val="bg1"/>
                </a:solidFill>
                <a:effectLst/>
                <a:uLnTx/>
                <a:uFillTx/>
                <a:latin typeface="+mn-lt"/>
                <a:ea typeface="+mn-ea"/>
                <a:cs typeface="+mn-cs"/>
              </a:rPr>
              <a:t>       (A)</a:t>
            </a:r>
            <a:r>
              <a:rPr kumimoji="0" lang="zh-CN" sz="2200" b="0" i="0" u="none" strike="noStrike" kern="0" cap="none" spc="0" normalizeH="0" baseline="0" noProof="0" dirty="0" smtClean="0">
                <a:ln>
                  <a:noFill/>
                </a:ln>
                <a:solidFill>
                  <a:schemeClr val="bg1"/>
                </a:solidFill>
                <a:effectLst/>
                <a:uLnTx/>
                <a:uFillTx/>
                <a:latin typeface="+mn-lt"/>
                <a:ea typeface="+mn-ea"/>
                <a:cs typeface="+mn-cs"/>
              </a:rPr>
              <a:t>以个体的发育和成熟为前提</a:t>
            </a:r>
            <a:r>
              <a:rPr kumimoji="0" lang="en-US" sz="2200" b="0" i="0" u="none" strike="noStrike" kern="0" cap="none" spc="0" normalizeH="0" baseline="0" noProof="0" dirty="0" smtClean="0">
                <a:ln>
                  <a:noFill/>
                </a:ln>
                <a:solidFill>
                  <a:schemeClr val="bg1"/>
                </a:solidFill>
                <a:effectLst/>
                <a:uLnTx/>
                <a:uFillTx/>
                <a:latin typeface="+mn-lt"/>
                <a:ea typeface="+mn-ea"/>
                <a:cs typeface="+mn-cs"/>
              </a:rPr>
              <a:t>    (B)</a:t>
            </a:r>
            <a:r>
              <a:rPr kumimoji="0" lang="zh-CN" sz="2200" b="0" i="0" u="none" strike="noStrike" kern="0" cap="none" spc="0" normalizeH="0" baseline="0" noProof="0" dirty="0" smtClean="0">
                <a:ln>
                  <a:noFill/>
                </a:ln>
                <a:solidFill>
                  <a:schemeClr val="bg1"/>
                </a:solidFill>
                <a:effectLst/>
                <a:uLnTx/>
                <a:uFillTx/>
                <a:latin typeface="+mn-lt"/>
                <a:ea typeface="+mn-ea"/>
                <a:cs typeface="+mn-cs"/>
              </a:rPr>
              <a:t>以一定心理技能发展为条件</a:t>
            </a:r>
            <a:endParaRPr kumimoji="0" lang="zh-CN" sz="2200" b="0" i="0" u="none" strike="noStrike" kern="0" cap="none" spc="0" normalizeH="0" baseline="0" noProof="0" dirty="0" smtClean="0">
              <a:ln>
                <a:noFill/>
              </a:ln>
              <a:solidFill>
                <a:schemeClr val="bg1"/>
              </a:solidFill>
              <a:effectLst/>
              <a:uLnTx/>
              <a:uFillTx/>
              <a:latin typeface="+mn-lt"/>
              <a:ea typeface="+mn-ea"/>
              <a:cs typeface="+mn-cs"/>
            </a:endParaRPr>
          </a:p>
          <a:p>
            <a:pPr marL="342900" marR="0" lvl="0" indent="-342900" algn="l" defTabSz="914400" rtl="0" eaLnBrk="0" fontAlgn="base" latinLnBrk="0" hangingPunct="0">
              <a:lnSpc>
                <a:spcPts val="4000"/>
              </a:lnSpc>
              <a:spcBef>
                <a:spcPct val="20000"/>
              </a:spcBef>
              <a:spcAft>
                <a:spcPct val="0"/>
              </a:spcAft>
              <a:buClrTx/>
              <a:buSzTx/>
              <a:buFont typeface="Arial" charset="0"/>
              <a:buNone/>
              <a:defRPr/>
            </a:pPr>
            <a:r>
              <a:rPr kumimoji="0" lang="en-US" sz="2200" b="0" i="0" u="none" strike="noStrike" kern="0" cap="none" spc="0" normalizeH="0" baseline="0" noProof="0" dirty="0" smtClean="0">
                <a:ln>
                  <a:noFill/>
                </a:ln>
                <a:solidFill>
                  <a:schemeClr val="bg1"/>
                </a:solidFill>
                <a:effectLst/>
                <a:uLnTx/>
                <a:uFillTx/>
                <a:latin typeface="+mn-lt"/>
                <a:ea typeface="+mn-ea"/>
                <a:cs typeface="+mn-cs"/>
              </a:rPr>
              <a:t>       (C)</a:t>
            </a:r>
            <a:r>
              <a:rPr kumimoji="0" lang="zh-CN" sz="2200" b="0" i="0" u="none" strike="noStrike" kern="0" cap="none" spc="0" normalizeH="0" baseline="0" noProof="0" dirty="0" smtClean="0">
                <a:ln>
                  <a:noFill/>
                </a:ln>
                <a:solidFill>
                  <a:schemeClr val="bg1"/>
                </a:solidFill>
                <a:effectLst/>
                <a:uLnTx/>
                <a:uFillTx/>
                <a:latin typeface="+mn-lt"/>
                <a:ea typeface="+mn-ea"/>
                <a:cs typeface="+mn-cs"/>
              </a:rPr>
              <a:t>某些心理特征已经发育成熟</a:t>
            </a:r>
            <a:r>
              <a:rPr kumimoji="0" lang="en-US" sz="2200" b="0" i="0" u="none" strike="noStrike" kern="0" cap="none" spc="0" normalizeH="0" baseline="0" noProof="0" dirty="0" smtClean="0">
                <a:ln>
                  <a:noFill/>
                </a:ln>
                <a:solidFill>
                  <a:schemeClr val="bg1"/>
                </a:solidFill>
                <a:effectLst/>
                <a:uLnTx/>
                <a:uFillTx/>
                <a:latin typeface="+mn-lt"/>
                <a:ea typeface="+mn-ea"/>
                <a:cs typeface="+mn-cs"/>
              </a:rPr>
              <a:t>    (D)</a:t>
            </a:r>
            <a:r>
              <a:rPr kumimoji="0" lang="zh-CN" sz="2200" b="0" i="0" u="none" strike="noStrike" kern="0" cap="none" spc="0" normalizeH="0" baseline="0" noProof="0" dirty="0" smtClean="0">
                <a:ln>
                  <a:noFill/>
                </a:ln>
                <a:solidFill>
                  <a:schemeClr val="bg1"/>
                </a:solidFill>
                <a:effectLst/>
                <a:uLnTx/>
                <a:uFillTx/>
                <a:latin typeface="+mn-lt"/>
                <a:ea typeface="+mn-ea"/>
                <a:cs typeface="+mn-cs"/>
              </a:rPr>
              <a:t>心理特征开始形成尚未成熟</a:t>
            </a:r>
            <a:endParaRPr kumimoji="0" lang="zh-CN" sz="2200" b="0" i="0" u="none" strike="noStrike" kern="0" cap="none" spc="0" normalizeH="0" baseline="0" noProof="0" dirty="0" smtClean="0">
              <a:ln>
                <a:noFill/>
              </a:ln>
              <a:solidFill>
                <a:schemeClr val="bg1"/>
              </a:solidFill>
              <a:effectLst/>
              <a:uLnTx/>
              <a:uFillTx/>
              <a:latin typeface="+mn-lt"/>
              <a:ea typeface="+mn-ea"/>
              <a:cs typeface="+mn-cs"/>
            </a:endParaRPr>
          </a:p>
          <a:p>
            <a:pPr marL="457200" marR="0" lvl="0" indent="-457200" algn="l" defTabSz="914400" rtl="0" eaLnBrk="0" fontAlgn="base" latinLnBrk="0" hangingPunct="0">
              <a:lnSpc>
                <a:spcPts val="4000"/>
              </a:lnSpc>
              <a:spcBef>
                <a:spcPct val="20000"/>
              </a:spcBef>
              <a:spcAft>
                <a:spcPct val="0"/>
              </a:spcAft>
              <a:buClrTx/>
              <a:buSzTx/>
              <a:buFont typeface="Arial" charset="0"/>
              <a:buNone/>
              <a:defRPr/>
            </a:pPr>
            <a:r>
              <a:rPr kumimoji="0" lang="en-US" altLang="zh-CN" sz="2200" b="0" i="0" u="none" strike="noStrike" kern="0" cap="none" spc="0" normalizeH="0" baseline="0" noProof="0" dirty="0" smtClean="0">
                <a:ln>
                  <a:noFill/>
                </a:ln>
                <a:solidFill>
                  <a:schemeClr val="bg1"/>
                </a:solidFill>
                <a:effectLst/>
                <a:uLnTx/>
                <a:uFillTx/>
                <a:latin typeface="+mn-lt"/>
                <a:ea typeface="+mn-ea"/>
                <a:cs typeface="+mn-cs"/>
              </a:rPr>
              <a:t>       [</a:t>
            </a:r>
            <a:r>
              <a:rPr kumimoji="0" lang="zh-CN" altLang="en-US" sz="2200" b="0" i="0" u="none" strike="noStrike" kern="0" cap="none" spc="0" normalizeH="0" baseline="0" noProof="0" dirty="0" smtClean="0">
                <a:ln>
                  <a:noFill/>
                </a:ln>
                <a:solidFill>
                  <a:schemeClr val="bg1"/>
                </a:solidFill>
                <a:effectLst/>
                <a:uLnTx/>
                <a:uFillTx/>
                <a:latin typeface="+mn-lt"/>
                <a:ea typeface="+mn-ea"/>
                <a:cs typeface="+mn-cs"/>
              </a:rPr>
              <a:t>答案</a:t>
            </a:r>
            <a:r>
              <a:rPr kumimoji="0" lang="en-US" altLang="zh-CN" sz="2200" b="0" i="0" u="none" strike="noStrike" kern="0" cap="none" spc="0" normalizeH="0" baseline="0" noProof="0" dirty="0" smtClean="0">
                <a:ln>
                  <a:noFill/>
                </a:ln>
                <a:solidFill>
                  <a:schemeClr val="bg1"/>
                </a:solidFill>
                <a:effectLst/>
                <a:uLnTx/>
                <a:uFillTx/>
                <a:latin typeface="+mn-lt"/>
                <a:ea typeface="+mn-ea"/>
                <a:cs typeface="+mn-cs"/>
              </a:rPr>
              <a:t>]</a:t>
            </a:r>
            <a:r>
              <a:rPr kumimoji="0" lang="zh-CN" altLang="en-US" sz="2200" b="0" i="0" u="none" strike="noStrike" kern="0" cap="none" spc="0" normalizeH="0" baseline="0" noProof="0" dirty="0" smtClean="0">
                <a:ln>
                  <a:noFill/>
                </a:ln>
                <a:solidFill>
                  <a:schemeClr val="bg1"/>
                </a:solidFill>
                <a:effectLst/>
                <a:uLnTx/>
                <a:uFillTx/>
                <a:latin typeface="+mn-lt"/>
                <a:ea typeface="+mn-ea"/>
                <a:cs typeface="+mn-cs"/>
              </a:rPr>
              <a:t>：</a:t>
            </a:r>
            <a:r>
              <a:rPr kumimoji="0" lang="en-US" sz="2200" b="0" i="0" u="none" strike="noStrike" kern="0" cap="none" spc="0" normalizeH="0" baseline="0" noProof="0" dirty="0" smtClean="0">
                <a:ln>
                  <a:noFill/>
                </a:ln>
                <a:solidFill>
                  <a:schemeClr val="bg1"/>
                </a:solidFill>
                <a:effectLst/>
                <a:uLnTx/>
                <a:uFillTx/>
                <a:latin typeface="+mn-lt"/>
                <a:ea typeface="+mn-ea"/>
                <a:cs typeface="+mn-cs"/>
              </a:rPr>
              <a:t> ABD </a:t>
            </a:r>
            <a:endParaRPr kumimoji="0" lang="zh-CN" sz="2200" b="0" i="0" u="none" strike="noStrike" kern="0" cap="none" spc="0" normalizeH="0" baseline="0" noProof="0" dirty="0" smtClean="0">
              <a:ln>
                <a:noFill/>
              </a:ln>
              <a:solidFill>
                <a:schemeClr val="bg1"/>
              </a:solidFill>
              <a:effectLst/>
              <a:uLnTx/>
              <a:uFillTx/>
              <a:latin typeface="+mn-lt"/>
              <a:ea typeface="+mn-ea"/>
              <a:cs typeface="+mn-cs"/>
            </a:endParaRPr>
          </a:p>
          <a:p>
            <a:pPr marL="457200" marR="0" lvl="0" indent="-457200" algn="l" defTabSz="914400" rtl="0" eaLnBrk="0" fontAlgn="base" latinLnBrk="0" hangingPunct="0">
              <a:lnSpc>
                <a:spcPts val="4000"/>
              </a:lnSpc>
              <a:spcBef>
                <a:spcPct val="20000"/>
              </a:spcBef>
              <a:spcAft>
                <a:spcPct val="0"/>
              </a:spcAft>
              <a:buClrTx/>
              <a:buSzTx/>
              <a:buFont typeface="Arial" charset="0"/>
              <a:buNone/>
              <a:defRPr/>
            </a:pPr>
            <a:r>
              <a:rPr kumimoji="0" lang="en-US" sz="2200" b="0" i="0" u="none" strike="noStrike" kern="0" cap="none" spc="0" normalizeH="0" baseline="0" noProof="0" dirty="0" smtClean="0">
                <a:ln>
                  <a:noFill/>
                </a:ln>
                <a:solidFill>
                  <a:schemeClr val="bg1"/>
                </a:solidFill>
                <a:effectLst/>
                <a:uLnTx/>
                <a:uFillTx/>
                <a:latin typeface="+mn-lt"/>
                <a:ea typeface="+mn-ea"/>
                <a:cs typeface="+mn-cs"/>
              </a:rPr>
              <a:t>45</a:t>
            </a:r>
            <a:r>
              <a:rPr kumimoji="0" lang="zh-CN" sz="2200" b="0" i="0" u="none" strike="noStrike" kern="0" cap="none" spc="0" normalizeH="0" baseline="0" noProof="0" dirty="0" smtClean="0">
                <a:ln>
                  <a:noFill/>
                </a:ln>
                <a:solidFill>
                  <a:schemeClr val="bg1"/>
                </a:solidFill>
                <a:effectLst/>
                <a:uLnTx/>
                <a:uFillTx/>
                <a:latin typeface="+mn-lt"/>
                <a:ea typeface="+mn-ea"/>
                <a:cs typeface="+mn-cs"/>
              </a:rPr>
              <a:t>、与班杜拉的社会学习论关系最密切的概念是</a:t>
            </a:r>
            <a:r>
              <a:rPr kumimoji="0" lang="en-US" sz="2200" b="0" i="0" u="none" strike="noStrike" kern="0" cap="none" spc="0" normalizeH="0" baseline="0" noProof="0" dirty="0" smtClean="0">
                <a:ln>
                  <a:noFill/>
                </a:ln>
                <a:solidFill>
                  <a:schemeClr val="bg1"/>
                </a:solidFill>
                <a:effectLst/>
                <a:uLnTx/>
                <a:uFillTx/>
                <a:latin typeface="+mn-lt"/>
                <a:ea typeface="+mn-ea"/>
                <a:cs typeface="+mn-cs"/>
              </a:rPr>
              <a:t>(        )</a:t>
            </a:r>
            <a:r>
              <a:rPr kumimoji="0" lang="zh-CN" sz="2200" b="0" i="0" u="none" strike="noStrike" kern="0" cap="none" spc="0" normalizeH="0" baseline="0" noProof="0" dirty="0" smtClean="0">
                <a:ln>
                  <a:noFill/>
                </a:ln>
                <a:solidFill>
                  <a:schemeClr val="bg1"/>
                </a:solidFill>
                <a:effectLst/>
                <a:uLnTx/>
                <a:uFillTx/>
                <a:latin typeface="+mn-lt"/>
                <a:ea typeface="+mn-ea"/>
                <a:cs typeface="+mn-cs"/>
              </a:rPr>
              <a:t>。</a:t>
            </a:r>
            <a:r>
              <a:rPr kumimoji="0" lang="en-US" sz="2200" b="0" i="0" u="none" strike="noStrike" kern="0" cap="none" spc="0" normalizeH="0" baseline="0" noProof="0" dirty="0" smtClean="0">
                <a:ln>
                  <a:noFill/>
                </a:ln>
                <a:solidFill>
                  <a:schemeClr val="bg1"/>
                </a:solidFill>
                <a:effectLst/>
                <a:uLnTx/>
                <a:uFillTx/>
                <a:latin typeface="+mn-lt"/>
                <a:ea typeface="+mn-ea"/>
                <a:cs typeface="+mn-cs"/>
              </a:rPr>
              <a:t>(2013</a:t>
            </a:r>
            <a:r>
              <a:rPr kumimoji="0" lang="zh-CN" sz="2200" b="0" i="0" u="none" strike="noStrike" kern="0" cap="none" spc="0" normalizeH="0" baseline="0" noProof="0" dirty="0" smtClean="0">
                <a:ln>
                  <a:noFill/>
                </a:ln>
                <a:solidFill>
                  <a:schemeClr val="bg1"/>
                </a:solidFill>
                <a:effectLst/>
                <a:uLnTx/>
                <a:uFillTx/>
                <a:latin typeface="+mn-lt"/>
                <a:ea typeface="+mn-ea"/>
                <a:cs typeface="+mn-cs"/>
              </a:rPr>
              <a:t>年</a:t>
            </a:r>
            <a:r>
              <a:rPr kumimoji="0" lang="en-US" sz="2200" b="0" i="0" u="none" strike="noStrike" kern="0" cap="none" spc="0" normalizeH="0" baseline="0" noProof="0" dirty="0" smtClean="0">
                <a:ln>
                  <a:noFill/>
                </a:ln>
                <a:solidFill>
                  <a:schemeClr val="bg1"/>
                </a:solidFill>
                <a:effectLst/>
                <a:uLnTx/>
                <a:uFillTx/>
                <a:latin typeface="+mn-lt"/>
                <a:ea typeface="+mn-ea"/>
                <a:cs typeface="+mn-cs"/>
              </a:rPr>
              <a:t>11</a:t>
            </a:r>
            <a:r>
              <a:rPr kumimoji="0" lang="zh-CN" sz="2200" b="0" i="0" u="none" strike="noStrike" kern="0" cap="none" spc="0" normalizeH="0" baseline="0" noProof="0" dirty="0" smtClean="0">
                <a:ln>
                  <a:noFill/>
                </a:ln>
                <a:solidFill>
                  <a:schemeClr val="bg1"/>
                </a:solidFill>
                <a:effectLst/>
                <a:uLnTx/>
                <a:uFillTx/>
                <a:latin typeface="+mn-lt"/>
                <a:ea typeface="+mn-ea"/>
                <a:cs typeface="+mn-cs"/>
              </a:rPr>
              <a:t>月</a:t>
            </a:r>
            <a:r>
              <a:rPr kumimoji="0" lang="en-US" sz="2200" b="0" i="0" u="none" strike="noStrike" kern="0" cap="none" spc="0" normalizeH="0" baseline="0" noProof="0" dirty="0" smtClean="0">
                <a:ln>
                  <a:noFill/>
                </a:ln>
                <a:solidFill>
                  <a:schemeClr val="bg1"/>
                </a:solidFill>
                <a:effectLst/>
                <a:uLnTx/>
                <a:uFillTx/>
                <a:latin typeface="+mn-lt"/>
                <a:ea typeface="+mn-ea"/>
                <a:cs typeface="+mn-cs"/>
              </a:rPr>
              <a:t>)</a:t>
            </a:r>
            <a:endParaRPr kumimoji="0" lang="zh-CN" sz="2200" b="0" i="0" u="none" strike="noStrike" kern="0" cap="none" spc="0" normalizeH="0" baseline="0" noProof="0" dirty="0" smtClean="0">
              <a:ln>
                <a:noFill/>
              </a:ln>
              <a:solidFill>
                <a:schemeClr val="bg1"/>
              </a:solidFill>
              <a:effectLst/>
              <a:uLnTx/>
              <a:uFillTx/>
              <a:latin typeface="+mn-lt"/>
              <a:ea typeface="+mn-ea"/>
              <a:cs typeface="+mn-cs"/>
            </a:endParaRPr>
          </a:p>
          <a:p>
            <a:pPr marL="457200" marR="0" lvl="0" indent="-457200" algn="l" defTabSz="914400" rtl="0" eaLnBrk="0" fontAlgn="base" latinLnBrk="0" hangingPunct="0">
              <a:lnSpc>
                <a:spcPts val="4000"/>
              </a:lnSpc>
              <a:spcBef>
                <a:spcPct val="20000"/>
              </a:spcBef>
              <a:spcAft>
                <a:spcPct val="0"/>
              </a:spcAft>
              <a:buClrTx/>
              <a:buSzTx/>
              <a:buFont typeface="Arial" charset="0"/>
              <a:buNone/>
              <a:defRPr/>
            </a:pPr>
            <a:r>
              <a:rPr kumimoji="0" lang="en-US" sz="2200" b="0" i="0" u="none" strike="noStrike" kern="0" cap="none" spc="0" normalizeH="0" baseline="0" noProof="0" dirty="0" smtClean="0">
                <a:ln>
                  <a:noFill/>
                </a:ln>
                <a:solidFill>
                  <a:schemeClr val="bg1"/>
                </a:solidFill>
                <a:effectLst/>
                <a:uLnTx/>
                <a:uFillTx/>
                <a:latin typeface="+mn-lt"/>
                <a:ea typeface="+mn-ea"/>
                <a:cs typeface="+mn-cs"/>
              </a:rPr>
              <a:t>       (A)</a:t>
            </a:r>
            <a:r>
              <a:rPr kumimoji="0" lang="zh-CN" sz="2200" b="0" i="0" u="none" strike="noStrike" kern="0" cap="none" spc="0" normalizeH="0" baseline="0" noProof="0" dirty="0" smtClean="0">
                <a:ln>
                  <a:noFill/>
                </a:ln>
                <a:solidFill>
                  <a:schemeClr val="bg1"/>
                </a:solidFill>
                <a:effectLst/>
                <a:uLnTx/>
                <a:uFillTx/>
                <a:latin typeface="+mn-lt"/>
                <a:ea typeface="+mn-ea"/>
                <a:cs typeface="+mn-cs"/>
              </a:rPr>
              <a:t>最近发展区</a:t>
            </a:r>
            <a:r>
              <a:rPr kumimoji="0" lang="en-US" altLang="zh-CN" sz="2200" b="0" i="0" u="none" strike="noStrike" kern="0" cap="none" spc="0" normalizeH="0" baseline="0" noProof="0" dirty="0" smtClean="0">
                <a:ln>
                  <a:noFill/>
                </a:ln>
                <a:solidFill>
                  <a:schemeClr val="bg1"/>
                </a:solidFill>
                <a:effectLst/>
                <a:uLnTx/>
                <a:uFillTx/>
                <a:latin typeface="+mn-lt"/>
                <a:ea typeface="+mn-ea"/>
                <a:cs typeface="+mn-cs"/>
              </a:rPr>
              <a:t>       </a:t>
            </a:r>
            <a:r>
              <a:rPr kumimoji="0" lang="en-US" sz="2200" b="0" i="0" u="none" strike="noStrike" kern="0" cap="none" spc="0" normalizeH="0" baseline="0" noProof="0" dirty="0" smtClean="0">
                <a:ln>
                  <a:noFill/>
                </a:ln>
                <a:solidFill>
                  <a:schemeClr val="bg1"/>
                </a:solidFill>
                <a:effectLst/>
                <a:uLnTx/>
                <a:uFillTx/>
                <a:latin typeface="+mn-lt"/>
                <a:ea typeface="+mn-ea"/>
                <a:cs typeface="+mn-cs"/>
              </a:rPr>
              <a:t>(B)</a:t>
            </a:r>
            <a:r>
              <a:rPr kumimoji="0" lang="zh-CN" sz="2200" b="0" i="0" u="none" strike="noStrike" kern="0" cap="none" spc="0" normalizeH="0" baseline="0" noProof="0" dirty="0" smtClean="0">
                <a:ln>
                  <a:noFill/>
                </a:ln>
                <a:solidFill>
                  <a:schemeClr val="bg1"/>
                </a:solidFill>
                <a:effectLst/>
                <a:uLnTx/>
                <a:uFillTx/>
                <a:latin typeface="+mn-lt"/>
                <a:ea typeface="+mn-ea"/>
                <a:cs typeface="+mn-cs"/>
              </a:rPr>
              <a:t>自我概念</a:t>
            </a:r>
            <a:endParaRPr kumimoji="0" lang="zh-CN" sz="2200" b="0" i="0" u="none" strike="noStrike" kern="0" cap="none" spc="0" normalizeH="0" baseline="0" noProof="0" dirty="0" smtClean="0">
              <a:ln>
                <a:noFill/>
              </a:ln>
              <a:solidFill>
                <a:schemeClr val="bg1"/>
              </a:solidFill>
              <a:effectLst/>
              <a:uLnTx/>
              <a:uFillTx/>
              <a:latin typeface="+mn-lt"/>
              <a:ea typeface="+mn-ea"/>
              <a:cs typeface="+mn-cs"/>
            </a:endParaRPr>
          </a:p>
          <a:p>
            <a:pPr marL="457200" marR="0" lvl="0" indent="-457200" algn="l" defTabSz="914400" rtl="0" eaLnBrk="0" fontAlgn="base" latinLnBrk="0" hangingPunct="0">
              <a:lnSpc>
                <a:spcPts val="4000"/>
              </a:lnSpc>
              <a:spcBef>
                <a:spcPct val="20000"/>
              </a:spcBef>
              <a:spcAft>
                <a:spcPct val="0"/>
              </a:spcAft>
              <a:buClrTx/>
              <a:buSzTx/>
              <a:buFont typeface="Arial" charset="0"/>
              <a:buNone/>
              <a:defRPr/>
            </a:pPr>
            <a:r>
              <a:rPr kumimoji="0" lang="en-US" sz="2200" b="0" i="0" u="none" strike="noStrike" kern="0" cap="none" spc="0" normalizeH="0" baseline="0" noProof="0" dirty="0" smtClean="0">
                <a:ln>
                  <a:noFill/>
                </a:ln>
                <a:solidFill>
                  <a:schemeClr val="bg1"/>
                </a:solidFill>
                <a:effectLst/>
                <a:uLnTx/>
                <a:uFillTx/>
                <a:latin typeface="+mn-lt"/>
                <a:ea typeface="+mn-ea"/>
                <a:cs typeface="+mn-cs"/>
              </a:rPr>
              <a:t>       (C)</a:t>
            </a:r>
            <a:r>
              <a:rPr kumimoji="0" lang="zh-CN" sz="2200" b="0" i="0" u="none" strike="noStrike" kern="0" cap="none" spc="0" normalizeH="0" baseline="0" noProof="0" dirty="0" smtClean="0">
                <a:ln>
                  <a:noFill/>
                </a:ln>
                <a:solidFill>
                  <a:schemeClr val="bg1"/>
                </a:solidFill>
                <a:effectLst/>
                <a:uLnTx/>
                <a:uFillTx/>
                <a:latin typeface="+mn-lt"/>
                <a:ea typeface="+mn-ea"/>
                <a:cs typeface="+mn-cs"/>
              </a:rPr>
              <a:t>替代性强化</a:t>
            </a:r>
            <a:r>
              <a:rPr kumimoji="0" lang="en-US" altLang="zh-CN" sz="2200" b="0" i="0" u="none" strike="noStrike" kern="0" cap="none" spc="0" normalizeH="0" baseline="0" noProof="0" dirty="0" smtClean="0">
                <a:ln>
                  <a:noFill/>
                </a:ln>
                <a:solidFill>
                  <a:schemeClr val="bg1"/>
                </a:solidFill>
                <a:effectLst/>
                <a:uLnTx/>
                <a:uFillTx/>
                <a:latin typeface="+mn-lt"/>
                <a:ea typeface="+mn-ea"/>
                <a:cs typeface="+mn-cs"/>
              </a:rPr>
              <a:t>        </a:t>
            </a:r>
            <a:r>
              <a:rPr kumimoji="0" lang="en-US" sz="2200" b="0" i="0" u="none" strike="noStrike" kern="0" cap="none" spc="0" normalizeH="0" baseline="0" noProof="0" dirty="0" smtClean="0">
                <a:ln>
                  <a:noFill/>
                </a:ln>
                <a:solidFill>
                  <a:schemeClr val="bg1"/>
                </a:solidFill>
                <a:effectLst/>
                <a:uLnTx/>
                <a:uFillTx/>
                <a:latin typeface="+mn-lt"/>
                <a:ea typeface="+mn-ea"/>
                <a:cs typeface="+mn-cs"/>
              </a:rPr>
              <a:t>(D)</a:t>
            </a:r>
            <a:r>
              <a:rPr kumimoji="0" lang="zh-CN" sz="2200" b="0" i="0" u="none" strike="noStrike" kern="0" cap="none" spc="0" normalizeH="0" baseline="0" noProof="0" dirty="0" smtClean="0">
                <a:ln>
                  <a:noFill/>
                </a:ln>
                <a:solidFill>
                  <a:schemeClr val="bg1"/>
                </a:solidFill>
                <a:effectLst/>
                <a:uLnTx/>
                <a:uFillTx/>
                <a:latin typeface="+mn-lt"/>
                <a:ea typeface="+mn-ea"/>
                <a:cs typeface="+mn-cs"/>
              </a:rPr>
              <a:t>操作条件反射</a:t>
            </a:r>
            <a:endParaRPr kumimoji="0" lang="en-US" altLang="zh-CN" sz="2200" b="0" i="0" u="none" strike="noStrike" kern="0" cap="none" spc="0" normalizeH="0" baseline="0" noProof="0" dirty="0" smtClean="0">
              <a:ln>
                <a:noFill/>
              </a:ln>
              <a:solidFill>
                <a:schemeClr val="bg1"/>
              </a:solidFill>
              <a:effectLst/>
              <a:uLnTx/>
              <a:uFillTx/>
              <a:latin typeface="+mn-lt"/>
              <a:ea typeface="+mn-ea"/>
              <a:cs typeface="+mn-cs"/>
            </a:endParaRPr>
          </a:p>
          <a:p>
            <a:pPr marL="457200" marR="0" lvl="0" indent="-457200" algn="l" defTabSz="914400" rtl="0" eaLnBrk="0" fontAlgn="base" latinLnBrk="0" hangingPunct="0">
              <a:lnSpc>
                <a:spcPts val="4000"/>
              </a:lnSpc>
              <a:spcBef>
                <a:spcPct val="20000"/>
              </a:spcBef>
              <a:spcAft>
                <a:spcPct val="0"/>
              </a:spcAft>
              <a:buClrTx/>
              <a:buSzTx/>
              <a:buFont typeface="Arial" charset="0"/>
              <a:buNone/>
              <a:defRPr/>
            </a:pPr>
            <a:r>
              <a:rPr kumimoji="0" lang="en-US" altLang="zh-CN" sz="2200" b="0" i="0" u="none" strike="noStrike" kern="0" cap="none" spc="0" normalizeH="0" baseline="0" noProof="0" dirty="0" smtClean="0">
                <a:ln>
                  <a:noFill/>
                </a:ln>
                <a:solidFill>
                  <a:schemeClr val="bg1"/>
                </a:solidFill>
                <a:effectLst/>
                <a:uLnTx/>
                <a:uFillTx/>
                <a:latin typeface="+mn-lt"/>
                <a:ea typeface="+mn-ea"/>
                <a:cs typeface="+mn-cs"/>
              </a:rPr>
              <a:t>        [</a:t>
            </a:r>
            <a:r>
              <a:rPr kumimoji="0" lang="zh-CN" altLang="en-US" sz="2200" b="0" i="0" u="none" strike="noStrike" kern="0" cap="none" spc="0" normalizeH="0" baseline="0" noProof="0" dirty="0" smtClean="0">
                <a:ln>
                  <a:noFill/>
                </a:ln>
                <a:solidFill>
                  <a:schemeClr val="bg1"/>
                </a:solidFill>
                <a:effectLst/>
                <a:uLnTx/>
                <a:uFillTx/>
                <a:latin typeface="+mn-lt"/>
                <a:ea typeface="+mn-ea"/>
                <a:cs typeface="+mn-cs"/>
              </a:rPr>
              <a:t>答案</a:t>
            </a:r>
            <a:r>
              <a:rPr kumimoji="0" lang="en-US" altLang="zh-CN" sz="2200" b="0" i="0" u="none" strike="noStrike" kern="0" cap="none" spc="0" normalizeH="0" baseline="0" noProof="0" dirty="0" smtClean="0">
                <a:ln>
                  <a:noFill/>
                </a:ln>
                <a:solidFill>
                  <a:schemeClr val="bg1"/>
                </a:solidFill>
                <a:effectLst/>
                <a:uLnTx/>
                <a:uFillTx/>
                <a:latin typeface="+mn-lt"/>
                <a:ea typeface="+mn-ea"/>
                <a:cs typeface="+mn-cs"/>
              </a:rPr>
              <a:t>]</a:t>
            </a:r>
            <a:r>
              <a:rPr kumimoji="0" lang="zh-CN" altLang="en-US" sz="2200" b="0" i="0" u="none" strike="noStrike" kern="0" cap="none" spc="0" normalizeH="0" baseline="0" noProof="0" dirty="0" smtClean="0">
                <a:ln>
                  <a:noFill/>
                </a:ln>
                <a:solidFill>
                  <a:schemeClr val="bg1"/>
                </a:solidFill>
                <a:effectLst/>
                <a:uLnTx/>
                <a:uFillTx/>
                <a:latin typeface="+mn-lt"/>
                <a:ea typeface="+mn-ea"/>
                <a:cs typeface="+mn-cs"/>
              </a:rPr>
              <a:t>：</a:t>
            </a:r>
            <a:r>
              <a:rPr kumimoji="0" lang="en-US" sz="2200" b="0" i="0" u="none" strike="noStrike" kern="0" cap="none" spc="0" normalizeH="0" baseline="0" noProof="0" dirty="0" smtClean="0">
                <a:ln>
                  <a:noFill/>
                </a:ln>
                <a:solidFill>
                  <a:schemeClr val="bg1"/>
                </a:solidFill>
                <a:effectLst/>
                <a:uLnTx/>
                <a:uFillTx/>
                <a:latin typeface="+mn-lt"/>
                <a:ea typeface="+mn-ea"/>
                <a:cs typeface="+mn-cs"/>
              </a:rPr>
              <a:t> C</a:t>
            </a:r>
            <a:endParaRPr kumimoji="0" lang="zh-CN" sz="2200" b="0" i="0" u="none" strike="noStrike" kern="0" cap="none" spc="0" normalizeH="0" baseline="0" noProof="0" dirty="0" smtClean="0">
              <a:ln>
                <a:noFill/>
              </a:ln>
              <a:solidFill>
                <a:schemeClr val="bg1"/>
              </a:solidFill>
              <a:effectLst/>
              <a:uLnTx/>
              <a:uFillTx/>
              <a:latin typeface="+mn-lt"/>
              <a:ea typeface="+mn-ea"/>
              <a:cs typeface="+mn-cs"/>
            </a:endParaRPr>
          </a:p>
          <a:p>
            <a:pPr marL="457200" marR="0" lvl="0" indent="-457200" algn="l" defTabSz="914400" rtl="0" eaLnBrk="0" fontAlgn="base" latinLnBrk="0" hangingPunct="0">
              <a:lnSpc>
                <a:spcPts val="4000"/>
              </a:lnSpc>
              <a:spcBef>
                <a:spcPct val="20000"/>
              </a:spcBef>
              <a:spcAft>
                <a:spcPct val="0"/>
              </a:spcAft>
              <a:buClrTx/>
              <a:buSzTx/>
              <a:buFont typeface="Arial" charset="0"/>
              <a:buNone/>
              <a:defRPr/>
            </a:pPr>
            <a:endParaRPr kumimoji="0" lang="en-US" altLang="zh-CN" sz="2200" b="0" i="0" u="none" strike="noStrike" kern="0" cap="none" spc="0" normalizeH="0" baseline="0" noProof="0" dirty="0" smtClean="0">
              <a:ln>
                <a:noFill/>
              </a:ln>
              <a:solidFill>
                <a:srgbClr val="00FFCC"/>
              </a:solidFill>
              <a:effectLst/>
              <a:uLnTx/>
              <a:uFillTx/>
              <a:latin typeface="+mn-lt"/>
              <a:ea typeface="+mn-ea"/>
              <a:cs typeface="+mn-cs"/>
            </a:endParaRPr>
          </a:p>
          <a:p>
            <a:pPr marL="457200" marR="0" lvl="0" indent="-457200" algn="l" defTabSz="914400" rtl="0" eaLnBrk="0" fontAlgn="base" latinLnBrk="0" hangingPunct="0">
              <a:lnSpc>
                <a:spcPts val="4000"/>
              </a:lnSpc>
              <a:spcBef>
                <a:spcPct val="20000"/>
              </a:spcBef>
              <a:spcAft>
                <a:spcPct val="0"/>
              </a:spcAft>
              <a:buClrTx/>
              <a:buSzTx/>
              <a:buFont typeface="Arial" charset="0"/>
              <a:buNone/>
              <a:defRPr/>
            </a:pPr>
            <a:r>
              <a:rPr kumimoji="0" lang="en-US" altLang="zh-CN" sz="2200" b="0" i="0" u="none" strike="noStrike" kern="0" cap="none" spc="0" normalizeH="0" baseline="0" noProof="0" dirty="0" smtClean="0">
                <a:ln>
                  <a:noFill/>
                </a:ln>
                <a:solidFill>
                  <a:schemeClr val="bg1"/>
                </a:solidFill>
                <a:effectLst/>
                <a:uLnTx/>
                <a:uFillTx/>
                <a:latin typeface="+mn-lt"/>
                <a:ea typeface="+mn-ea"/>
                <a:cs typeface="+mn-cs"/>
              </a:rPr>
              <a:t>  </a:t>
            </a:r>
            <a:endParaRPr kumimoji="0" lang="zh-CN" altLang="en-US" sz="2200" b="0" i="0" u="none" strike="noStrike" kern="0" cap="none" spc="0" normalizeH="0" baseline="0" noProof="0" dirty="0" smtClean="0">
              <a:ln>
                <a:noFill/>
              </a:ln>
              <a:solidFill>
                <a:schemeClr val="bg1"/>
              </a:solidFill>
              <a:effectLst/>
              <a:uLnTx/>
              <a:uFillTx/>
              <a:latin typeface="+mn-lt"/>
              <a:ea typeface="+mn-ea"/>
              <a:cs typeface="+mn-cs"/>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5" name="Rectangle 2"/>
          <p:cNvSpPr>
            <a14:cpLocks xmlns:a14="http://schemas.microsoft.com/office/drawing/2010/main" noGrp="1"/>
          </p:cNvSpPr>
          <p:nvPr>
            <p:ph type="title"/>
          </p:nvPr>
        </p:nvSpPr>
        <p:spPr>
          <a:xfrm>
            <a:off x="1908175" y="647700"/>
            <a:ext cx="8478838" cy="841375"/>
          </a:xfrm>
          <a:ln/>
        </p:spPr>
        <p:txBody>
          <a:bodyPr wrap="square" lIns="91440" tIns="45720" rIns="91440" bIns="45720" anchor="ctr"/>
          <a:p>
            <a:pPr lvl="0" algn="l" eaLnBrk="1" hangingPunct="1">
              <a:lnSpc>
                <a:spcPct val="130000"/>
              </a:lnSpc>
              <a:spcBef>
                <a:spcPct val="20000"/>
              </a:spcBef>
            </a:pPr>
            <a:r>
              <a:rPr lang="zh-CN" altLang="en-US" dirty="0">
                <a:solidFill>
                  <a:srgbClr val="FFFF00"/>
                </a:solidFill>
                <a:latin typeface="黑体" pitchFamily="49" charset="-122"/>
              </a:rPr>
              <a:t>第四单元 心理发展过程</a:t>
            </a:r>
            <a:endParaRPr lang="zh-CN" altLang="en-US" dirty="0">
              <a:solidFill>
                <a:srgbClr val="FFFF00"/>
              </a:solidFill>
              <a:latin typeface="黑体" pitchFamily="49" charset="-122"/>
            </a:endParaRPr>
          </a:p>
        </p:txBody>
      </p:sp>
      <p:sp>
        <p:nvSpPr>
          <p:cNvPr id="41986" name="Rectangle 3"/>
          <p:cNvSpPr>
            <a14:cpLocks xmlns:a14="http://schemas.microsoft.com/office/drawing/2010/main" noGrp="1"/>
          </p:cNvSpPr>
          <p:nvPr>
            <p:ph type="body"/>
          </p:nvPr>
        </p:nvSpPr>
        <p:spPr>
          <a:xfrm>
            <a:off x="2052638" y="1512888"/>
            <a:ext cx="8478837" cy="4752975"/>
          </a:xfrm>
          <a:ln/>
        </p:spPr>
        <p:txBody>
          <a:bodyPr wrap="square" lIns="91440" tIns="45720" rIns="91440" bIns="45720" anchor="t"/>
          <a:p>
            <a:pPr marL="662305" lvl="0" indent="-590550" eaLnBrk="1" hangingPunct="1">
              <a:lnSpc>
                <a:spcPct val="130000"/>
              </a:lnSpc>
              <a:buNone/>
            </a:pPr>
            <a:r>
              <a:rPr lang="zh-CN" altLang="en-US" dirty="0">
                <a:solidFill>
                  <a:srgbClr val="00FFCC"/>
                </a:solidFill>
                <a:latin typeface="黑体" pitchFamily="49" charset="-122"/>
              </a:rPr>
              <a:t>一、心理发展的连续论</a:t>
            </a:r>
            <a:endParaRPr lang="zh-CN" altLang="en-US" dirty="0">
              <a:solidFill>
                <a:srgbClr val="00FFCC"/>
              </a:solidFill>
              <a:latin typeface="黑体" pitchFamily="49" charset="-122"/>
            </a:endParaRPr>
          </a:p>
          <a:p>
            <a:pPr marL="662305" lvl="0" indent="-590550" eaLnBrk="1" hangingPunct="1">
              <a:lnSpc>
                <a:spcPct val="130000"/>
              </a:lnSpc>
              <a:buNone/>
            </a:pPr>
            <a:r>
              <a:rPr lang="zh-CN" altLang="en-US" dirty="0">
                <a:solidFill>
                  <a:srgbClr val="00FFCC"/>
                </a:solidFill>
                <a:latin typeface="黑体" pitchFamily="49" charset="-122"/>
              </a:rPr>
              <a:t>二、心理发展的阶段论</a:t>
            </a:r>
            <a:endParaRPr lang="zh-CN" altLang="en-US" dirty="0">
              <a:solidFill>
                <a:srgbClr val="00FFCC"/>
              </a:solidFill>
              <a:latin typeface="黑体" pitchFamily="49" charset="-122"/>
            </a:endParaRPr>
          </a:p>
          <a:p>
            <a:pPr marL="662305" lvl="0" indent="-590550" eaLnBrk="1" hangingPunct="1">
              <a:lnSpc>
                <a:spcPct val="130000"/>
              </a:lnSpc>
              <a:buNone/>
            </a:pPr>
            <a:r>
              <a:rPr lang="zh-CN" altLang="en-US" dirty="0">
                <a:solidFill>
                  <a:srgbClr val="00FFCC"/>
                </a:solidFill>
                <a:latin typeface="黑体" pitchFamily="49" charset="-122"/>
              </a:rPr>
              <a:t>三、心理发展的连续性和阶段性的统一</a:t>
            </a:r>
            <a:endParaRPr lang="zh-CN" altLang="en-US" dirty="0">
              <a:solidFill>
                <a:srgbClr val="00FFCC"/>
              </a:solidFill>
              <a:latin typeface="黑体" pitchFamily="49" charset="-122"/>
            </a:endParaRPr>
          </a:p>
          <a:p>
            <a:pPr marL="958850" lvl="1" indent="-495300" eaLnBrk="1" hangingPunct="1">
              <a:lnSpc>
                <a:spcPct val="130000"/>
              </a:lnSpc>
              <a:buNone/>
            </a:pPr>
            <a:r>
              <a:rPr lang="zh-CN" altLang="en-US" dirty="0">
                <a:latin typeface="黑体" pitchFamily="49" charset="-122"/>
              </a:rPr>
              <a:t>  心理发展的不均衡性</a:t>
            </a:r>
            <a:endParaRPr lang="zh-CN" altLang="en-US" dirty="0">
              <a:latin typeface="黑体" pitchFamily="49" charset="-122"/>
            </a:endParaRPr>
          </a:p>
          <a:p>
            <a:pPr marL="958850" lvl="1" indent="-495300" eaLnBrk="1" hangingPunct="1">
              <a:lnSpc>
                <a:spcPct val="130000"/>
              </a:lnSpc>
              <a:buNone/>
            </a:pPr>
            <a:r>
              <a:rPr lang="zh-CN" altLang="en-US" dirty="0">
                <a:latin typeface="黑体" pitchFamily="49" charset="-122"/>
              </a:rPr>
              <a:t>  心理发展中的量变、质变关系</a:t>
            </a:r>
            <a:endParaRPr lang="zh-CN" altLang="en-US" dirty="0">
              <a:latin typeface="黑体" pitchFamily="49" charset="-122"/>
            </a:endParaRPr>
          </a:p>
          <a:p>
            <a:pPr marL="662305" lvl="0" indent="-590550" eaLnBrk="1" hangingPunct="1">
              <a:lnSpc>
                <a:spcPct val="130000"/>
              </a:lnSpc>
              <a:buNone/>
            </a:pPr>
            <a:r>
              <a:rPr lang="zh-CN" altLang="en-US" dirty="0">
                <a:solidFill>
                  <a:srgbClr val="00FFCC"/>
                </a:solidFill>
                <a:latin typeface="黑体" pitchFamily="49" charset="-122"/>
              </a:rPr>
              <a:t>四、心理发展的年龄阶段</a:t>
            </a:r>
            <a:endParaRPr lang="zh-CN" altLang="en-US" dirty="0">
              <a:solidFill>
                <a:srgbClr val="00FFCC"/>
              </a:solidFill>
              <a:latin typeface="黑体" pitchFamily="49" charset="-122"/>
            </a:endParaRPr>
          </a:p>
          <a:p>
            <a:pPr marL="958850" lvl="1" indent="-495300" eaLnBrk="1" hangingPunct="1">
              <a:lnSpc>
                <a:spcPct val="130000"/>
              </a:lnSpc>
              <a:buNone/>
            </a:pPr>
            <a:r>
              <a:rPr lang="zh-CN" altLang="en-US" dirty="0">
                <a:latin typeface="黑体" pitchFamily="49" charset="-122"/>
              </a:rPr>
              <a:t>  以认知结构发展特点为标准</a:t>
            </a:r>
            <a:endParaRPr lang="zh-CN" altLang="en-US" dirty="0">
              <a:latin typeface="黑体" pitchFamily="49" charset="-122"/>
            </a:endParaRPr>
          </a:p>
          <a:p>
            <a:pPr marL="958850" lvl="1" indent="-495300" eaLnBrk="1" hangingPunct="1">
              <a:lnSpc>
                <a:spcPct val="130000"/>
              </a:lnSpc>
              <a:buNone/>
            </a:pPr>
            <a:r>
              <a:rPr lang="zh-CN" altLang="en-US" dirty="0">
                <a:latin typeface="黑体" pitchFamily="49" charset="-122"/>
              </a:rPr>
              <a:t>  以人格特征为标准划分年龄阶段</a:t>
            </a:r>
            <a:endParaRPr lang="zh-CN" altLang="en-US" dirty="0">
              <a:latin typeface="黑体" pitchFamily="49" charset="-122"/>
            </a:endParaRPr>
          </a:p>
          <a:p>
            <a:pPr marL="662305" lvl="0" indent="-590550" eaLnBrk="1" hangingPunct="1">
              <a:lnSpc>
                <a:spcPct val="130000"/>
              </a:lnSpc>
              <a:buNone/>
            </a:pPr>
            <a:endParaRPr lang="zh-CN" altLang="en-US" dirty="0">
              <a:latin typeface="黑体" pitchFamily="49" charset="-122"/>
            </a:endParaRPr>
          </a:p>
        </p:txBody>
      </p:sp>
      <p:pic>
        <p:nvPicPr>
          <p:cNvPr id="41987" name="Picture 4"/>
          <p:cNvPicPr>
            <a:picLocks noChangeAspect="1"/>
          </p:cNvPicPr>
          <p:nvPr/>
        </p:nvPicPr>
        <p:blipFill>
          <a:blip r:embed="rId1"/>
          <a:stretch>
            <a:fillRect/>
          </a:stretch>
        </p:blipFill>
        <p:spPr>
          <a:xfrm>
            <a:off x="7443788" y="2814638"/>
            <a:ext cx="2714625" cy="1500187"/>
          </a:xfrm>
          <a:prstGeom prst="rect">
            <a:avLst/>
          </a:prstGeom>
          <a:noFill/>
          <a:ln w="9525">
            <a:noFill/>
          </a:ln>
          <a:effectLst>
            <a:outerShdw dist="17961" dir="2699999" algn="ctr" rotWithShape="0">
              <a:srgbClr val="999999"/>
            </a:outerShdw>
          </a:effec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Rectangle 3"/>
          <p:cNvSpPr>
            <a14:cpLocks xmlns:a14="http://schemas.microsoft.com/office/drawing/2010/main" noGrp="1"/>
          </p:cNvSpPr>
          <p:nvPr>
            <p:ph type="body"/>
          </p:nvPr>
        </p:nvSpPr>
        <p:spPr>
          <a:xfrm>
            <a:off x="1763713" y="1223963"/>
            <a:ext cx="9001125" cy="4752975"/>
          </a:xfrm>
          <a:ln/>
        </p:spPr>
        <p:txBody>
          <a:bodyPr wrap="square" lIns="91440" tIns="45720" rIns="91440" bIns="45720" anchor="t"/>
          <a:p>
            <a:pPr marL="662305" lvl="0" indent="-590550" eaLnBrk="1" hangingPunct="1">
              <a:buNone/>
            </a:pPr>
            <a:r>
              <a:rPr lang="zh-CN" altLang="en-US" dirty="0">
                <a:solidFill>
                  <a:srgbClr val="66FFFF"/>
                </a:solidFill>
                <a:latin typeface="黑体" pitchFamily="49" charset="-122"/>
              </a:rPr>
              <a:t>（一）以认知结构发展特点为标准划分心理发展年龄阶段</a:t>
            </a:r>
            <a:endParaRPr lang="zh-CN" altLang="en-US" dirty="0">
              <a:solidFill>
                <a:srgbClr val="66FFFF"/>
              </a:solidFill>
              <a:latin typeface="黑体" pitchFamily="49" charset="-122"/>
            </a:endParaRPr>
          </a:p>
          <a:p>
            <a:pPr marL="662305" lvl="0" indent="-590550">
              <a:buNone/>
            </a:pPr>
            <a:r>
              <a:rPr lang="zh-CN" altLang="en-US" dirty="0">
                <a:solidFill>
                  <a:srgbClr val="FFC000"/>
                </a:solidFill>
              </a:rPr>
              <a:t> </a:t>
            </a:r>
            <a:r>
              <a:rPr lang="zh-CN" altLang="en-US" dirty="0">
                <a:solidFill>
                  <a:srgbClr val="FFC000"/>
                </a:solidFill>
                <a:latin typeface="黑体" pitchFamily="49" charset="-122"/>
              </a:rPr>
              <a:t>皮亚杰</a:t>
            </a:r>
            <a:r>
              <a:rPr lang="zh-CN" altLang="en-US" dirty="0">
                <a:latin typeface="黑体" pitchFamily="49" charset="-122"/>
              </a:rPr>
              <a:t>的认知发展阶段：</a:t>
            </a:r>
            <a:endParaRPr lang="zh-CN" altLang="en-US" dirty="0">
              <a:latin typeface="黑体" pitchFamily="49" charset="-122"/>
            </a:endParaRPr>
          </a:p>
          <a:p>
            <a:pPr marL="662305" lvl="0" indent="-590550">
              <a:buNone/>
            </a:pPr>
            <a:r>
              <a:rPr lang="en-US" altLang="zh-CN" dirty="0">
                <a:latin typeface="黑体" pitchFamily="49" charset="-122"/>
              </a:rPr>
              <a:t>  1</a:t>
            </a:r>
            <a:r>
              <a:rPr lang="zh-CN" altLang="en-US" dirty="0">
                <a:latin typeface="黑体" pitchFamily="49" charset="-122"/>
              </a:rPr>
              <a:t>、感知运动阶段（</a:t>
            </a:r>
            <a:r>
              <a:rPr lang="en-US" altLang="zh-CN" dirty="0">
                <a:latin typeface="黑体" pitchFamily="49" charset="-122"/>
              </a:rPr>
              <a:t>0-2</a:t>
            </a:r>
            <a:r>
              <a:rPr lang="zh-CN" altLang="en-US" dirty="0">
                <a:latin typeface="黑体" pitchFamily="49" charset="-122"/>
              </a:rPr>
              <a:t>岁）</a:t>
            </a:r>
            <a:endParaRPr lang="zh-CN" altLang="en-US" dirty="0">
              <a:latin typeface="黑体" pitchFamily="49" charset="-122"/>
            </a:endParaRPr>
          </a:p>
          <a:p>
            <a:pPr marL="662305" lvl="0" indent="-590550">
              <a:buNone/>
            </a:pPr>
            <a:r>
              <a:rPr lang="en-US" altLang="zh-CN" dirty="0">
                <a:latin typeface="黑体" pitchFamily="49" charset="-122"/>
              </a:rPr>
              <a:t>  2</a:t>
            </a:r>
            <a:r>
              <a:rPr lang="zh-CN" altLang="en-US" dirty="0">
                <a:latin typeface="黑体" pitchFamily="49" charset="-122"/>
              </a:rPr>
              <a:t>、前运算阶段（</a:t>
            </a:r>
            <a:r>
              <a:rPr lang="en-US" altLang="zh-CN" dirty="0">
                <a:latin typeface="黑体" pitchFamily="49" charset="-122"/>
              </a:rPr>
              <a:t>2-6</a:t>
            </a:r>
            <a:r>
              <a:rPr lang="zh-CN" altLang="en-US" dirty="0">
                <a:latin typeface="黑体" pitchFamily="49" charset="-122"/>
              </a:rPr>
              <a:t>、</a:t>
            </a:r>
            <a:r>
              <a:rPr lang="en-US" altLang="zh-CN" dirty="0">
                <a:latin typeface="黑体" pitchFamily="49" charset="-122"/>
              </a:rPr>
              <a:t>7</a:t>
            </a:r>
            <a:r>
              <a:rPr lang="zh-CN" altLang="en-US" dirty="0">
                <a:latin typeface="黑体" pitchFamily="49" charset="-122"/>
              </a:rPr>
              <a:t>岁）</a:t>
            </a:r>
            <a:endParaRPr lang="zh-CN" altLang="en-US" dirty="0">
              <a:latin typeface="黑体" pitchFamily="49" charset="-122"/>
            </a:endParaRPr>
          </a:p>
          <a:p>
            <a:pPr marL="662305" lvl="0" indent="-590550">
              <a:buNone/>
            </a:pPr>
            <a:r>
              <a:rPr lang="en-US" altLang="zh-CN" dirty="0">
                <a:latin typeface="黑体" pitchFamily="49" charset="-122"/>
              </a:rPr>
              <a:t>  3</a:t>
            </a:r>
            <a:r>
              <a:rPr lang="zh-CN" altLang="en-US" dirty="0">
                <a:latin typeface="黑体" pitchFamily="49" charset="-122"/>
              </a:rPr>
              <a:t>、具体运算阶段（</a:t>
            </a:r>
            <a:r>
              <a:rPr lang="en-US" altLang="zh-CN" dirty="0">
                <a:latin typeface="黑体" pitchFamily="49" charset="-122"/>
              </a:rPr>
              <a:t>6</a:t>
            </a:r>
            <a:r>
              <a:rPr lang="zh-CN" altLang="en-US" dirty="0">
                <a:latin typeface="黑体" pitchFamily="49" charset="-122"/>
              </a:rPr>
              <a:t>、</a:t>
            </a:r>
            <a:r>
              <a:rPr lang="en-US" altLang="zh-CN" dirty="0">
                <a:latin typeface="黑体" pitchFamily="49" charset="-122"/>
              </a:rPr>
              <a:t>7</a:t>
            </a:r>
            <a:r>
              <a:rPr lang="zh-CN" altLang="en-US" dirty="0">
                <a:latin typeface="黑体" pitchFamily="49" charset="-122"/>
              </a:rPr>
              <a:t>岁</a:t>
            </a:r>
            <a:r>
              <a:rPr lang="en-US" altLang="zh-CN" dirty="0">
                <a:latin typeface="黑体" pitchFamily="49" charset="-122"/>
              </a:rPr>
              <a:t>-11</a:t>
            </a:r>
            <a:r>
              <a:rPr lang="zh-CN" altLang="en-US" dirty="0">
                <a:latin typeface="黑体" pitchFamily="49" charset="-122"/>
              </a:rPr>
              <a:t>、</a:t>
            </a:r>
            <a:r>
              <a:rPr lang="en-US" altLang="zh-CN" dirty="0">
                <a:latin typeface="黑体" pitchFamily="49" charset="-122"/>
              </a:rPr>
              <a:t>12</a:t>
            </a:r>
            <a:r>
              <a:rPr lang="zh-CN" altLang="en-US" dirty="0">
                <a:latin typeface="黑体" pitchFamily="49" charset="-122"/>
              </a:rPr>
              <a:t>岁）</a:t>
            </a:r>
            <a:endParaRPr lang="zh-CN" altLang="en-US" dirty="0">
              <a:latin typeface="黑体" pitchFamily="49" charset="-122"/>
            </a:endParaRPr>
          </a:p>
          <a:p>
            <a:pPr marL="662305" lvl="0" indent="-590550">
              <a:buNone/>
            </a:pPr>
            <a:r>
              <a:rPr lang="en-US" altLang="zh-CN" dirty="0">
                <a:latin typeface="黑体" pitchFamily="49" charset="-122"/>
              </a:rPr>
              <a:t>  4</a:t>
            </a:r>
            <a:r>
              <a:rPr lang="zh-CN" altLang="en-US" dirty="0">
                <a:latin typeface="黑体" pitchFamily="49" charset="-122"/>
              </a:rPr>
              <a:t>、形式运算阶段（</a:t>
            </a:r>
            <a:r>
              <a:rPr lang="en-US" altLang="zh-CN" dirty="0">
                <a:latin typeface="黑体" pitchFamily="49" charset="-122"/>
              </a:rPr>
              <a:t>11</a:t>
            </a:r>
            <a:r>
              <a:rPr lang="zh-CN" altLang="en-US" dirty="0">
                <a:latin typeface="黑体" pitchFamily="49" charset="-122"/>
              </a:rPr>
              <a:t>、</a:t>
            </a:r>
            <a:r>
              <a:rPr lang="en-US" altLang="zh-CN" dirty="0">
                <a:latin typeface="黑体" pitchFamily="49" charset="-122"/>
              </a:rPr>
              <a:t>12</a:t>
            </a:r>
            <a:r>
              <a:rPr lang="zh-CN" altLang="en-US" dirty="0">
                <a:latin typeface="黑体" pitchFamily="49" charset="-122"/>
              </a:rPr>
              <a:t>岁</a:t>
            </a:r>
            <a:r>
              <a:rPr lang="en-US" altLang="zh-CN" dirty="0">
                <a:latin typeface="黑体" pitchFamily="49" charset="-122"/>
              </a:rPr>
              <a:t>-14</a:t>
            </a:r>
            <a:r>
              <a:rPr lang="zh-CN" altLang="en-US" dirty="0">
                <a:latin typeface="黑体" pitchFamily="49" charset="-122"/>
              </a:rPr>
              <a:t>、</a:t>
            </a:r>
            <a:r>
              <a:rPr lang="en-US" altLang="zh-CN" dirty="0">
                <a:latin typeface="黑体" pitchFamily="49" charset="-122"/>
              </a:rPr>
              <a:t>15</a:t>
            </a:r>
            <a:r>
              <a:rPr lang="zh-CN" altLang="en-US" dirty="0">
                <a:latin typeface="黑体" pitchFamily="49" charset="-122"/>
              </a:rPr>
              <a:t>岁）</a:t>
            </a:r>
            <a:endParaRPr lang="zh-CN" altLang="en-US" dirty="0">
              <a:latin typeface="黑体" pitchFamily="49" charset="-122"/>
            </a:endParaRPr>
          </a:p>
          <a:p>
            <a:pPr marL="662305" lvl="0" indent="-590550">
              <a:buNone/>
            </a:pPr>
            <a:endParaRPr lang="zh-CN" altLang="en-US" dirty="0">
              <a:latin typeface="黑体" pitchFamily="49"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3" name="Rectangle 3"/>
          <p:cNvSpPr>
            <a14:cpLocks xmlns:a14="http://schemas.microsoft.com/office/drawing/2010/main" noGrp="1"/>
          </p:cNvSpPr>
          <p:nvPr>
            <p:ph type="body"/>
          </p:nvPr>
        </p:nvSpPr>
        <p:spPr>
          <a:xfrm>
            <a:off x="1371600" y="1171575"/>
            <a:ext cx="8478838" cy="4752975"/>
          </a:xfrm>
          <a:ln/>
        </p:spPr>
        <p:txBody>
          <a:bodyPr wrap="square" lIns="91440" tIns="45720" rIns="91440" bIns="45720" anchor="t"/>
          <a:p>
            <a:pPr lvl="0" eaLnBrk="1" hangingPunct="1">
              <a:lnSpc>
                <a:spcPct val="130000"/>
              </a:lnSpc>
              <a:buNone/>
            </a:pPr>
            <a:r>
              <a:rPr lang="en-US" altLang="zh-CN" dirty="0">
                <a:solidFill>
                  <a:srgbClr val="66FFFF"/>
                </a:solidFill>
                <a:latin typeface="黑体" pitchFamily="49" charset="-122"/>
              </a:rPr>
              <a:t>1</a:t>
            </a:r>
            <a:r>
              <a:rPr lang="zh-CN" altLang="en-US" dirty="0">
                <a:solidFill>
                  <a:srgbClr val="66FFFF"/>
                </a:solidFill>
                <a:latin typeface="黑体" pitchFamily="49" charset="-122"/>
              </a:rPr>
              <a:t>、感知运动阶段典型特征</a:t>
            </a:r>
            <a:r>
              <a:rPr lang="zh-CN" altLang="en-US" dirty="0">
                <a:solidFill>
                  <a:srgbClr val="FFC000"/>
                </a:solidFill>
                <a:latin typeface="黑体" pitchFamily="49" charset="-122"/>
              </a:rPr>
              <a:t>（</a:t>
            </a:r>
            <a:r>
              <a:rPr lang="en-US" altLang="zh-CN" dirty="0">
                <a:solidFill>
                  <a:srgbClr val="FFC000"/>
                </a:solidFill>
                <a:latin typeface="黑体" pitchFamily="49" charset="-122"/>
              </a:rPr>
              <a:t>0-2</a:t>
            </a:r>
            <a:r>
              <a:rPr lang="zh-CN" altLang="en-US" dirty="0">
                <a:solidFill>
                  <a:srgbClr val="FFC000"/>
                </a:solidFill>
                <a:latin typeface="黑体" pitchFamily="49" charset="-122"/>
              </a:rPr>
              <a:t>岁）</a:t>
            </a:r>
            <a:endParaRPr lang="zh-CN" altLang="en-US" dirty="0">
              <a:solidFill>
                <a:srgbClr val="FFC000"/>
              </a:solidFill>
              <a:latin typeface="黑体" pitchFamily="49" charset="-122"/>
            </a:endParaRPr>
          </a:p>
          <a:p>
            <a:pPr lvl="0" eaLnBrk="1" hangingPunct="1">
              <a:lnSpc>
                <a:spcPct val="130000"/>
              </a:lnSpc>
              <a:buNone/>
            </a:pPr>
            <a:r>
              <a:rPr lang="zh-CN" altLang="en-US" dirty="0">
                <a:latin typeface="黑体" pitchFamily="49" charset="-122"/>
              </a:rPr>
              <a:t>（</a:t>
            </a:r>
            <a:r>
              <a:rPr lang="en-US" altLang="zh-CN" dirty="0">
                <a:latin typeface="黑体" pitchFamily="49" charset="-122"/>
              </a:rPr>
              <a:t>1</a:t>
            </a:r>
            <a:r>
              <a:rPr lang="zh-CN" altLang="en-US" dirty="0">
                <a:latin typeface="黑体" pitchFamily="49" charset="-122"/>
              </a:rPr>
              <a:t>）获得经验方式：依靠动作去适应环境</a:t>
            </a:r>
            <a:endParaRPr lang="zh-CN" altLang="en-US" dirty="0">
              <a:solidFill>
                <a:srgbClr val="FFFFFF"/>
              </a:solidFill>
              <a:latin typeface="黑体" pitchFamily="49" charset="-122"/>
            </a:endParaRPr>
          </a:p>
          <a:p>
            <a:pPr lvl="0" eaLnBrk="1" hangingPunct="1">
              <a:lnSpc>
                <a:spcPct val="130000"/>
              </a:lnSpc>
              <a:buNone/>
            </a:pPr>
            <a:r>
              <a:rPr lang="zh-CN" altLang="en-US" dirty="0">
                <a:latin typeface="黑体" pitchFamily="49" charset="-122"/>
              </a:rPr>
              <a:t>（</a:t>
            </a:r>
            <a:r>
              <a:rPr lang="en-US" altLang="zh-CN" dirty="0">
                <a:latin typeface="黑体" pitchFamily="49" charset="-122"/>
              </a:rPr>
              <a:t>2</a:t>
            </a:r>
            <a:r>
              <a:rPr lang="zh-CN" altLang="en-US" dirty="0">
                <a:latin typeface="黑体" pitchFamily="49" charset="-122"/>
              </a:rPr>
              <a:t>）主要途径：手的抓取、嘴的吸吮、直立行走</a:t>
            </a:r>
            <a:endParaRPr lang="zh-CN" altLang="en-US" dirty="0">
              <a:latin typeface="黑体" pitchFamily="49" charset="-122"/>
            </a:endParaRPr>
          </a:p>
          <a:p>
            <a:pPr lvl="0" eaLnBrk="1" hangingPunct="1">
              <a:lnSpc>
                <a:spcPct val="130000"/>
              </a:lnSpc>
              <a:buNone/>
            </a:pPr>
            <a:r>
              <a:rPr lang="zh-CN" altLang="en-US" dirty="0">
                <a:latin typeface="黑体" pitchFamily="49" charset="-122"/>
              </a:rPr>
              <a:t>（</a:t>
            </a:r>
            <a:r>
              <a:rPr lang="en-US" altLang="zh-CN" dirty="0">
                <a:latin typeface="黑体" pitchFamily="49" charset="-122"/>
              </a:rPr>
              <a:t>3</a:t>
            </a:r>
            <a:r>
              <a:rPr lang="zh-CN" altLang="en-US" dirty="0">
                <a:latin typeface="黑体" pitchFamily="49" charset="-122"/>
              </a:rPr>
              <a:t>）获得客体永久性（</a:t>
            </a:r>
            <a:r>
              <a:rPr lang="en-US" altLang="zh-CN" dirty="0">
                <a:latin typeface="黑体" pitchFamily="49" charset="-122"/>
              </a:rPr>
              <a:t>9-12</a:t>
            </a:r>
            <a:r>
              <a:rPr lang="zh-CN" altLang="en-US" dirty="0">
                <a:latin typeface="黑体" pitchFamily="49" charset="-122"/>
              </a:rPr>
              <a:t>月）－捉迷藏</a:t>
            </a:r>
            <a:endParaRPr lang="zh-CN" altLang="en-US" dirty="0">
              <a:latin typeface="黑体" pitchFamily="49" charset="-122"/>
            </a:endParaRPr>
          </a:p>
          <a:p>
            <a:pPr lvl="0" eaLnBrk="1" hangingPunct="1">
              <a:lnSpc>
                <a:spcPct val="130000"/>
              </a:lnSpc>
              <a:buNone/>
            </a:pPr>
            <a:r>
              <a:rPr lang="zh-CN" altLang="en-US" dirty="0">
                <a:latin typeface="黑体" pitchFamily="49" charset="-122"/>
              </a:rPr>
              <a:t>（</a:t>
            </a:r>
            <a:r>
              <a:rPr lang="en-US" altLang="zh-CN" dirty="0">
                <a:latin typeface="黑体" pitchFamily="49" charset="-122"/>
              </a:rPr>
              <a:t>4</a:t>
            </a:r>
            <a:r>
              <a:rPr lang="zh-CN" altLang="en-US" dirty="0">
                <a:latin typeface="黑体" pitchFamily="49" charset="-122"/>
              </a:rPr>
              <a:t>）思维水平：</a:t>
            </a:r>
            <a:r>
              <a:rPr lang="zh-CN" altLang="en-US" dirty="0">
                <a:solidFill>
                  <a:srgbClr val="FFC000"/>
                </a:solidFill>
                <a:latin typeface="黑体" pitchFamily="49" charset="-122"/>
              </a:rPr>
              <a:t>感知动作思维</a:t>
            </a:r>
            <a:endParaRPr lang="zh-CN" altLang="en-US" dirty="0">
              <a:solidFill>
                <a:srgbClr val="FFC000"/>
              </a:solidFill>
              <a:latin typeface="黑体" pitchFamily="49"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7" name="Rectangle 3"/>
          <p:cNvSpPr>
            <a14:cpLocks xmlns:a14="http://schemas.microsoft.com/office/drawing/2010/main" noGrp="1"/>
          </p:cNvSpPr>
          <p:nvPr>
            <p:ph type="body" sz="half"/>
          </p:nvPr>
        </p:nvSpPr>
        <p:spPr>
          <a:xfrm>
            <a:off x="701675" y="1679575"/>
            <a:ext cx="4156075" cy="4752975"/>
          </a:xfrm>
          <a:ln/>
        </p:spPr>
        <p:txBody>
          <a:bodyPr wrap="square" lIns="91440" tIns="45720" rIns="91440" bIns="45720" anchor="t"/>
          <a:lstStyle>
            <a:lvl1pPr marL="342900" lvl="0" indent="-342900" algn="l" rtl="0" eaLnBrk="0" fontAlgn="base" hangingPunct="0">
              <a:lnSpc>
                <a:spcPts val="4000"/>
              </a:lnSpc>
              <a:spcBef>
                <a:spcPct val="20000"/>
              </a:spcBef>
              <a:spcAft>
                <a:spcPct val="0"/>
              </a:spcAft>
              <a:buFont typeface="Arial" charset="0"/>
              <a:buChar char="•"/>
              <a:defRPr sz="2800" kern="1200">
                <a:solidFill>
                  <a:schemeClr val="bg1"/>
                </a:solidFill>
                <a:latin typeface="+mn-lt"/>
                <a:ea typeface="+mn-ea"/>
                <a:cs typeface="+mn-cs"/>
              </a:defRPr>
            </a:lvl1pPr>
            <a:lvl2pPr marL="742950" lvl="1" indent="-285750" algn="l" rtl="0" eaLnBrk="0" fontAlgn="base" hangingPunct="0">
              <a:lnSpc>
                <a:spcPts val="4000"/>
              </a:lnSpc>
              <a:spcBef>
                <a:spcPct val="20000"/>
              </a:spcBef>
              <a:spcAft>
                <a:spcPct val="0"/>
              </a:spcAft>
              <a:buFont typeface="Arial" charset="0"/>
              <a:buChar char="–"/>
              <a:defRPr sz="2400" kern="1200">
                <a:solidFill>
                  <a:schemeClr val="bg1"/>
                </a:solidFill>
                <a:latin typeface="+mn-lt"/>
                <a:ea typeface="+mn-ea"/>
              </a:defRPr>
            </a:lvl2pPr>
            <a:lvl3pPr marL="1143000" lvl="2" indent="-228600" algn="l" rtl="0" eaLnBrk="0" fontAlgn="base" hangingPunct="0">
              <a:lnSpc>
                <a:spcPts val="4000"/>
              </a:lnSpc>
              <a:spcBef>
                <a:spcPct val="20000"/>
              </a:spcBef>
              <a:spcAft>
                <a:spcPct val="0"/>
              </a:spcAft>
              <a:buFont typeface="Arial" charset="0"/>
              <a:buChar char="•"/>
              <a:defRPr sz="2000" kern="1200">
                <a:solidFill>
                  <a:schemeClr val="bg1"/>
                </a:solidFill>
                <a:latin typeface="+mn-lt"/>
                <a:ea typeface="+mn-ea"/>
              </a:defRPr>
            </a:lvl3pPr>
            <a:lvl4pPr marL="1600200" lvl="3" indent="-228600" algn="l" rtl="0" eaLnBrk="0" fontAlgn="base" hangingPunct="0">
              <a:lnSpc>
                <a:spcPts val="4000"/>
              </a:lnSpc>
              <a:spcBef>
                <a:spcPct val="20000"/>
              </a:spcBef>
              <a:spcAft>
                <a:spcPct val="0"/>
              </a:spcAft>
              <a:buFont typeface="Arial" charset="0"/>
              <a:buChar char="–"/>
              <a:defRPr sz="1800" kern="1200">
                <a:solidFill>
                  <a:schemeClr val="bg1"/>
                </a:solidFill>
                <a:latin typeface="+mn-lt"/>
                <a:ea typeface="+mn-ea"/>
              </a:defRPr>
            </a:lvl4pPr>
            <a:lvl5pPr marL="2057400" lvl="4" indent="-228600" algn="l" rtl="0" eaLnBrk="0" fontAlgn="base" hangingPunct="0">
              <a:lnSpc>
                <a:spcPts val="4000"/>
              </a:lnSpc>
              <a:spcBef>
                <a:spcPct val="20000"/>
              </a:spcBef>
              <a:spcAft>
                <a:spcPct val="0"/>
              </a:spcAft>
              <a:buFont typeface="Arial" charset="0"/>
              <a:buChar char="»"/>
              <a:defRPr sz="1800" kern="1200">
                <a:solidFill>
                  <a:schemeClr val="bg1"/>
                </a:solidFill>
                <a:latin typeface="+mn-lt"/>
                <a:ea typeface="+mn-ea"/>
              </a:defRPr>
            </a:lvl5pPr>
          </a:lstStyle>
          <a:p>
            <a:pPr marL="0" lvl="0" indent="0">
              <a:buNone/>
            </a:pPr>
            <a:endParaRPr lang="zh-CN" altLang="zh-CN" sz="2800" dirty="0"/>
          </a:p>
        </p:txBody>
      </p:sp>
      <p:pic>
        <p:nvPicPr>
          <p:cNvPr id="45058" name="Picture 4"/>
          <p:cNvPicPr>
            <a:picLocks noGrp="1" noChangeAspect="1"/>
          </p:cNvPicPr>
          <p:nvPr>
            <p:ph type="pic" sz="half"/>
          </p:nvPr>
        </p:nvPicPr>
        <p:blipFill>
          <a:blip r:embed="rId1"/>
          <a:stretch>
            <a:fillRect/>
          </a:stretch>
        </p:blipFill>
        <p:spPr>
          <a:xfrm>
            <a:off x="396875" y="720725"/>
            <a:ext cx="11653838" cy="5807075"/>
          </a:xfrm>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1" name="Rectangle 3"/>
          <p:cNvSpPr>
            <a14:cpLocks xmlns:a14="http://schemas.microsoft.com/office/drawing/2010/main" noGrp="1"/>
          </p:cNvSpPr>
          <p:nvPr>
            <p:ph type="body"/>
          </p:nvPr>
        </p:nvSpPr>
        <p:spPr>
          <a:xfrm>
            <a:off x="585788" y="885825"/>
            <a:ext cx="10899775" cy="4079875"/>
          </a:xfrm>
          <a:ln/>
        </p:spPr>
        <p:txBody>
          <a:bodyPr wrap="square" lIns="91440" tIns="45720" rIns="91440" bIns="45720" anchor="t"/>
          <a:p>
            <a:pPr lvl="0" eaLnBrk="1" hangingPunct="1">
              <a:lnSpc>
                <a:spcPct val="130000"/>
              </a:lnSpc>
              <a:buNone/>
            </a:pPr>
            <a:r>
              <a:rPr lang="en-US" altLang="zh-CN" dirty="0">
                <a:solidFill>
                  <a:srgbClr val="66FFFF"/>
                </a:solidFill>
                <a:latin typeface="黑体" pitchFamily="49" charset="-122"/>
              </a:rPr>
              <a:t>2</a:t>
            </a:r>
            <a:r>
              <a:rPr lang="zh-CN" altLang="en-US" dirty="0">
                <a:solidFill>
                  <a:srgbClr val="66FFFF"/>
                </a:solidFill>
                <a:latin typeface="黑体" pitchFamily="49" charset="-122"/>
              </a:rPr>
              <a:t>、前运算阶段典型特征</a:t>
            </a:r>
            <a:r>
              <a:rPr lang="zh-CN" altLang="en-US" dirty="0">
                <a:solidFill>
                  <a:srgbClr val="FFC000"/>
                </a:solidFill>
                <a:latin typeface="黑体" pitchFamily="49" charset="-122"/>
              </a:rPr>
              <a:t>（</a:t>
            </a:r>
            <a:r>
              <a:rPr lang="en-US" altLang="zh-CN" dirty="0">
                <a:solidFill>
                  <a:srgbClr val="FFC000"/>
                </a:solidFill>
                <a:latin typeface="黑体" pitchFamily="49" charset="-122"/>
              </a:rPr>
              <a:t>2-6</a:t>
            </a:r>
            <a:r>
              <a:rPr lang="zh-CN" altLang="en-US" dirty="0">
                <a:solidFill>
                  <a:srgbClr val="FFC000"/>
                </a:solidFill>
                <a:latin typeface="黑体" pitchFamily="49" charset="-122"/>
              </a:rPr>
              <a:t>、</a:t>
            </a:r>
            <a:r>
              <a:rPr lang="en-US" altLang="zh-CN" dirty="0">
                <a:solidFill>
                  <a:srgbClr val="FFC000"/>
                </a:solidFill>
                <a:latin typeface="黑体" pitchFamily="49" charset="-122"/>
              </a:rPr>
              <a:t>7</a:t>
            </a:r>
            <a:r>
              <a:rPr lang="zh-CN" altLang="en-US" dirty="0">
                <a:solidFill>
                  <a:srgbClr val="FFC000"/>
                </a:solidFill>
                <a:latin typeface="黑体" pitchFamily="49" charset="-122"/>
              </a:rPr>
              <a:t>岁）</a:t>
            </a:r>
            <a:endParaRPr lang="zh-CN" altLang="en-US" dirty="0">
              <a:solidFill>
                <a:srgbClr val="FFC000"/>
              </a:solidFill>
              <a:latin typeface="黑体" pitchFamily="49" charset="-122"/>
            </a:endParaRPr>
          </a:p>
          <a:p>
            <a:pPr lvl="0" eaLnBrk="1" hangingPunct="1">
              <a:lnSpc>
                <a:spcPct val="130000"/>
              </a:lnSpc>
              <a:buNone/>
            </a:pPr>
            <a:r>
              <a:rPr lang="zh-CN" altLang="en-US" dirty="0">
                <a:latin typeface="黑体" pitchFamily="49" charset="-122"/>
              </a:rPr>
              <a:t>（</a:t>
            </a:r>
            <a:r>
              <a:rPr lang="en-US" altLang="zh-CN" dirty="0">
                <a:latin typeface="黑体" pitchFamily="49" charset="-122"/>
              </a:rPr>
              <a:t>1</a:t>
            </a:r>
            <a:r>
              <a:rPr lang="zh-CN" altLang="en-US" dirty="0">
                <a:latin typeface="黑体" pitchFamily="49" charset="-122"/>
              </a:rPr>
              <a:t>）将感知动作内化为表象系统，具有了符号功能，可以凭借心理符号（主要是表象）进行思维，使思维有了质的飞跃。</a:t>
            </a:r>
            <a:endParaRPr lang="zh-CN" altLang="en-US" dirty="0">
              <a:latin typeface="黑体" pitchFamily="49" charset="-122"/>
            </a:endParaRPr>
          </a:p>
          <a:p>
            <a:pPr lvl="0" eaLnBrk="1" hangingPunct="1">
              <a:lnSpc>
                <a:spcPct val="130000"/>
              </a:lnSpc>
              <a:buNone/>
            </a:pPr>
            <a:r>
              <a:rPr lang="zh-CN" altLang="en-US" dirty="0">
                <a:latin typeface="黑体" pitchFamily="49" charset="-122"/>
              </a:rPr>
              <a:t>（</a:t>
            </a:r>
            <a:r>
              <a:rPr lang="en-US" altLang="zh-CN" dirty="0">
                <a:latin typeface="黑体" pitchFamily="49" charset="-122"/>
              </a:rPr>
              <a:t>2</a:t>
            </a:r>
            <a:r>
              <a:rPr lang="zh-CN" altLang="en-US" dirty="0">
                <a:latin typeface="黑体" pitchFamily="49" charset="-122"/>
              </a:rPr>
              <a:t>）思维水平：</a:t>
            </a:r>
            <a:r>
              <a:rPr lang="zh-CN" altLang="en-US" dirty="0">
                <a:solidFill>
                  <a:srgbClr val="FFC000"/>
                </a:solidFill>
                <a:latin typeface="黑体" pitchFamily="49" charset="-122"/>
              </a:rPr>
              <a:t>表象思维</a:t>
            </a:r>
            <a:r>
              <a:rPr lang="en-US" altLang="zh-CN" dirty="0">
                <a:solidFill>
                  <a:srgbClr val="FFC000"/>
                </a:solidFill>
                <a:latin typeface="黑体" pitchFamily="49" charset="-122"/>
              </a:rPr>
              <a:t>/</a:t>
            </a:r>
            <a:r>
              <a:rPr lang="zh-CN" altLang="en-US" dirty="0">
                <a:solidFill>
                  <a:srgbClr val="FFC000"/>
                </a:solidFill>
                <a:latin typeface="黑体" pitchFamily="49" charset="-122"/>
              </a:rPr>
              <a:t>表象图式</a:t>
            </a:r>
            <a:endParaRPr lang="zh-CN" altLang="en-US" dirty="0">
              <a:solidFill>
                <a:srgbClr val="FFC000"/>
              </a:solidFill>
              <a:latin typeface="黑体" pitchFamily="49" charset="-122"/>
            </a:endParaRPr>
          </a:p>
          <a:p>
            <a:pPr lvl="0" eaLnBrk="1" hangingPunct="1">
              <a:lnSpc>
                <a:spcPct val="130000"/>
              </a:lnSpc>
              <a:buNone/>
            </a:pPr>
            <a:r>
              <a:rPr lang="zh-CN" altLang="en-US" dirty="0">
                <a:latin typeface="黑体" pitchFamily="49" charset="-122"/>
              </a:rPr>
              <a:t>（</a:t>
            </a:r>
            <a:r>
              <a:rPr lang="en-US" altLang="zh-CN" dirty="0">
                <a:latin typeface="黑体" pitchFamily="49" charset="-122"/>
              </a:rPr>
              <a:t>3</a:t>
            </a:r>
            <a:r>
              <a:rPr lang="zh-CN" altLang="en-US" dirty="0">
                <a:latin typeface="黑体" pitchFamily="49" charset="-122"/>
              </a:rPr>
              <a:t>）思维特点：</a:t>
            </a:r>
            <a:endParaRPr lang="zh-CN" altLang="en-US" dirty="0">
              <a:latin typeface="黑体" pitchFamily="49" charset="-122"/>
            </a:endParaRPr>
          </a:p>
          <a:p>
            <a:pPr lvl="0" eaLnBrk="1" hangingPunct="1">
              <a:lnSpc>
                <a:spcPct val="130000"/>
              </a:lnSpc>
              <a:buNone/>
            </a:pPr>
            <a:r>
              <a:rPr lang="zh-CN" altLang="en-US" dirty="0">
                <a:latin typeface="黑体" pitchFamily="49" charset="-122"/>
              </a:rPr>
              <a:t>    </a:t>
            </a:r>
            <a:r>
              <a:rPr lang="zh-CN" altLang="en-US" dirty="0">
                <a:solidFill>
                  <a:srgbClr val="FFC000"/>
                </a:solidFill>
                <a:latin typeface="黑体" pitchFamily="49" charset="-122"/>
              </a:rPr>
              <a:t>泛灵论</a:t>
            </a:r>
            <a:r>
              <a:rPr lang="en-US" altLang="zh-CN" dirty="0">
                <a:latin typeface="黑体" pitchFamily="49" charset="-122"/>
              </a:rPr>
              <a:t>-</a:t>
            </a:r>
            <a:r>
              <a:rPr lang="zh-CN" altLang="en-US" dirty="0">
                <a:latin typeface="黑体" pitchFamily="49" charset="-122"/>
              </a:rPr>
              <a:t>一切事物都有生命</a:t>
            </a:r>
            <a:endParaRPr lang="zh-CN" altLang="en-US" dirty="0">
              <a:latin typeface="黑体" pitchFamily="49" charset="-122"/>
            </a:endParaRPr>
          </a:p>
          <a:p>
            <a:pPr lvl="0" eaLnBrk="1" hangingPunct="1">
              <a:lnSpc>
                <a:spcPct val="130000"/>
              </a:lnSpc>
              <a:buNone/>
            </a:pPr>
            <a:r>
              <a:rPr lang="zh-CN" altLang="en-US" dirty="0">
                <a:latin typeface="黑体" pitchFamily="49" charset="-122"/>
              </a:rPr>
              <a:t>    </a:t>
            </a:r>
            <a:r>
              <a:rPr lang="zh-CN" altLang="en-US" dirty="0">
                <a:solidFill>
                  <a:srgbClr val="FFC000"/>
                </a:solidFill>
                <a:latin typeface="黑体" pitchFamily="49" charset="-122"/>
              </a:rPr>
              <a:t>自我中心</a:t>
            </a:r>
            <a:r>
              <a:rPr lang="en-US" altLang="zh-CN" dirty="0">
                <a:solidFill>
                  <a:srgbClr val="FFFF00"/>
                </a:solidFill>
                <a:latin typeface="黑体" pitchFamily="49" charset="-122"/>
              </a:rPr>
              <a:t>-</a:t>
            </a:r>
            <a:r>
              <a:rPr lang="zh-CN" altLang="en-US" dirty="0">
                <a:latin typeface="黑体" pitchFamily="49" charset="-122"/>
              </a:rPr>
              <a:t>别人与自己都一样（三山实验）</a:t>
            </a:r>
            <a:endParaRPr lang="zh-CN" altLang="en-US" dirty="0">
              <a:latin typeface="黑体" pitchFamily="49" charset="-122"/>
            </a:endParaRPr>
          </a:p>
          <a:p>
            <a:pPr lvl="0" eaLnBrk="1" hangingPunct="1">
              <a:lnSpc>
                <a:spcPct val="130000"/>
              </a:lnSpc>
              <a:buNone/>
            </a:pPr>
            <a:r>
              <a:rPr lang="zh-CN" altLang="en-US" dirty="0">
                <a:latin typeface="黑体" pitchFamily="49" charset="-122"/>
              </a:rPr>
              <a:t>    </a:t>
            </a:r>
            <a:r>
              <a:rPr lang="zh-CN" altLang="en-US" dirty="0">
                <a:solidFill>
                  <a:srgbClr val="FFC000"/>
                </a:solidFill>
                <a:latin typeface="黑体" pitchFamily="49" charset="-122"/>
              </a:rPr>
              <a:t>思维不可逆</a:t>
            </a:r>
            <a:r>
              <a:rPr lang="en-US" altLang="zh-CN" dirty="0">
                <a:latin typeface="黑体" pitchFamily="49" charset="-122"/>
              </a:rPr>
              <a:t>-</a:t>
            </a:r>
            <a:r>
              <a:rPr lang="zh-CN" altLang="en-US" dirty="0">
                <a:latin typeface="黑体" pitchFamily="49" charset="-122"/>
              </a:rPr>
              <a:t>包括反演可逆性（胶泥球</a:t>
            </a:r>
            <a:r>
              <a:rPr lang="en-US" altLang="zh-CN" dirty="0">
                <a:latin typeface="黑体" pitchFamily="49" charset="-122"/>
              </a:rPr>
              <a:t>-</a:t>
            </a:r>
            <a:r>
              <a:rPr lang="zh-CN" altLang="en-US" dirty="0">
                <a:latin typeface="黑体" pitchFamily="49" charset="-122"/>
              </a:rPr>
              <a:t>泥肠）和互反可逆性（知道</a:t>
            </a:r>
            <a:r>
              <a:rPr lang="en-US" altLang="zh-CN" dirty="0">
                <a:latin typeface="黑体" pitchFamily="49" charset="-122"/>
              </a:rPr>
              <a:t>A&gt;B</a:t>
            </a:r>
            <a:r>
              <a:rPr lang="zh-CN" altLang="en-US" dirty="0">
                <a:latin typeface="黑体" pitchFamily="49" charset="-122"/>
              </a:rPr>
              <a:t>，不知道</a:t>
            </a:r>
            <a:r>
              <a:rPr lang="en-US" altLang="zh-CN" dirty="0">
                <a:latin typeface="黑体" pitchFamily="49" charset="-122"/>
              </a:rPr>
              <a:t>B&lt;A</a:t>
            </a:r>
            <a:r>
              <a:rPr lang="zh-CN" altLang="en-US" dirty="0">
                <a:latin typeface="黑体" pitchFamily="49" charset="-122"/>
              </a:rPr>
              <a:t>）</a:t>
            </a:r>
            <a:endParaRPr lang="en-US" altLang="x-none" dirty="0">
              <a:latin typeface="黑体" pitchFamily="49" charset="-122"/>
            </a:endParaRPr>
          </a:p>
          <a:p>
            <a:pPr lvl="0" eaLnBrk="1" hangingPunct="1">
              <a:lnSpc>
                <a:spcPct val="130000"/>
              </a:lnSpc>
              <a:buNone/>
            </a:pPr>
            <a:r>
              <a:rPr lang="zh-CN" altLang="en-US" dirty="0">
                <a:solidFill>
                  <a:srgbClr val="FFFF00"/>
                </a:solidFill>
                <a:latin typeface="黑体" pitchFamily="49" charset="-122"/>
              </a:rPr>
              <a:t>    </a:t>
            </a:r>
            <a:r>
              <a:rPr lang="zh-CN" altLang="en-US" dirty="0">
                <a:solidFill>
                  <a:srgbClr val="FFC000"/>
                </a:solidFill>
                <a:latin typeface="黑体" pitchFamily="49" charset="-122"/>
              </a:rPr>
              <a:t>未掌握守恒</a:t>
            </a:r>
            <a:r>
              <a:rPr lang="zh-CN" altLang="en-US" dirty="0">
                <a:latin typeface="黑体" pitchFamily="49" charset="-122"/>
              </a:rPr>
              <a:t>：事物的形态改变，则认为事物的本质也改变</a:t>
            </a:r>
            <a:endParaRPr lang="zh-CN" altLang="en-US" dirty="0">
              <a:latin typeface="黑体" pitchFamily="49" charset="-122"/>
            </a:endParaRPr>
          </a:p>
          <a:p>
            <a:pPr lvl="0" eaLnBrk="1" hangingPunct="1">
              <a:lnSpc>
                <a:spcPct val="130000"/>
              </a:lnSpc>
              <a:buNone/>
            </a:pPr>
            <a:endParaRPr lang="zh-CN" altLang="en-US" dirty="0">
              <a:latin typeface="黑体" pitchFamily="49"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5" name="Rectangle 2"/>
          <p:cNvSpPr>
            <a14:cpLocks xmlns:a14="http://schemas.microsoft.com/office/drawing/2010/main" noGrp="1"/>
          </p:cNvSpPr>
          <p:nvPr>
            <p:ph type="title"/>
          </p:nvPr>
        </p:nvSpPr>
        <p:spPr>
          <a:xfrm>
            <a:off x="942975" y="349250"/>
            <a:ext cx="10710863" cy="1200150"/>
          </a:xfrm>
          <a:ln/>
        </p:spPr>
        <p:txBody>
          <a:bodyPr wrap="square" lIns="91440" tIns="45720" rIns="91440" bIns="45720" anchor="ctr"/>
          <a:p>
            <a:pPr lvl="0" algn="l" eaLnBrk="1" hangingPunct="1">
              <a:lnSpc>
                <a:spcPct val="130000"/>
              </a:lnSpc>
              <a:spcBef>
                <a:spcPct val="20000"/>
              </a:spcBef>
            </a:pPr>
            <a:r>
              <a:rPr lang="zh-CN" altLang="en-US" sz="2500" dirty="0">
                <a:latin typeface="黑体" pitchFamily="49" charset="-122"/>
              </a:rPr>
              <a:t>自我中心</a:t>
            </a:r>
            <a:r>
              <a:rPr lang="zh-CN" altLang="zh-CN" sz="2500" dirty="0">
                <a:latin typeface="黑体" pitchFamily="49" charset="-122"/>
              </a:rPr>
              <a:t>—</a:t>
            </a:r>
            <a:r>
              <a:rPr lang="zh-CN" altLang="en-US" sz="2500" dirty="0">
                <a:latin typeface="黑体" pitchFamily="49" charset="-122"/>
              </a:rPr>
              <a:t>三山实验</a:t>
            </a:r>
            <a:endParaRPr lang="zh-CN" altLang="en-US" sz="2500" dirty="0">
              <a:latin typeface="黑体" pitchFamily="49" charset="-122"/>
            </a:endParaRPr>
          </a:p>
        </p:txBody>
      </p:sp>
      <p:pic>
        <p:nvPicPr>
          <p:cNvPr id="47106" name="Picture 3" descr="07三山实验"/>
          <p:cNvPicPr>
            <a:picLocks noGrp="1" noChangeAspect="1"/>
          </p:cNvPicPr>
          <p:nvPr>
            <p:ph type="body"/>
          </p:nvPr>
        </p:nvPicPr>
        <p:blipFill>
          <a:blip r:embed="rId1">
            <a:lum bright="17999"/>
          </a:blip>
          <a:stretch>
            <a:fillRect/>
          </a:stretch>
        </p:blipFill>
        <p:spPr>
          <a:xfrm>
            <a:off x="2332038" y="1635125"/>
            <a:ext cx="7543800" cy="5154613"/>
          </a:xfrm>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8129" name="Picture 5" descr="皮亚杰的守恒实验"/>
          <p:cNvPicPr>
            <a:picLocks noChangeAspect="1"/>
          </p:cNvPicPr>
          <p:nvPr/>
        </p:nvPicPr>
        <p:blipFill>
          <a:blip r:embed="rId1"/>
          <a:stretch>
            <a:fillRect/>
          </a:stretch>
        </p:blipFill>
        <p:spPr>
          <a:xfrm>
            <a:off x="-4762" y="1176338"/>
            <a:ext cx="12606337" cy="4184650"/>
          </a:xfrm>
          <a:prstGeom prst="rect">
            <a:avLst/>
          </a:prstGeom>
          <a:noFill/>
          <a:ln w="9525">
            <a:noFill/>
          </a:ln>
        </p:spPr>
      </p:pic>
      <p:sp>
        <p:nvSpPr>
          <p:cNvPr id="48130" name="Rectangle 6"/>
          <p:cNvSpPr/>
          <p:nvPr/>
        </p:nvSpPr>
        <p:spPr>
          <a:xfrm>
            <a:off x="4200525" y="5567363"/>
            <a:ext cx="2765425" cy="609600"/>
          </a:xfrm>
          <a:prstGeom prst="rect">
            <a:avLst/>
          </a:prstGeom>
          <a:noFill/>
          <a:ln w="9525">
            <a:noFill/>
          </a:ln>
        </p:spPr>
        <p:txBody>
          <a:bodyPr wrap="none" lIns="113157" tIns="56579" rIns="113157" bIns="56579" anchor="t">
            <a:spAutoFit/>
          </a:bodyPr>
          <a:p>
            <a:pPr lvl="0" defTabSz="1132205">
              <a:lnSpc>
                <a:spcPct val="130000"/>
              </a:lnSpc>
              <a:spcBef>
                <a:spcPct val="20000"/>
              </a:spcBef>
            </a:pPr>
            <a:r>
              <a:rPr lang="zh-CN" altLang="en-US" sz="2500" dirty="0">
                <a:solidFill>
                  <a:schemeClr val="bg1"/>
                </a:solidFill>
                <a:latin typeface="黑体" pitchFamily="49" charset="-122"/>
                <a:ea typeface="黑体" pitchFamily="49" charset="-122"/>
              </a:rPr>
              <a:t>皮亚杰的守恒实验</a:t>
            </a:r>
            <a:endParaRPr lang="zh-CN" altLang="en-US" sz="2500" dirty="0">
              <a:solidFill>
                <a:schemeClr val="bg1"/>
              </a:solidFill>
              <a:latin typeface="黑体" pitchFamily="49" charset="-122"/>
              <a:ea typeface="黑体" pitchFamily="49" charset="-122"/>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3" name="Rectangle 3"/>
          <p:cNvSpPr>
            <a14:cpLocks xmlns:a14="http://schemas.microsoft.com/office/drawing/2010/main" noGrp="1"/>
          </p:cNvSpPr>
          <p:nvPr>
            <p:ph type="body"/>
          </p:nvPr>
        </p:nvSpPr>
        <p:spPr>
          <a:xfrm>
            <a:off x="1014413" y="885825"/>
            <a:ext cx="8478837" cy="4752975"/>
          </a:xfrm>
          <a:ln/>
        </p:spPr>
        <p:txBody>
          <a:bodyPr wrap="square" lIns="91440" tIns="45720" rIns="91440" bIns="45720" anchor="t"/>
          <a:p>
            <a:pPr lvl="0" eaLnBrk="1" hangingPunct="1">
              <a:lnSpc>
                <a:spcPct val="130000"/>
              </a:lnSpc>
              <a:buNone/>
            </a:pPr>
            <a:r>
              <a:rPr lang="en-US" altLang="zh-CN" dirty="0">
                <a:solidFill>
                  <a:srgbClr val="66FFFF"/>
                </a:solidFill>
                <a:latin typeface="黑体" pitchFamily="49" charset="-122"/>
              </a:rPr>
              <a:t>3</a:t>
            </a:r>
            <a:r>
              <a:rPr lang="zh-CN" altLang="en-US" dirty="0">
                <a:solidFill>
                  <a:srgbClr val="66FFFF"/>
                </a:solidFill>
                <a:latin typeface="黑体" pitchFamily="49" charset="-122"/>
              </a:rPr>
              <a:t>、具体运算阶段典型特征</a:t>
            </a:r>
            <a:r>
              <a:rPr lang="zh-CN" altLang="en-US" dirty="0">
                <a:solidFill>
                  <a:srgbClr val="FFC000"/>
                </a:solidFill>
                <a:latin typeface="黑体" pitchFamily="49" charset="-122"/>
              </a:rPr>
              <a:t>（</a:t>
            </a:r>
            <a:r>
              <a:rPr lang="en-US" altLang="zh-CN" dirty="0">
                <a:solidFill>
                  <a:srgbClr val="FFC000"/>
                </a:solidFill>
                <a:latin typeface="黑体" pitchFamily="49" charset="-122"/>
              </a:rPr>
              <a:t>6</a:t>
            </a:r>
            <a:r>
              <a:rPr lang="zh-CN" altLang="en-US" dirty="0">
                <a:solidFill>
                  <a:srgbClr val="FFC000"/>
                </a:solidFill>
                <a:latin typeface="黑体" pitchFamily="49" charset="-122"/>
              </a:rPr>
              <a:t>、</a:t>
            </a:r>
            <a:r>
              <a:rPr lang="en-US" altLang="zh-CN" dirty="0">
                <a:solidFill>
                  <a:srgbClr val="FFC000"/>
                </a:solidFill>
                <a:latin typeface="黑体" pitchFamily="49" charset="-122"/>
              </a:rPr>
              <a:t>7</a:t>
            </a:r>
            <a:r>
              <a:rPr lang="zh-CN" altLang="en-US" dirty="0">
                <a:solidFill>
                  <a:srgbClr val="FFC000"/>
                </a:solidFill>
                <a:latin typeface="黑体" pitchFamily="49" charset="-122"/>
              </a:rPr>
              <a:t>岁</a:t>
            </a:r>
            <a:r>
              <a:rPr lang="en-US" altLang="zh-CN" dirty="0">
                <a:solidFill>
                  <a:srgbClr val="FFC000"/>
                </a:solidFill>
                <a:latin typeface="黑体" pitchFamily="49" charset="-122"/>
              </a:rPr>
              <a:t>-11</a:t>
            </a:r>
            <a:r>
              <a:rPr lang="zh-CN" altLang="en-US" dirty="0">
                <a:solidFill>
                  <a:srgbClr val="FFC000"/>
                </a:solidFill>
                <a:latin typeface="黑体" pitchFamily="49" charset="-122"/>
              </a:rPr>
              <a:t>、</a:t>
            </a:r>
            <a:r>
              <a:rPr lang="en-US" altLang="zh-CN" dirty="0">
                <a:solidFill>
                  <a:srgbClr val="FFC000"/>
                </a:solidFill>
                <a:latin typeface="黑体" pitchFamily="49" charset="-122"/>
              </a:rPr>
              <a:t>12</a:t>
            </a:r>
            <a:r>
              <a:rPr lang="zh-CN" altLang="en-US" dirty="0">
                <a:solidFill>
                  <a:srgbClr val="FFC000"/>
                </a:solidFill>
                <a:latin typeface="黑体" pitchFamily="49" charset="-122"/>
              </a:rPr>
              <a:t>岁）</a:t>
            </a:r>
            <a:endParaRPr lang="zh-CN" altLang="en-US" dirty="0">
              <a:solidFill>
                <a:srgbClr val="FFC000"/>
              </a:solidFill>
              <a:latin typeface="黑体" pitchFamily="49" charset="-122"/>
            </a:endParaRPr>
          </a:p>
          <a:p>
            <a:pPr lvl="0" eaLnBrk="1" hangingPunct="1">
              <a:lnSpc>
                <a:spcPct val="130000"/>
              </a:lnSpc>
              <a:buNone/>
            </a:pPr>
            <a:r>
              <a:rPr lang="zh-CN" altLang="en-US" dirty="0">
                <a:latin typeface="黑体" pitchFamily="49" charset="-122"/>
              </a:rPr>
              <a:t>（</a:t>
            </a:r>
            <a:r>
              <a:rPr lang="en-US" altLang="zh-CN" dirty="0">
                <a:latin typeface="黑体" pitchFamily="49" charset="-122"/>
              </a:rPr>
              <a:t>1</a:t>
            </a:r>
            <a:r>
              <a:rPr lang="zh-CN" altLang="en-US" dirty="0">
                <a:latin typeface="黑体" pitchFamily="49" charset="-122"/>
              </a:rPr>
              <a:t>）在本阶段，儿童的认知结构由表象图式演化为运算图式。</a:t>
            </a:r>
            <a:endParaRPr lang="en-US" altLang="zh-CN" dirty="0">
              <a:latin typeface="黑体" pitchFamily="49" charset="-122"/>
            </a:endParaRPr>
          </a:p>
          <a:p>
            <a:pPr lvl="0" eaLnBrk="1" hangingPunct="1">
              <a:lnSpc>
                <a:spcPct val="130000"/>
              </a:lnSpc>
              <a:buNone/>
            </a:pPr>
            <a:r>
              <a:rPr lang="zh-CN" altLang="en-US" dirty="0">
                <a:latin typeface="黑体" pitchFamily="49" charset="-122"/>
              </a:rPr>
              <a:t>运算</a:t>
            </a:r>
            <a:endParaRPr lang="en-US" altLang="zh-CN" dirty="0">
              <a:latin typeface="黑体" pitchFamily="49" charset="-122"/>
            </a:endParaRPr>
          </a:p>
          <a:p>
            <a:pPr lvl="0" eaLnBrk="1" hangingPunct="1">
              <a:lnSpc>
                <a:spcPct val="130000"/>
              </a:lnSpc>
              <a:buNone/>
            </a:pPr>
            <a:r>
              <a:rPr lang="zh-CN" altLang="en-US" dirty="0">
                <a:latin typeface="黑体" pitchFamily="49" charset="-122"/>
              </a:rPr>
              <a:t>（</a:t>
            </a:r>
            <a:r>
              <a:rPr lang="en-US" altLang="zh-CN" dirty="0">
                <a:latin typeface="黑体" pitchFamily="49" charset="-122"/>
              </a:rPr>
              <a:t>2</a:t>
            </a:r>
            <a:r>
              <a:rPr lang="zh-CN" altLang="en-US" dirty="0">
                <a:latin typeface="黑体" pitchFamily="49" charset="-122"/>
              </a:rPr>
              <a:t>）思维水平：</a:t>
            </a:r>
            <a:r>
              <a:rPr lang="zh-CN" altLang="en-US" dirty="0">
                <a:solidFill>
                  <a:srgbClr val="FFCC66"/>
                </a:solidFill>
                <a:latin typeface="黑体" pitchFamily="49" charset="-122"/>
              </a:rPr>
              <a:t>具体逻辑思维</a:t>
            </a:r>
            <a:endParaRPr lang="zh-CN" altLang="en-US" dirty="0">
              <a:solidFill>
                <a:srgbClr val="FFCC66"/>
              </a:solidFill>
              <a:latin typeface="黑体" pitchFamily="49" charset="-122"/>
            </a:endParaRPr>
          </a:p>
          <a:p>
            <a:pPr lvl="0" eaLnBrk="1" hangingPunct="1">
              <a:lnSpc>
                <a:spcPct val="130000"/>
              </a:lnSpc>
              <a:buNone/>
            </a:pPr>
            <a:r>
              <a:rPr lang="zh-CN" altLang="en-US" dirty="0">
                <a:latin typeface="黑体" pitchFamily="49" charset="-122"/>
              </a:rPr>
              <a:t>（</a:t>
            </a:r>
            <a:r>
              <a:rPr lang="en-US" altLang="zh-CN" dirty="0">
                <a:latin typeface="黑体" pitchFamily="49" charset="-122"/>
              </a:rPr>
              <a:t>3</a:t>
            </a:r>
            <a:r>
              <a:rPr lang="zh-CN" altLang="en-US" dirty="0">
                <a:latin typeface="黑体" pitchFamily="49" charset="-122"/>
              </a:rPr>
              <a:t>）思维特点：</a:t>
            </a:r>
            <a:endParaRPr lang="en-US" altLang="zh-CN" dirty="0">
              <a:latin typeface="黑体" pitchFamily="49" charset="-122"/>
            </a:endParaRPr>
          </a:p>
          <a:p>
            <a:pPr lvl="0" eaLnBrk="1" hangingPunct="1">
              <a:lnSpc>
                <a:spcPct val="130000"/>
              </a:lnSpc>
              <a:buNone/>
            </a:pPr>
            <a:r>
              <a:rPr lang="en-US" altLang="zh-CN" dirty="0">
                <a:latin typeface="黑体" pitchFamily="49" charset="-122"/>
              </a:rPr>
              <a:t>        </a:t>
            </a:r>
            <a:r>
              <a:rPr lang="zh-CN" altLang="en-US" dirty="0">
                <a:solidFill>
                  <a:srgbClr val="FFC000"/>
                </a:solidFill>
                <a:latin typeface="黑体" pitchFamily="49" charset="-122"/>
              </a:rPr>
              <a:t>具有守恒性</a:t>
            </a:r>
            <a:endParaRPr lang="en-US" altLang="zh-CN" dirty="0">
              <a:solidFill>
                <a:srgbClr val="FFC000"/>
              </a:solidFill>
              <a:latin typeface="黑体" pitchFamily="49" charset="-122"/>
            </a:endParaRPr>
          </a:p>
          <a:p>
            <a:pPr lvl="0" eaLnBrk="1" hangingPunct="1">
              <a:lnSpc>
                <a:spcPct val="130000"/>
              </a:lnSpc>
              <a:buNone/>
            </a:pPr>
            <a:r>
              <a:rPr lang="en-US" altLang="zh-CN" dirty="0">
                <a:solidFill>
                  <a:srgbClr val="FFC000"/>
                </a:solidFill>
                <a:latin typeface="黑体" pitchFamily="49" charset="-122"/>
              </a:rPr>
              <a:t>        </a:t>
            </a:r>
            <a:r>
              <a:rPr lang="zh-CN" altLang="en-US" dirty="0">
                <a:solidFill>
                  <a:srgbClr val="FFC000"/>
                </a:solidFill>
                <a:latin typeface="黑体" pitchFamily="49" charset="-122"/>
              </a:rPr>
              <a:t>脱自我中心性</a:t>
            </a:r>
            <a:endParaRPr lang="en-US" altLang="zh-CN" dirty="0">
              <a:solidFill>
                <a:srgbClr val="FFC000"/>
              </a:solidFill>
              <a:latin typeface="黑体" pitchFamily="49" charset="-122"/>
            </a:endParaRPr>
          </a:p>
          <a:p>
            <a:pPr lvl="0" eaLnBrk="1" hangingPunct="1">
              <a:lnSpc>
                <a:spcPct val="130000"/>
              </a:lnSpc>
              <a:buNone/>
            </a:pPr>
            <a:r>
              <a:rPr lang="en-US" altLang="zh-CN" dirty="0">
                <a:solidFill>
                  <a:srgbClr val="FFC000"/>
                </a:solidFill>
                <a:latin typeface="黑体" pitchFamily="49" charset="-122"/>
              </a:rPr>
              <a:t>        </a:t>
            </a:r>
            <a:r>
              <a:rPr lang="zh-CN" altLang="en-US" dirty="0">
                <a:solidFill>
                  <a:srgbClr val="FFC000"/>
                </a:solidFill>
                <a:latin typeface="黑体" pitchFamily="49" charset="-122"/>
              </a:rPr>
              <a:t>可逆性</a:t>
            </a:r>
            <a:endParaRPr lang="en-US" altLang="zh-CN" dirty="0">
              <a:solidFill>
                <a:srgbClr val="FFC000"/>
              </a:solidFill>
              <a:latin typeface="黑体" pitchFamily="49" charset="-122"/>
            </a:endParaRPr>
          </a:p>
          <a:p>
            <a:pPr lvl="0" eaLnBrk="1" hangingPunct="1">
              <a:lnSpc>
                <a:spcPct val="130000"/>
              </a:lnSpc>
              <a:buNone/>
            </a:pPr>
            <a:r>
              <a:rPr lang="en-US" altLang="zh-CN" dirty="0">
                <a:latin typeface="黑体" pitchFamily="49" charset="-122"/>
              </a:rPr>
              <a:t>        </a:t>
            </a:r>
            <a:r>
              <a:rPr lang="zh-CN" altLang="en-US" dirty="0">
                <a:latin typeface="黑体" pitchFamily="49" charset="-122"/>
              </a:rPr>
              <a:t>借助具体事物可进行逻辑运算</a:t>
            </a:r>
            <a:endParaRPr lang="zh-CN" altLang="en-US" dirty="0">
              <a:latin typeface="黑体" pitchFamily="49" charset="-122"/>
            </a:endParaRPr>
          </a:p>
        </p:txBody>
      </p:sp>
      <p:pic>
        <p:nvPicPr>
          <p:cNvPr id="49154" name="Picture 3"/>
          <p:cNvPicPr>
            <a:picLocks noChangeAspect="1"/>
          </p:cNvPicPr>
          <p:nvPr/>
        </p:nvPicPr>
        <p:blipFill>
          <a:blip r:embed="rId1"/>
          <a:stretch>
            <a:fillRect/>
          </a:stretch>
        </p:blipFill>
        <p:spPr>
          <a:xfrm>
            <a:off x="2371725" y="5743575"/>
            <a:ext cx="5942013" cy="785813"/>
          </a:xfrm>
          <a:prstGeom prst="rect">
            <a:avLst/>
          </a:prstGeom>
          <a:noFill/>
          <a:ln w="9525">
            <a:noFill/>
          </a:ln>
          <a:effectLst>
            <a:prstShdw prst="shdw17" dist="17961" dir="2699999">
              <a:srgbClr val="999999"/>
            </a:prstShdw>
          </a:effec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7" name="Rectangle 3"/>
          <p:cNvSpPr>
            <a14:cpLocks xmlns:a14="http://schemas.microsoft.com/office/drawing/2010/main" noGrp="1"/>
          </p:cNvSpPr>
          <p:nvPr>
            <p:ph type="body"/>
          </p:nvPr>
        </p:nvSpPr>
        <p:spPr>
          <a:xfrm>
            <a:off x="1692275" y="1152525"/>
            <a:ext cx="8478838" cy="4752975"/>
          </a:xfrm>
          <a:ln/>
        </p:spPr>
        <p:txBody>
          <a:bodyPr wrap="square" lIns="91440" tIns="45720" rIns="91440" bIns="45720" anchor="t"/>
          <a:p>
            <a:pPr lvl="0" eaLnBrk="1" hangingPunct="1">
              <a:lnSpc>
                <a:spcPct val="130000"/>
              </a:lnSpc>
              <a:buNone/>
            </a:pPr>
            <a:r>
              <a:rPr lang="en-US" altLang="zh-CN" dirty="0">
                <a:solidFill>
                  <a:srgbClr val="66FFFF"/>
                </a:solidFill>
                <a:latin typeface="黑体" pitchFamily="49" charset="-122"/>
              </a:rPr>
              <a:t>4</a:t>
            </a:r>
            <a:r>
              <a:rPr lang="zh-CN" altLang="en-US" dirty="0">
                <a:solidFill>
                  <a:srgbClr val="66FFFF"/>
                </a:solidFill>
                <a:latin typeface="黑体" pitchFamily="49" charset="-122"/>
              </a:rPr>
              <a:t>、形式运算阶段典型特征</a:t>
            </a:r>
            <a:r>
              <a:rPr lang="zh-CN" altLang="en-US" dirty="0">
                <a:solidFill>
                  <a:srgbClr val="FFC000"/>
                </a:solidFill>
                <a:latin typeface="黑体" pitchFamily="49" charset="-122"/>
              </a:rPr>
              <a:t>（</a:t>
            </a:r>
            <a:r>
              <a:rPr lang="en-US" altLang="zh-CN" dirty="0">
                <a:solidFill>
                  <a:srgbClr val="FFC000"/>
                </a:solidFill>
                <a:latin typeface="黑体" pitchFamily="49" charset="-122"/>
              </a:rPr>
              <a:t>11</a:t>
            </a:r>
            <a:r>
              <a:rPr lang="zh-CN" altLang="en-US" dirty="0">
                <a:solidFill>
                  <a:srgbClr val="FFC000"/>
                </a:solidFill>
                <a:latin typeface="黑体" pitchFamily="49" charset="-122"/>
              </a:rPr>
              <a:t>、</a:t>
            </a:r>
            <a:r>
              <a:rPr lang="en-US" altLang="zh-CN" dirty="0">
                <a:solidFill>
                  <a:srgbClr val="FFC000"/>
                </a:solidFill>
                <a:latin typeface="黑体" pitchFamily="49" charset="-122"/>
              </a:rPr>
              <a:t>12</a:t>
            </a:r>
            <a:r>
              <a:rPr lang="zh-CN" altLang="en-US" dirty="0">
                <a:solidFill>
                  <a:srgbClr val="FFC000"/>
                </a:solidFill>
                <a:latin typeface="黑体" pitchFamily="49" charset="-122"/>
              </a:rPr>
              <a:t>岁</a:t>
            </a:r>
            <a:r>
              <a:rPr lang="en-US" altLang="zh-CN" dirty="0">
                <a:solidFill>
                  <a:srgbClr val="FFC000"/>
                </a:solidFill>
                <a:latin typeface="黑体" pitchFamily="49" charset="-122"/>
              </a:rPr>
              <a:t>-14-15</a:t>
            </a:r>
            <a:r>
              <a:rPr lang="zh-CN" altLang="en-US" dirty="0">
                <a:solidFill>
                  <a:srgbClr val="FFC000"/>
                </a:solidFill>
                <a:latin typeface="黑体" pitchFamily="49" charset="-122"/>
              </a:rPr>
              <a:t>岁）</a:t>
            </a:r>
            <a:endParaRPr lang="zh-CN" altLang="en-US" dirty="0">
              <a:solidFill>
                <a:srgbClr val="FFC000"/>
              </a:solidFill>
              <a:latin typeface="黑体" pitchFamily="49" charset="-122"/>
            </a:endParaRPr>
          </a:p>
          <a:p>
            <a:pPr lvl="0" eaLnBrk="1" hangingPunct="1">
              <a:lnSpc>
                <a:spcPct val="130000"/>
              </a:lnSpc>
              <a:buNone/>
            </a:pPr>
            <a:r>
              <a:rPr lang="zh-CN" altLang="en-US" dirty="0">
                <a:latin typeface="黑体" pitchFamily="49" charset="-122"/>
              </a:rPr>
              <a:t>（</a:t>
            </a:r>
            <a:r>
              <a:rPr lang="en-US" altLang="zh-CN" dirty="0">
                <a:latin typeface="黑体" pitchFamily="49" charset="-122"/>
              </a:rPr>
              <a:t>1</a:t>
            </a:r>
            <a:r>
              <a:rPr lang="zh-CN" altLang="en-US" dirty="0">
                <a:latin typeface="黑体" pitchFamily="49" charset="-122"/>
              </a:rPr>
              <a:t>）思维形式摆脱思维内容，关注假设命题，能进行形式逻辑运算</a:t>
            </a:r>
            <a:endParaRPr lang="zh-CN" altLang="en-US" dirty="0">
              <a:latin typeface="黑体" pitchFamily="49" charset="-122"/>
            </a:endParaRPr>
          </a:p>
          <a:p>
            <a:pPr lvl="0" eaLnBrk="1" hangingPunct="1">
              <a:lnSpc>
                <a:spcPct val="130000"/>
              </a:lnSpc>
              <a:buNone/>
            </a:pPr>
            <a:r>
              <a:rPr lang="zh-CN" altLang="en-US" dirty="0">
                <a:latin typeface="黑体" pitchFamily="49" charset="-122"/>
              </a:rPr>
              <a:t>（</a:t>
            </a:r>
            <a:r>
              <a:rPr lang="en-US" altLang="zh-CN" dirty="0">
                <a:latin typeface="黑体" pitchFamily="49" charset="-122"/>
              </a:rPr>
              <a:t>2</a:t>
            </a:r>
            <a:r>
              <a:rPr lang="zh-CN" altLang="en-US" dirty="0">
                <a:latin typeface="黑体" pitchFamily="49" charset="-122"/>
              </a:rPr>
              <a:t>）进行假设演绎推理。可运用演绎、推理等逻辑运算解决抽象问题。</a:t>
            </a:r>
            <a:endParaRPr lang="zh-CN" altLang="en-US" dirty="0">
              <a:latin typeface="黑体" pitchFamily="49" charset="-122"/>
            </a:endParaRPr>
          </a:p>
          <a:p>
            <a:pPr lvl="0" eaLnBrk="1" hangingPunct="1">
              <a:lnSpc>
                <a:spcPct val="130000"/>
              </a:lnSpc>
              <a:buNone/>
            </a:pPr>
            <a:r>
              <a:rPr lang="zh-CN" altLang="en-US" dirty="0">
                <a:latin typeface="黑体" pitchFamily="49" charset="-122"/>
              </a:rPr>
              <a:t>（</a:t>
            </a:r>
            <a:r>
              <a:rPr lang="en-US" altLang="zh-CN" dirty="0">
                <a:latin typeface="黑体" pitchFamily="49" charset="-122"/>
              </a:rPr>
              <a:t>3</a:t>
            </a:r>
            <a:r>
              <a:rPr lang="zh-CN" altLang="en-US" dirty="0">
                <a:latin typeface="黑体" pitchFamily="49" charset="-122"/>
              </a:rPr>
              <a:t>）思维水平：</a:t>
            </a:r>
            <a:r>
              <a:rPr lang="zh-CN" altLang="en-US" dirty="0">
                <a:solidFill>
                  <a:srgbClr val="FFCC66"/>
                </a:solidFill>
                <a:latin typeface="黑体" pitchFamily="49" charset="-122"/>
              </a:rPr>
              <a:t>抽象逻辑思维</a:t>
            </a:r>
            <a:endParaRPr lang="zh-CN" altLang="en-US" dirty="0">
              <a:solidFill>
                <a:srgbClr val="FFCC66"/>
              </a:solidFill>
              <a:latin typeface="黑体" pitchFamily="49"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5362" name="Group 2"/>
          <p:cNvGraphicFramePr>
            <a:graphicFrameLocks noGrp="1"/>
          </p:cNvGraphicFramePr>
          <p:nvPr>
            <p:ph idx="1"/>
          </p:nvPr>
        </p:nvGraphicFramePr>
        <p:xfrm>
          <a:off x="800100" y="671513"/>
          <a:ext cx="10602913" cy="5638800"/>
        </p:xfrm>
        <a:graphic>
          <a:graphicData uri="http://schemas.openxmlformats.org/drawingml/2006/table">
            <a:tbl>
              <a:tblPr/>
              <a:tblGrid>
                <a:gridCol w="2179679"/>
                <a:gridCol w="1770127"/>
                <a:gridCol w="1547631"/>
                <a:gridCol w="5105607"/>
              </a:tblGrid>
              <a:tr h="648081">
                <a:tc>
                  <a:txBody>
                    <a:bodyPr/>
                    <a:lstStyle/>
                    <a:p>
                      <a:pPr marL="342900" marR="0" lvl="0" indent="114300" algn="l" defTabSz="930275" rtl="0" eaLnBrk="0" fontAlgn="base" latinLnBrk="0" hangingPunct="0">
                        <a:lnSpc>
                          <a:spcPct val="130000"/>
                        </a:lnSpc>
                        <a:spcBef>
                          <a:spcPct val="0"/>
                        </a:spcBef>
                        <a:spcAft>
                          <a:spcPct val="0"/>
                        </a:spcAft>
                        <a:buClrTx/>
                        <a:buSzTx/>
                        <a:buFont typeface="Arial" charset="0"/>
                        <a:buNone/>
                      </a:pPr>
                      <a:r>
                        <a:rPr kumimoji="0" lang="zh-CN" sz="2200" b="0" i="0" u="none" strike="noStrike" cap="none" normalizeH="0" baseline="0" dirty="0" smtClean="0">
                          <a:ln>
                            <a:noFill/>
                          </a:ln>
                          <a:solidFill>
                            <a:schemeClr val="accent1"/>
                          </a:solidFill>
                          <a:effectLst/>
                          <a:latin typeface="微软雅黑" pitchFamily="34" charset="-122"/>
                          <a:ea typeface="黑体" pitchFamily="49" charset="-122"/>
                          <a:sym typeface="Calibri" pitchFamily="34" charset="0"/>
                        </a:rPr>
                        <a:t>阶段</a:t>
                      </a:r>
                      <a:endParaRPr kumimoji="0" lang="zh-CN" sz="2200" b="0" i="0" u="none" strike="noStrike" cap="none" normalizeH="0" baseline="0" dirty="0" smtClean="0">
                        <a:ln>
                          <a:noFill/>
                        </a:ln>
                        <a:solidFill>
                          <a:schemeClr val="accent1"/>
                        </a:solidFill>
                        <a:effectLst/>
                        <a:latin typeface="微软雅黑" pitchFamily="34" charset="-122"/>
                        <a:ea typeface="黑体" pitchFamily="49" charset="-122"/>
                        <a:sym typeface="Calibri" pitchFamily="34" charset="0"/>
                      </a:endParaRPr>
                    </a:p>
                  </a:txBody>
                  <a:tcPr marL="111839" marR="111839" marT="59207" marB="59207"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c>
                  <a:txBody>
                    <a:bodyPr/>
                    <a:lstStyle/>
                    <a:p>
                      <a:pPr marL="342900" marR="0" lvl="0" indent="-342900" algn="l" defTabSz="930275" rtl="0" eaLnBrk="0" fontAlgn="base" latinLnBrk="0" hangingPunct="0">
                        <a:lnSpc>
                          <a:spcPct val="130000"/>
                        </a:lnSpc>
                        <a:spcBef>
                          <a:spcPct val="0"/>
                        </a:spcBef>
                        <a:spcAft>
                          <a:spcPct val="0"/>
                        </a:spcAft>
                        <a:buClrTx/>
                        <a:buSzTx/>
                        <a:buFont typeface="Arial" charset="0"/>
                        <a:buNone/>
                      </a:pPr>
                      <a:r>
                        <a:rPr kumimoji="0" lang="zh-CN" sz="2200" b="0" i="0" u="none" strike="noStrike" cap="none" normalizeH="0" baseline="0" dirty="0" smtClean="0">
                          <a:ln>
                            <a:noFill/>
                          </a:ln>
                          <a:solidFill>
                            <a:schemeClr val="accent1"/>
                          </a:solidFill>
                          <a:effectLst/>
                          <a:latin typeface="微软雅黑" pitchFamily="34" charset="-122"/>
                          <a:ea typeface="黑体" pitchFamily="49" charset="-122"/>
                          <a:sym typeface="Calibri" pitchFamily="34" charset="0"/>
                        </a:rPr>
                        <a:t>年龄</a:t>
                      </a:r>
                      <a:endParaRPr kumimoji="0" lang="zh-CN" sz="2200" b="0" i="0" u="none" strike="noStrike" cap="none" normalizeH="0" baseline="0" dirty="0" smtClean="0">
                        <a:ln>
                          <a:noFill/>
                        </a:ln>
                        <a:solidFill>
                          <a:schemeClr val="accent1"/>
                        </a:solidFill>
                        <a:effectLst/>
                        <a:latin typeface="微软雅黑" pitchFamily="34" charset="-122"/>
                        <a:ea typeface="黑体" pitchFamily="49" charset="-122"/>
                        <a:sym typeface="Calibri" pitchFamily="34" charset="0"/>
                      </a:endParaRPr>
                    </a:p>
                  </a:txBody>
                  <a:tcPr marL="111839" marR="111839" marT="59207" marB="59207"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c>
                  <a:txBody>
                    <a:bodyPr/>
                    <a:lstStyle/>
                    <a:p>
                      <a:pPr marL="342900" marR="0" lvl="0" indent="-288925" algn="l" defTabSz="930275" rtl="0" eaLnBrk="0" fontAlgn="base" latinLnBrk="0" hangingPunct="0">
                        <a:lnSpc>
                          <a:spcPct val="130000"/>
                        </a:lnSpc>
                        <a:spcBef>
                          <a:spcPct val="0"/>
                        </a:spcBef>
                        <a:spcAft>
                          <a:spcPct val="0"/>
                        </a:spcAft>
                        <a:buClrTx/>
                        <a:buSzTx/>
                        <a:buFont typeface="Arial" charset="0"/>
                        <a:buNone/>
                      </a:pPr>
                      <a:r>
                        <a:rPr kumimoji="0" lang="zh-CN" sz="2200" b="0" i="0" u="none" strike="noStrike" cap="none" normalizeH="0" baseline="0" smtClean="0">
                          <a:ln>
                            <a:noFill/>
                          </a:ln>
                          <a:solidFill>
                            <a:schemeClr val="accent1"/>
                          </a:solidFill>
                          <a:effectLst/>
                          <a:latin typeface="微软雅黑" pitchFamily="34" charset="-122"/>
                          <a:ea typeface="黑体" pitchFamily="49" charset="-122"/>
                          <a:sym typeface="Calibri" pitchFamily="34" charset="0"/>
                        </a:rPr>
                        <a:t>思维</a:t>
                      </a:r>
                      <a:endParaRPr kumimoji="0" lang="zh-CN" sz="2200" b="0" i="0" u="none" strike="noStrike" cap="none" normalizeH="0" baseline="0" smtClean="0">
                        <a:ln>
                          <a:noFill/>
                        </a:ln>
                        <a:solidFill>
                          <a:schemeClr val="accent1"/>
                        </a:solidFill>
                        <a:effectLst/>
                        <a:latin typeface="微软雅黑" pitchFamily="34" charset="-122"/>
                        <a:ea typeface="黑体" pitchFamily="49" charset="-122"/>
                        <a:sym typeface="Calibri" pitchFamily="34" charset="0"/>
                      </a:endParaRPr>
                    </a:p>
                  </a:txBody>
                  <a:tcPr marL="111839" marR="111839" marT="59207" marB="59207"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c>
                  <a:txBody>
                    <a:bodyPr/>
                    <a:lstStyle/>
                    <a:p>
                      <a:pPr marL="342900" marR="0" lvl="0" indent="-342900" algn="l" defTabSz="930275" rtl="0" eaLnBrk="0" fontAlgn="base" latinLnBrk="0" hangingPunct="0">
                        <a:lnSpc>
                          <a:spcPct val="130000"/>
                        </a:lnSpc>
                        <a:spcBef>
                          <a:spcPct val="0"/>
                        </a:spcBef>
                        <a:spcAft>
                          <a:spcPct val="0"/>
                        </a:spcAft>
                        <a:buClrTx/>
                        <a:buSzTx/>
                        <a:buFont typeface="Arial" charset="0"/>
                        <a:buNone/>
                      </a:pPr>
                      <a:r>
                        <a:rPr kumimoji="0" lang="zh-CN" sz="2200" b="0" i="0" u="none" strike="noStrike" cap="none" normalizeH="0" baseline="0" smtClean="0">
                          <a:ln>
                            <a:noFill/>
                          </a:ln>
                          <a:solidFill>
                            <a:schemeClr val="accent1"/>
                          </a:solidFill>
                          <a:effectLst/>
                          <a:latin typeface="微软雅黑" pitchFamily="34" charset="-122"/>
                          <a:ea typeface="黑体" pitchFamily="49" charset="-122"/>
                          <a:sym typeface="Calibri" pitchFamily="34" charset="0"/>
                        </a:rPr>
                        <a:t>特点</a:t>
                      </a:r>
                      <a:endParaRPr kumimoji="0" lang="zh-CN" sz="2200" b="0" i="0" u="none" strike="noStrike" cap="none" normalizeH="0" baseline="0" smtClean="0">
                        <a:ln>
                          <a:noFill/>
                        </a:ln>
                        <a:solidFill>
                          <a:schemeClr val="accent1"/>
                        </a:solidFill>
                        <a:effectLst/>
                        <a:latin typeface="微软雅黑" pitchFamily="34" charset="-122"/>
                        <a:ea typeface="黑体" pitchFamily="49" charset="-122"/>
                        <a:sym typeface="Calibri" pitchFamily="34" charset="0"/>
                      </a:endParaRPr>
                    </a:p>
                  </a:txBody>
                  <a:tcPr marL="111839" marR="111839" marT="59207" marB="59207"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r>
              <a:tr h="1017087">
                <a:tc>
                  <a:txBody>
                    <a:bodyPr/>
                    <a:lstStyle/>
                    <a:p>
                      <a:pPr marL="342900" marR="0" lvl="0" indent="-222250" algn="l" defTabSz="914400" rtl="0" eaLnBrk="0" fontAlgn="base" latinLnBrk="0" hangingPunct="0">
                        <a:lnSpc>
                          <a:spcPct val="130000"/>
                        </a:lnSpc>
                        <a:spcBef>
                          <a:spcPct val="0"/>
                        </a:spcBef>
                        <a:spcAft>
                          <a:spcPct val="0"/>
                        </a:spcAft>
                        <a:buClrTx/>
                        <a:buSzTx/>
                        <a:buFont typeface="Arial" charset="0"/>
                        <a:buNone/>
                      </a:pPr>
                      <a:r>
                        <a:rPr kumimoji="0" lang="zh-CN" sz="2200" b="0" i="0" u="none" strike="noStrike" cap="none" normalizeH="0" baseline="0" dirty="0" smtClean="0">
                          <a:ln>
                            <a:noFill/>
                          </a:ln>
                          <a:solidFill>
                            <a:schemeClr val="accent1"/>
                          </a:solidFill>
                          <a:effectLst/>
                          <a:latin typeface="微软雅黑" pitchFamily="34" charset="-122"/>
                          <a:ea typeface="黑体" pitchFamily="49" charset="-122"/>
                          <a:sym typeface="Calibri" pitchFamily="34" charset="0"/>
                        </a:rPr>
                        <a:t>感知运动阶段</a:t>
                      </a:r>
                      <a:endParaRPr kumimoji="0" lang="zh-CN" sz="2200" b="0" i="0" u="none" strike="noStrike" cap="none" normalizeH="0" baseline="0" dirty="0" smtClean="0">
                        <a:ln>
                          <a:noFill/>
                        </a:ln>
                        <a:solidFill>
                          <a:schemeClr val="accent1"/>
                        </a:solidFill>
                        <a:effectLst/>
                        <a:latin typeface="微软雅黑" pitchFamily="34" charset="-122"/>
                        <a:ea typeface="黑体" pitchFamily="49" charset="-122"/>
                        <a:sym typeface="Calibri" pitchFamily="34" charset="0"/>
                      </a:endParaRPr>
                    </a:p>
                  </a:txBody>
                  <a:tcPr marL="111839" marR="111839" marT="59207" marB="59207"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c>
                  <a:txBody>
                    <a:bodyPr/>
                    <a:lstStyle/>
                    <a:p>
                      <a:pPr marL="342900" marR="0" lvl="0" indent="-236855" algn="l" defTabSz="930275" rtl="0" eaLnBrk="0" fontAlgn="base" latinLnBrk="0" hangingPunct="0">
                        <a:lnSpc>
                          <a:spcPct val="130000"/>
                        </a:lnSpc>
                        <a:spcBef>
                          <a:spcPct val="0"/>
                        </a:spcBef>
                        <a:spcAft>
                          <a:spcPct val="0"/>
                        </a:spcAft>
                        <a:buClrTx/>
                        <a:buSzTx/>
                        <a:buFont typeface="Arial" charset="0"/>
                        <a:buNone/>
                      </a:pPr>
                      <a:r>
                        <a:rPr kumimoji="0" lang="en-US" sz="2200" b="0" i="0" u="none" strike="noStrike" cap="none" normalizeH="0" baseline="0" dirty="0" smtClean="0">
                          <a:ln>
                            <a:noFill/>
                          </a:ln>
                          <a:solidFill>
                            <a:schemeClr val="accent1"/>
                          </a:solidFill>
                          <a:effectLst/>
                          <a:latin typeface="黑体" pitchFamily="49" charset="-122"/>
                          <a:ea typeface="黑体" pitchFamily="49" charset="-122"/>
                          <a:sym typeface="Calibri" pitchFamily="34" charset="0"/>
                        </a:rPr>
                        <a:t>0-2</a:t>
                      </a:r>
                      <a:r>
                        <a:rPr kumimoji="0" lang="zh-CN" altLang="en-US" sz="2200" b="0" i="0" u="none" strike="noStrike" cap="none" normalizeH="0" baseline="0" dirty="0" smtClean="0">
                          <a:ln>
                            <a:noFill/>
                          </a:ln>
                          <a:solidFill>
                            <a:schemeClr val="accent1"/>
                          </a:solidFill>
                          <a:effectLst/>
                          <a:latin typeface="黑体" pitchFamily="49" charset="-122"/>
                          <a:ea typeface="黑体" pitchFamily="49" charset="-122"/>
                          <a:sym typeface="Calibri" pitchFamily="34" charset="0"/>
                        </a:rPr>
                        <a:t>岁</a:t>
                      </a:r>
                      <a:endParaRPr kumimoji="0" lang="zh-CN" altLang="en-US" sz="2200" b="0" i="0" u="none" strike="noStrike" cap="none" normalizeH="0" baseline="0" dirty="0" smtClean="0">
                        <a:ln>
                          <a:noFill/>
                        </a:ln>
                        <a:solidFill>
                          <a:schemeClr val="accent1"/>
                        </a:solidFill>
                        <a:effectLst/>
                        <a:latin typeface="黑体" pitchFamily="49" charset="-122"/>
                        <a:ea typeface="黑体" pitchFamily="49" charset="-122"/>
                        <a:sym typeface="Calibri" pitchFamily="34" charset="0"/>
                      </a:endParaRPr>
                    </a:p>
                  </a:txBody>
                  <a:tcPr marL="111839" marR="111839" marT="59207" marB="59207"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c>
                  <a:txBody>
                    <a:bodyPr/>
                    <a:lstStyle/>
                    <a:p>
                      <a:pPr marL="342900" marR="0" lvl="0" indent="-325755" algn="l" defTabSz="930275" rtl="0" eaLnBrk="0" fontAlgn="base" latinLnBrk="0" hangingPunct="0">
                        <a:lnSpc>
                          <a:spcPct val="130000"/>
                        </a:lnSpc>
                        <a:spcBef>
                          <a:spcPct val="0"/>
                        </a:spcBef>
                        <a:spcAft>
                          <a:spcPct val="0"/>
                        </a:spcAft>
                        <a:buClrTx/>
                        <a:buSzTx/>
                        <a:buFont typeface="Arial" charset="0"/>
                        <a:buNone/>
                      </a:pPr>
                      <a:r>
                        <a:rPr kumimoji="0" lang="zh-CN" sz="2200" b="0" i="0" u="none" strike="noStrike" cap="none" normalizeH="0" baseline="0" dirty="0" smtClean="0">
                          <a:ln>
                            <a:noFill/>
                          </a:ln>
                          <a:solidFill>
                            <a:schemeClr val="accent1"/>
                          </a:solidFill>
                          <a:effectLst/>
                          <a:latin typeface="微软雅黑" pitchFamily="34" charset="-122"/>
                          <a:ea typeface="黑体" pitchFamily="49" charset="-122"/>
                          <a:sym typeface="Calibri" pitchFamily="34" charset="0"/>
                        </a:rPr>
                        <a:t>感知动作思维</a:t>
                      </a:r>
                      <a:endParaRPr kumimoji="0" lang="zh-CN" sz="2200" b="0" i="0" u="none" strike="noStrike" cap="none" normalizeH="0" baseline="0" dirty="0" smtClean="0">
                        <a:ln>
                          <a:noFill/>
                        </a:ln>
                        <a:solidFill>
                          <a:schemeClr val="accent1"/>
                        </a:solidFill>
                        <a:effectLst/>
                        <a:latin typeface="微软雅黑" pitchFamily="34" charset="-122"/>
                        <a:ea typeface="黑体" pitchFamily="49" charset="-122"/>
                        <a:sym typeface="Calibri" pitchFamily="34" charset="0"/>
                      </a:endParaRPr>
                    </a:p>
                  </a:txBody>
                  <a:tcPr marL="111839" marR="111839" marT="59207" marB="59207"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c>
                  <a:txBody>
                    <a:bodyPr/>
                    <a:lstStyle/>
                    <a:p>
                      <a:pPr marL="20955" marR="0" lvl="0" indent="0" algn="l" defTabSz="930275" rtl="0" eaLnBrk="0" fontAlgn="base" latinLnBrk="0" hangingPunct="0">
                        <a:lnSpc>
                          <a:spcPct val="130000"/>
                        </a:lnSpc>
                        <a:spcBef>
                          <a:spcPct val="0"/>
                        </a:spcBef>
                        <a:spcAft>
                          <a:spcPct val="0"/>
                        </a:spcAft>
                        <a:buClrTx/>
                        <a:buSzTx/>
                        <a:buFont typeface="Arial" charset="0"/>
                        <a:buNone/>
                      </a:pPr>
                      <a:r>
                        <a:rPr kumimoji="0" lang="zh-CN" altLang="en-US" sz="2200" b="0" i="0" u="none" strike="noStrike" cap="none" normalizeH="0" baseline="0" smtClean="0">
                          <a:ln>
                            <a:noFill/>
                          </a:ln>
                          <a:solidFill>
                            <a:schemeClr val="accent1"/>
                          </a:solidFill>
                          <a:effectLst/>
                          <a:latin typeface="黑体" pitchFamily="49" charset="-122"/>
                          <a:ea typeface="黑体" pitchFamily="49" charset="-122"/>
                          <a:sym typeface="Calibri" pitchFamily="34" charset="0"/>
                        </a:rPr>
                        <a:t>获得客体永久性（</a:t>
                      </a:r>
                      <a:r>
                        <a:rPr kumimoji="0" lang="en-US" sz="2200" b="0" i="0" u="none" strike="noStrike" cap="none" normalizeH="0" baseline="0" smtClean="0">
                          <a:ln>
                            <a:noFill/>
                          </a:ln>
                          <a:solidFill>
                            <a:schemeClr val="accent1"/>
                          </a:solidFill>
                          <a:effectLst/>
                          <a:latin typeface="黑体" pitchFamily="49" charset="-122"/>
                          <a:ea typeface="黑体" pitchFamily="49" charset="-122"/>
                          <a:sym typeface="Calibri" pitchFamily="34" charset="0"/>
                        </a:rPr>
                        <a:t>9-12</a:t>
                      </a:r>
                      <a:r>
                        <a:rPr kumimoji="0" lang="zh-CN" altLang="en-US" sz="2200" b="0" i="0" u="none" strike="noStrike" cap="none" normalizeH="0" baseline="0" smtClean="0">
                          <a:ln>
                            <a:noFill/>
                          </a:ln>
                          <a:solidFill>
                            <a:schemeClr val="accent1"/>
                          </a:solidFill>
                          <a:effectLst/>
                          <a:latin typeface="黑体" pitchFamily="49" charset="-122"/>
                          <a:ea typeface="黑体" pitchFamily="49" charset="-122"/>
                          <a:sym typeface="Calibri" pitchFamily="34" charset="0"/>
                        </a:rPr>
                        <a:t>月）</a:t>
                      </a:r>
                      <a:endParaRPr kumimoji="0" lang="zh-CN" altLang="en-US" sz="2200" b="0" i="0" u="none" strike="noStrike" cap="none" normalizeH="0" baseline="0" smtClean="0">
                        <a:ln>
                          <a:noFill/>
                        </a:ln>
                        <a:solidFill>
                          <a:schemeClr val="accent1"/>
                        </a:solidFill>
                        <a:effectLst/>
                        <a:latin typeface="黑体" pitchFamily="49" charset="-122"/>
                        <a:ea typeface="黑体" pitchFamily="49" charset="-122"/>
                        <a:sym typeface="Calibri" pitchFamily="34" charset="0"/>
                      </a:endParaRPr>
                    </a:p>
                  </a:txBody>
                  <a:tcPr marL="111839" marR="111839" marT="59207" marB="59207"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r>
              <a:tr h="1044131">
                <a:tc>
                  <a:txBody>
                    <a:bodyPr/>
                    <a:lstStyle/>
                    <a:p>
                      <a:pPr marL="342900" marR="0" lvl="0" indent="-196850" algn="l" defTabSz="914400" rtl="0" eaLnBrk="0" fontAlgn="base" latinLnBrk="0" hangingPunct="0">
                        <a:lnSpc>
                          <a:spcPct val="130000"/>
                        </a:lnSpc>
                        <a:spcBef>
                          <a:spcPct val="0"/>
                        </a:spcBef>
                        <a:spcAft>
                          <a:spcPct val="0"/>
                        </a:spcAft>
                        <a:buClrTx/>
                        <a:buSzTx/>
                        <a:buFont typeface="Arial" charset="0"/>
                        <a:buNone/>
                      </a:pPr>
                      <a:r>
                        <a:rPr kumimoji="0" lang="zh-CN" sz="2200" b="0" i="0" u="none" strike="noStrike" cap="none" normalizeH="0" baseline="0" smtClean="0">
                          <a:ln>
                            <a:noFill/>
                          </a:ln>
                          <a:solidFill>
                            <a:schemeClr val="accent1"/>
                          </a:solidFill>
                          <a:effectLst/>
                          <a:latin typeface="微软雅黑" pitchFamily="34" charset="-122"/>
                          <a:ea typeface="黑体" pitchFamily="49" charset="-122"/>
                          <a:sym typeface="Calibri" pitchFamily="34" charset="0"/>
                        </a:rPr>
                        <a:t>前运算阶段</a:t>
                      </a:r>
                      <a:endParaRPr kumimoji="0" lang="zh-CN" sz="2200" b="0" i="0" u="none" strike="noStrike" cap="none" normalizeH="0" baseline="0" smtClean="0">
                        <a:ln>
                          <a:noFill/>
                        </a:ln>
                        <a:solidFill>
                          <a:schemeClr val="accent1"/>
                        </a:solidFill>
                        <a:effectLst/>
                        <a:latin typeface="微软雅黑" pitchFamily="34" charset="-122"/>
                        <a:ea typeface="黑体" pitchFamily="49" charset="-122"/>
                        <a:sym typeface="Calibri" pitchFamily="34" charset="0"/>
                      </a:endParaRPr>
                    </a:p>
                  </a:txBody>
                  <a:tcPr marL="111839" marR="111839" marT="59207" marB="59207"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c>
                  <a:txBody>
                    <a:bodyPr/>
                    <a:lstStyle/>
                    <a:p>
                      <a:pPr marL="342900" marR="0" lvl="0" indent="-342900" algn="l" defTabSz="930275" rtl="0" eaLnBrk="0" fontAlgn="base" latinLnBrk="0" hangingPunct="0">
                        <a:lnSpc>
                          <a:spcPct val="130000"/>
                        </a:lnSpc>
                        <a:spcBef>
                          <a:spcPct val="0"/>
                        </a:spcBef>
                        <a:spcAft>
                          <a:spcPct val="0"/>
                        </a:spcAft>
                        <a:buClrTx/>
                        <a:buSzTx/>
                        <a:buFont typeface="Arial" charset="0"/>
                        <a:buNone/>
                      </a:pPr>
                      <a:r>
                        <a:rPr kumimoji="0" lang="en-US" sz="2200" b="0" i="0" u="none" strike="noStrike" cap="none" normalizeH="0" baseline="0" smtClean="0">
                          <a:ln>
                            <a:noFill/>
                          </a:ln>
                          <a:solidFill>
                            <a:schemeClr val="accent1"/>
                          </a:solidFill>
                          <a:effectLst/>
                          <a:latin typeface="黑体" pitchFamily="49" charset="-122"/>
                          <a:ea typeface="黑体" pitchFamily="49" charset="-122"/>
                          <a:sym typeface="Calibri" pitchFamily="34" charset="0"/>
                        </a:rPr>
                        <a:t>2-6</a:t>
                      </a:r>
                      <a:r>
                        <a:rPr kumimoji="0" lang="zh-CN" altLang="en-US" sz="2200" b="0" i="0" u="none" strike="noStrike" cap="none" normalizeH="0" baseline="0" smtClean="0">
                          <a:ln>
                            <a:noFill/>
                          </a:ln>
                          <a:solidFill>
                            <a:schemeClr val="accent1"/>
                          </a:solidFill>
                          <a:effectLst/>
                          <a:latin typeface="黑体" pitchFamily="49" charset="-122"/>
                          <a:ea typeface="黑体" pitchFamily="49" charset="-122"/>
                          <a:sym typeface="Calibri" pitchFamily="34" charset="0"/>
                        </a:rPr>
                        <a:t>、</a:t>
                      </a:r>
                      <a:r>
                        <a:rPr kumimoji="0" lang="en-US" sz="2200" b="0" i="0" u="none" strike="noStrike" cap="none" normalizeH="0" baseline="0" smtClean="0">
                          <a:ln>
                            <a:noFill/>
                          </a:ln>
                          <a:solidFill>
                            <a:schemeClr val="accent1"/>
                          </a:solidFill>
                          <a:effectLst/>
                          <a:latin typeface="黑体" pitchFamily="49" charset="-122"/>
                          <a:ea typeface="黑体" pitchFamily="49" charset="-122"/>
                          <a:sym typeface="Calibri" pitchFamily="34" charset="0"/>
                        </a:rPr>
                        <a:t>7</a:t>
                      </a:r>
                      <a:r>
                        <a:rPr kumimoji="0" lang="zh-CN" altLang="en-US" sz="2200" b="0" i="0" u="none" strike="noStrike" cap="none" normalizeH="0" baseline="0" smtClean="0">
                          <a:ln>
                            <a:noFill/>
                          </a:ln>
                          <a:solidFill>
                            <a:schemeClr val="accent1"/>
                          </a:solidFill>
                          <a:effectLst/>
                          <a:latin typeface="黑体" pitchFamily="49" charset="-122"/>
                          <a:ea typeface="黑体" pitchFamily="49" charset="-122"/>
                          <a:sym typeface="Calibri" pitchFamily="34" charset="0"/>
                        </a:rPr>
                        <a:t>岁</a:t>
                      </a:r>
                      <a:endParaRPr kumimoji="0" lang="zh-CN" altLang="en-US" sz="2200" b="0" i="0" u="none" strike="noStrike" cap="none" normalizeH="0" baseline="0" smtClean="0">
                        <a:ln>
                          <a:noFill/>
                        </a:ln>
                        <a:solidFill>
                          <a:schemeClr val="accent1"/>
                        </a:solidFill>
                        <a:effectLst/>
                        <a:latin typeface="黑体" pitchFamily="49" charset="-122"/>
                        <a:ea typeface="黑体" pitchFamily="49" charset="-122"/>
                        <a:sym typeface="Calibri" pitchFamily="34" charset="0"/>
                      </a:endParaRPr>
                    </a:p>
                  </a:txBody>
                  <a:tcPr marL="111839" marR="111839" marT="59207" marB="59207"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c>
                  <a:txBody>
                    <a:bodyPr/>
                    <a:lstStyle/>
                    <a:p>
                      <a:pPr marL="342900" marR="0" lvl="0" indent="-342900" algn="l" defTabSz="930275" rtl="0" eaLnBrk="0" fontAlgn="base" latinLnBrk="0" hangingPunct="0">
                        <a:lnSpc>
                          <a:spcPct val="130000"/>
                        </a:lnSpc>
                        <a:spcBef>
                          <a:spcPct val="0"/>
                        </a:spcBef>
                        <a:spcAft>
                          <a:spcPct val="0"/>
                        </a:spcAft>
                        <a:buClrTx/>
                        <a:buSzTx/>
                        <a:buFont typeface="Arial" charset="0"/>
                        <a:buNone/>
                      </a:pPr>
                      <a:r>
                        <a:rPr kumimoji="0" lang="zh-CN" sz="2200" b="0" i="0" u="none" strike="noStrike" cap="none" normalizeH="0" baseline="0" dirty="0" smtClean="0">
                          <a:ln>
                            <a:noFill/>
                          </a:ln>
                          <a:solidFill>
                            <a:schemeClr val="accent1"/>
                          </a:solidFill>
                          <a:effectLst/>
                          <a:latin typeface="微软雅黑" pitchFamily="34" charset="-122"/>
                          <a:ea typeface="黑体" pitchFamily="49" charset="-122"/>
                          <a:sym typeface="Calibri" pitchFamily="34" charset="0"/>
                        </a:rPr>
                        <a:t>表象思维</a:t>
                      </a:r>
                      <a:endParaRPr kumimoji="0" lang="zh-CN" sz="2200" b="0" i="0" u="none" strike="noStrike" cap="none" normalizeH="0" baseline="0" dirty="0" smtClean="0">
                        <a:ln>
                          <a:noFill/>
                        </a:ln>
                        <a:solidFill>
                          <a:schemeClr val="accent1"/>
                        </a:solidFill>
                        <a:effectLst/>
                        <a:latin typeface="微软雅黑" pitchFamily="34" charset="-122"/>
                        <a:ea typeface="黑体" pitchFamily="49" charset="-122"/>
                        <a:sym typeface="Calibri" pitchFamily="34" charset="0"/>
                      </a:endParaRPr>
                    </a:p>
                  </a:txBody>
                  <a:tcPr marL="111839" marR="111839" marT="59207" marB="59207"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c>
                  <a:txBody>
                    <a:bodyPr/>
                    <a:lstStyle/>
                    <a:p>
                      <a:pPr marL="33655" marR="0" lvl="0" indent="12700" algn="l" defTabSz="930275" rtl="0" eaLnBrk="0" fontAlgn="base" latinLnBrk="0" hangingPunct="0">
                        <a:lnSpc>
                          <a:spcPct val="130000"/>
                        </a:lnSpc>
                        <a:spcBef>
                          <a:spcPct val="0"/>
                        </a:spcBef>
                        <a:spcAft>
                          <a:spcPct val="0"/>
                        </a:spcAft>
                        <a:buClrTx/>
                        <a:buSzTx/>
                        <a:buFont typeface="Arial" charset="0"/>
                        <a:buNone/>
                      </a:pPr>
                      <a:r>
                        <a:rPr kumimoji="0" lang="zh-CN" altLang="en-US" sz="2200" b="0" i="0" u="none" strike="noStrike" cap="none" normalizeH="0" baseline="0" dirty="0" smtClean="0">
                          <a:ln>
                            <a:noFill/>
                          </a:ln>
                          <a:solidFill>
                            <a:schemeClr val="accent1"/>
                          </a:solidFill>
                          <a:effectLst/>
                          <a:latin typeface="微软雅黑" pitchFamily="34" charset="-122"/>
                          <a:ea typeface="黑体" pitchFamily="49" charset="-122"/>
                          <a:sym typeface="Calibri" pitchFamily="34" charset="0"/>
                        </a:rPr>
                        <a:t>泛灵论；自我中心；思维不可逆；未掌握守恒</a:t>
                      </a:r>
                      <a:endParaRPr kumimoji="0" lang="zh-CN" altLang="en-US" sz="2200" b="0" i="0" u="none" strike="noStrike" cap="none" normalizeH="0" baseline="0" dirty="0" smtClean="0">
                        <a:ln>
                          <a:noFill/>
                        </a:ln>
                        <a:solidFill>
                          <a:schemeClr val="accent1"/>
                        </a:solidFill>
                        <a:effectLst/>
                        <a:latin typeface="微软雅黑" pitchFamily="34" charset="-122"/>
                        <a:ea typeface="黑体" pitchFamily="49" charset="-122"/>
                        <a:sym typeface="Calibri" pitchFamily="34" charset="0"/>
                      </a:endParaRPr>
                    </a:p>
                  </a:txBody>
                  <a:tcPr marL="111839" marR="111839" marT="59207" marB="59207"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r>
              <a:tr h="1466423">
                <a:tc>
                  <a:txBody>
                    <a:bodyPr/>
                    <a:lstStyle/>
                    <a:p>
                      <a:pPr marL="342900" marR="0" lvl="0" indent="-147955" algn="l" defTabSz="914400" rtl="0" eaLnBrk="0" fontAlgn="base" latinLnBrk="0" hangingPunct="0">
                        <a:lnSpc>
                          <a:spcPct val="130000"/>
                        </a:lnSpc>
                        <a:spcBef>
                          <a:spcPct val="0"/>
                        </a:spcBef>
                        <a:spcAft>
                          <a:spcPct val="0"/>
                        </a:spcAft>
                        <a:buClrTx/>
                        <a:buSzTx/>
                        <a:buFont typeface="Arial" charset="0"/>
                        <a:buNone/>
                      </a:pPr>
                      <a:r>
                        <a:rPr kumimoji="0" lang="zh-CN" sz="2200" b="0" i="0" u="none" strike="noStrike" cap="none" normalizeH="0" baseline="0" smtClean="0">
                          <a:ln>
                            <a:noFill/>
                          </a:ln>
                          <a:solidFill>
                            <a:schemeClr val="accent1"/>
                          </a:solidFill>
                          <a:effectLst/>
                          <a:latin typeface="微软雅黑" pitchFamily="34" charset="-122"/>
                          <a:ea typeface="黑体" pitchFamily="49" charset="-122"/>
                          <a:sym typeface="Calibri" pitchFamily="34" charset="0"/>
                        </a:rPr>
                        <a:t>具体运算阶段</a:t>
                      </a:r>
                      <a:endParaRPr kumimoji="0" lang="zh-CN" sz="2200" b="0" i="0" u="none" strike="noStrike" cap="none" normalizeH="0" baseline="0" smtClean="0">
                        <a:ln>
                          <a:noFill/>
                        </a:ln>
                        <a:solidFill>
                          <a:schemeClr val="accent1"/>
                        </a:solidFill>
                        <a:effectLst/>
                        <a:latin typeface="微软雅黑" pitchFamily="34" charset="-122"/>
                        <a:ea typeface="黑体" pitchFamily="49" charset="-122"/>
                        <a:sym typeface="Calibri" pitchFamily="34" charset="0"/>
                      </a:endParaRPr>
                    </a:p>
                  </a:txBody>
                  <a:tcPr marL="111839" marR="111839" marT="59207" marB="59207"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57150" algn="l" defTabSz="930275" rtl="0" eaLnBrk="0" fontAlgn="base" latinLnBrk="0" hangingPunct="0">
                        <a:lnSpc>
                          <a:spcPct val="130000"/>
                        </a:lnSpc>
                        <a:spcBef>
                          <a:spcPct val="0"/>
                        </a:spcBef>
                        <a:spcAft>
                          <a:spcPct val="0"/>
                        </a:spcAft>
                        <a:buClrTx/>
                        <a:buSzTx/>
                        <a:buFont typeface="Arial" charset="0"/>
                        <a:buNone/>
                      </a:pPr>
                      <a:r>
                        <a:rPr kumimoji="0" lang="en-US" sz="2200" b="0" i="0" u="none" strike="noStrike" cap="none" normalizeH="0" baseline="0" smtClean="0">
                          <a:ln>
                            <a:noFill/>
                          </a:ln>
                          <a:solidFill>
                            <a:schemeClr val="accent1"/>
                          </a:solidFill>
                          <a:effectLst/>
                          <a:latin typeface="黑体" pitchFamily="49" charset="-122"/>
                          <a:ea typeface="黑体" pitchFamily="49" charset="-122"/>
                          <a:sym typeface="Calibri" pitchFamily="34" charset="0"/>
                        </a:rPr>
                        <a:t>6</a:t>
                      </a:r>
                      <a:r>
                        <a:rPr kumimoji="0" lang="zh-CN" altLang="en-US" sz="2200" b="0" i="0" u="none" strike="noStrike" cap="none" normalizeH="0" baseline="0" smtClean="0">
                          <a:ln>
                            <a:noFill/>
                          </a:ln>
                          <a:solidFill>
                            <a:schemeClr val="accent1"/>
                          </a:solidFill>
                          <a:effectLst/>
                          <a:latin typeface="黑体" pitchFamily="49" charset="-122"/>
                          <a:ea typeface="黑体" pitchFamily="49" charset="-122"/>
                          <a:sym typeface="Calibri" pitchFamily="34" charset="0"/>
                        </a:rPr>
                        <a:t>、</a:t>
                      </a:r>
                      <a:r>
                        <a:rPr kumimoji="0" lang="en-US" sz="2200" b="0" i="0" u="none" strike="noStrike" cap="none" normalizeH="0" baseline="0" smtClean="0">
                          <a:ln>
                            <a:noFill/>
                          </a:ln>
                          <a:solidFill>
                            <a:schemeClr val="accent1"/>
                          </a:solidFill>
                          <a:effectLst/>
                          <a:latin typeface="黑体" pitchFamily="49" charset="-122"/>
                          <a:ea typeface="黑体" pitchFamily="49" charset="-122"/>
                          <a:sym typeface="Calibri" pitchFamily="34" charset="0"/>
                        </a:rPr>
                        <a:t>7</a:t>
                      </a:r>
                      <a:r>
                        <a:rPr kumimoji="0" lang="zh-CN" altLang="en-US" sz="2200" b="0" i="0" u="none" strike="noStrike" cap="none" normalizeH="0" baseline="0" smtClean="0">
                          <a:ln>
                            <a:noFill/>
                          </a:ln>
                          <a:solidFill>
                            <a:schemeClr val="accent1"/>
                          </a:solidFill>
                          <a:effectLst/>
                          <a:latin typeface="黑体" pitchFamily="49" charset="-122"/>
                          <a:ea typeface="黑体" pitchFamily="49" charset="-122"/>
                          <a:sym typeface="Calibri" pitchFamily="34" charset="0"/>
                        </a:rPr>
                        <a:t>岁</a:t>
                      </a:r>
                      <a:r>
                        <a:rPr kumimoji="0" lang="en-US" sz="2200" b="0" i="0" u="none" strike="noStrike" cap="none" normalizeH="0" baseline="0" smtClean="0">
                          <a:ln>
                            <a:noFill/>
                          </a:ln>
                          <a:solidFill>
                            <a:schemeClr val="accent1"/>
                          </a:solidFill>
                          <a:effectLst/>
                          <a:latin typeface="黑体" pitchFamily="49" charset="-122"/>
                          <a:ea typeface="黑体" pitchFamily="49" charset="-122"/>
                          <a:sym typeface="Calibri" pitchFamily="34" charset="0"/>
                        </a:rPr>
                        <a:t>-11</a:t>
                      </a:r>
                      <a:r>
                        <a:rPr kumimoji="0" lang="zh-CN" altLang="en-US" sz="2200" b="0" i="0" u="none" strike="noStrike" cap="none" normalizeH="0" baseline="0" smtClean="0">
                          <a:ln>
                            <a:noFill/>
                          </a:ln>
                          <a:solidFill>
                            <a:schemeClr val="accent1"/>
                          </a:solidFill>
                          <a:effectLst/>
                          <a:latin typeface="黑体" pitchFamily="49" charset="-122"/>
                          <a:ea typeface="黑体" pitchFamily="49" charset="-122"/>
                          <a:sym typeface="Calibri" pitchFamily="34" charset="0"/>
                        </a:rPr>
                        <a:t>、</a:t>
                      </a:r>
                      <a:r>
                        <a:rPr kumimoji="0" lang="en-US" sz="2200" b="0" i="0" u="none" strike="noStrike" cap="none" normalizeH="0" baseline="0" smtClean="0">
                          <a:ln>
                            <a:noFill/>
                          </a:ln>
                          <a:solidFill>
                            <a:schemeClr val="accent1"/>
                          </a:solidFill>
                          <a:effectLst/>
                          <a:latin typeface="黑体" pitchFamily="49" charset="-122"/>
                          <a:ea typeface="黑体" pitchFamily="49" charset="-122"/>
                          <a:sym typeface="Calibri" pitchFamily="34" charset="0"/>
                        </a:rPr>
                        <a:t>12</a:t>
                      </a:r>
                      <a:r>
                        <a:rPr kumimoji="0" lang="zh-CN" altLang="en-US" sz="2200" b="0" i="0" u="none" strike="noStrike" cap="none" normalizeH="0" baseline="0" smtClean="0">
                          <a:ln>
                            <a:noFill/>
                          </a:ln>
                          <a:solidFill>
                            <a:schemeClr val="accent1"/>
                          </a:solidFill>
                          <a:effectLst/>
                          <a:latin typeface="黑体" pitchFamily="49" charset="-122"/>
                          <a:ea typeface="黑体" pitchFamily="49" charset="-122"/>
                          <a:sym typeface="Calibri" pitchFamily="34" charset="0"/>
                        </a:rPr>
                        <a:t>岁</a:t>
                      </a:r>
                      <a:endParaRPr kumimoji="0" lang="zh-CN" altLang="en-US" sz="2200" b="0" i="0" u="none" strike="noStrike" cap="none" normalizeH="0" baseline="0" smtClean="0">
                        <a:ln>
                          <a:noFill/>
                        </a:ln>
                        <a:solidFill>
                          <a:schemeClr val="accent1"/>
                        </a:solidFill>
                        <a:effectLst/>
                        <a:latin typeface="黑体" pitchFamily="49" charset="-122"/>
                        <a:ea typeface="黑体" pitchFamily="49" charset="-122"/>
                        <a:sym typeface="Calibri" pitchFamily="34" charset="0"/>
                      </a:endParaRPr>
                    </a:p>
                  </a:txBody>
                  <a:tcPr marL="111839" marR="111839" marT="59207" marB="59207"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c>
                  <a:txBody>
                    <a:bodyPr/>
                    <a:lstStyle/>
                    <a:p>
                      <a:pPr marL="342900" marR="0" lvl="0" indent="-288925" algn="l" defTabSz="930275" rtl="0" eaLnBrk="0" fontAlgn="base" latinLnBrk="0" hangingPunct="0">
                        <a:lnSpc>
                          <a:spcPct val="130000"/>
                        </a:lnSpc>
                        <a:spcBef>
                          <a:spcPct val="0"/>
                        </a:spcBef>
                        <a:spcAft>
                          <a:spcPct val="0"/>
                        </a:spcAft>
                        <a:buClrTx/>
                        <a:buSzTx/>
                        <a:buFont typeface="Arial" charset="0"/>
                        <a:buNone/>
                      </a:pPr>
                      <a:r>
                        <a:rPr kumimoji="0" lang="zh-CN" sz="2200" b="0" i="0" u="none" strike="noStrike" cap="none" normalizeH="0" baseline="0" smtClean="0">
                          <a:ln>
                            <a:noFill/>
                          </a:ln>
                          <a:solidFill>
                            <a:schemeClr val="accent1"/>
                          </a:solidFill>
                          <a:effectLst/>
                          <a:latin typeface="微软雅黑" pitchFamily="34" charset="-122"/>
                          <a:ea typeface="黑体" pitchFamily="49" charset="-122"/>
                          <a:sym typeface="Calibri" pitchFamily="34" charset="0"/>
                        </a:rPr>
                        <a:t>具体逻辑思维</a:t>
                      </a:r>
                      <a:endParaRPr kumimoji="0" lang="zh-CN" sz="2200" b="0" i="0" u="none" strike="noStrike" cap="none" normalizeH="0" baseline="0" smtClean="0">
                        <a:ln>
                          <a:noFill/>
                        </a:ln>
                        <a:solidFill>
                          <a:schemeClr val="accent1"/>
                        </a:solidFill>
                        <a:effectLst/>
                        <a:latin typeface="微软雅黑" pitchFamily="34" charset="-122"/>
                        <a:ea typeface="黑体" pitchFamily="49" charset="-122"/>
                        <a:sym typeface="Calibri" pitchFamily="34" charset="0"/>
                      </a:endParaRPr>
                    </a:p>
                  </a:txBody>
                  <a:tcPr marL="111839" marR="111839" marT="59207" marB="59207"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c>
                  <a:txBody>
                    <a:bodyPr/>
                    <a:lstStyle/>
                    <a:p>
                      <a:pPr marL="342900" marR="0" lvl="0" indent="-298450" algn="l" defTabSz="930275" rtl="0" eaLnBrk="0" fontAlgn="base" latinLnBrk="0" hangingPunct="0">
                        <a:lnSpc>
                          <a:spcPct val="130000"/>
                        </a:lnSpc>
                        <a:spcBef>
                          <a:spcPct val="0"/>
                        </a:spcBef>
                        <a:spcAft>
                          <a:spcPct val="0"/>
                        </a:spcAft>
                        <a:buClrTx/>
                        <a:buSzTx/>
                        <a:buFont typeface="Arial" charset="0"/>
                        <a:buNone/>
                      </a:pPr>
                      <a:r>
                        <a:rPr kumimoji="0" lang="zh-CN" altLang="en-US" sz="2200" b="0" i="0" u="none" strike="noStrike" cap="none" normalizeH="0" baseline="0" dirty="0" smtClean="0">
                          <a:ln>
                            <a:noFill/>
                          </a:ln>
                          <a:solidFill>
                            <a:schemeClr val="accent1"/>
                          </a:solidFill>
                          <a:effectLst/>
                          <a:latin typeface="微软雅黑" pitchFamily="34" charset="-122"/>
                          <a:ea typeface="黑体" pitchFamily="49" charset="-122"/>
                          <a:sym typeface="Calibri" pitchFamily="34" charset="0"/>
                        </a:rPr>
                        <a:t>获得守恒概念、脱离自我中心</a:t>
                      </a:r>
                      <a:endParaRPr kumimoji="0" lang="en-US" sz="2200" b="0" i="0" u="none" strike="noStrike" cap="none" normalizeH="0" baseline="0" dirty="0" smtClean="0">
                        <a:ln>
                          <a:noFill/>
                        </a:ln>
                        <a:solidFill>
                          <a:schemeClr val="accent1"/>
                        </a:solidFill>
                        <a:effectLst/>
                        <a:latin typeface="微软雅黑" pitchFamily="34" charset="-122"/>
                        <a:ea typeface="黑体" pitchFamily="49" charset="-122"/>
                        <a:sym typeface="Calibri" pitchFamily="34" charset="0"/>
                      </a:endParaRPr>
                    </a:p>
                    <a:p>
                      <a:pPr marL="342900" marR="0" lvl="0" indent="-322580" algn="l" defTabSz="930275" rtl="0" eaLnBrk="0" fontAlgn="base" latinLnBrk="0" hangingPunct="0">
                        <a:lnSpc>
                          <a:spcPct val="130000"/>
                        </a:lnSpc>
                        <a:spcBef>
                          <a:spcPct val="0"/>
                        </a:spcBef>
                        <a:spcAft>
                          <a:spcPct val="0"/>
                        </a:spcAft>
                        <a:buClrTx/>
                        <a:buSzTx/>
                        <a:buFont typeface="Arial" charset="0"/>
                        <a:buNone/>
                      </a:pPr>
                      <a:r>
                        <a:rPr kumimoji="0" lang="zh-CN" altLang="en-US" sz="2200" b="0" i="0" u="none" strike="noStrike" cap="none" normalizeH="0" baseline="0" dirty="0" smtClean="0">
                          <a:ln>
                            <a:noFill/>
                          </a:ln>
                          <a:solidFill>
                            <a:schemeClr val="accent1"/>
                          </a:solidFill>
                          <a:effectLst/>
                          <a:latin typeface="微软雅黑" pitchFamily="34" charset="-122"/>
                          <a:ea typeface="黑体" pitchFamily="49" charset="-122"/>
                          <a:sym typeface="Calibri" pitchFamily="34" charset="0"/>
                        </a:rPr>
                        <a:t>思维具有可逆性</a:t>
                      </a:r>
                      <a:endParaRPr kumimoji="0" lang="zh-CN" altLang="en-US" sz="2200" b="0" i="0" u="none" strike="noStrike" cap="none" normalizeH="0" baseline="0" dirty="0" smtClean="0">
                        <a:ln>
                          <a:noFill/>
                        </a:ln>
                        <a:solidFill>
                          <a:schemeClr val="accent1"/>
                        </a:solidFill>
                        <a:effectLst/>
                        <a:latin typeface="微软雅黑" pitchFamily="34" charset="-122"/>
                        <a:ea typeface="黑体" pitchFamily="49" charset="-122"/>
                        <a:sym typeface="Calibri" pitchFamily="34" charset="0"/>
                      </a:endParaRPr>
                    </a:p>
                    <a:p>
                      <a:pPr marL="342900" marR="0" lvl="0" indent="-322580" algn="l" defTabSz="930275" rtl="0" eaLnBrk="0" fontAlgn="base" latinLnBrk="0" hangingPunct="0">
                        <a:lnSpc>
                          <a:spcPct val="130000"/>
                        </a:lnSpc>
                        <a:spcBef>
                          <a:spcPct val="0"/>
                        </a:spcBef>
                        <a:spcAft>
                          <a:spcPct val="0"/>
                        </a:spcAft>
                        <a:buClrTx/>
                        <a:buSzTx/>
                        <a:buFont typeface="Arial" charset="0"/>
                        <a:buNone/>
                      </a:pPr>
                      <a:r>
                        <a:rPr kumimoji="0" lang="zh-CN" altLang="en-US" sz="2200" b="0" i="0" u="none" strike="noStrike" cap="none" normalizeH="0" baseline="0" dirty="0" smtClean="0">
                          <a:ln>
                            <a:noFill/>
                          </a:ln>
                          <a:solidFill>
                            <a:schemeClr val="accent1"/>
                          </a:solidFill>
                          <a:effectLst/>
                          <a:latin typeface="微软雅黑" pitchFamily="34" charset="-122"/>
                          <a:ea typeface="黑体" pitchFamily="49" charset="-122"/>
                          <a:sym typeface="Calibri" pitchFamily="34" charset="0"/>
                        </a:rPr>
                        <a:t>借助具体事物可进行逻辑运算</a:t>
                      </a:r>
                      <a:endParaRPr kumimoji="0" lang="zh-CN" altLang="en-US" sz="2200" b="0" i="0" u="none" strike="noStrike" cap="none" normalizeH="0" baseline="0" dirty="0" smtClean="0">
                        <a:ln>
                          <a:noFill/>
                        </a:ln>
                        <a:solidFill>
                          <a:schemeClr val="accent1"/>
                        </a:solidFill>
                        <a:effectLst/>
                        <a:latin typeface="微软雅黑" pitchFamily="34" charset="-122"/>
                        <a:ea typeface="黑体" pitchFamily="49" charset="-122"/>
                        <a:sym typeface="Calibri" pitchFamily="34" charset="0"/>
                      </a:endParaRPr>
                    </a:p>
                  </a:txBody>
                  <a:tcPr marL="111839" marR="111839" marT="59207" marB="59207"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r>
              <a:tr h="1462183">
                <a:tc>
                  <a:txBody>
                    <a:bodyPr/>
                    <a:lstStyle/>
                    <a:p>
                      <a:pPr marL="342900" marR="0" lvl="0" indent="-269875" algn="l" defTabSz="930275" rtl="0" eaLnBrk="0" fontAlgn="base" latinLnBrk="0" hangingPunct="0">
                        <a:lnSpc>
                          <a:spcPct val="130000"/>
                        </a:lnSpc>
                        <a:spcBef>
                          <a:spcPct val="0"/>
                        </a:spcBef>
                        <a:spcAft>
                          <a:spcPct val="0"/>
                        </a:spcAft>
                        <a:buClrTx/>
                        <a:buSzTx/>
                        <a:buFont typeface="Arial" charset="0"/>
                        <a:buNone/>
                      </a:pPr>
                      <a:r>
                        <a:rPr kumimoji="0" lang="zh-CN" sz="2200" b="0" i="0" u="none" strike="noStrike" cap="none" normalizeH="0" baseline="0" smtClean="0">
                          <a:ln>
                            <a:noFill/>
                          </a:ln>
                          <a:solidFill>
                            <a:schemeClr val="accent1"/>
                          </a:solidFill>
                          <a:effectLst/>
                          <a:latin typeface="微软雅黑" pitchFamily="34" charset="-122"/>
                          <a:ea typeface="黑体" pitchFamily="49" charset="-122"/>
                          <a:sym typeface="Calibri" pitchFamily="34" charset="0"/>
                        </a:rPr>
                        <a:t>形式运算阶段</a:t>
                      </a:r>
                      <a:endParaRPr kumimoji="0" lang="zh-CN" sz="2200" b="0" i="0" u="none" strike="noStrike" cap="none" normalizeH="0" baseline="0" smtClean="0">
                        <a:ln>
                          <a:noFill/>
                        </a:ln>
                        <a:solidFill>
                          <a:schemeClr val="accent1"/>
                        </a:solidFill>
                        <a:effectLst/>
                        <a:latin typeface="微软雅黑" pitchFamily="34" charset="-122"/>
                        <a:ea typeface="黑体" pitchFamily="49" charset="-122"/>
                        <a:sym typeface="Calibri" pitchFamily="34" charset="0"/>
                      </a:endParaRPr>
                    </a:p>
                  </a:txBody>
                  <a:tcPr marL="111839" marR="111839" marT="59207" marB="59207"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c>
                  <a:txBody>
                    <a:bodyPr/>
                    <a:lstStyle/>
                    <a:p>
                      <a:pPr marL="20955" marR="0" lvl="0" indent="24130" algn="l" defTabSz="930275" rtl="0" eaLnBrk="0" fontAlgn="base" latinLnBrk="0" hangingPunct="0">
                        <a:lnSpc>
                          <a:spcPct val="130000"/>
                        </a:lnSpc>
                        <a:spcBef>
                          <a:spcPct val="0"/>
                        </a:spcBef>
                        <a:spcAft>
                          <a:spcPct val="0"/>
                        </a:spcAft>
                        <a:buClrTx/>
                        <a:buSzTx/>
                        <a:buFont typeface="Arial" charset="0"/>
                        <a:buNone/>
                      </a:pPr>
                      <a:r>
                        <a:rPr kumimoji="0" lang="en-US" sz="2200" b="0" i="0" u="none" strike="noStrike" cap="none" normalizeH="0" baseline="0" smtClean="0">
                          <a:ln>
                            <a:noFill/>
                          </a:ln>
                          <a:solidFill>
                            <a:schemeClr val="accent1"/>
                          </a:solidFill>
                          <a:effectLst/>
                          <a:latin typeface="黑体" pitchFamily="49" charset="-122"/>
                          <a:ea typeface="黑体" pitchFamily="49" charset="-122"/>
                          <a:sym typeface="Calibri" pitchFamily="34" charset="0"/>
                        </a:rPr>
                        <a:t>11</a:t>
                      </a:r>
                      <a:r>
                        <a:rPr kumimoji="0" lang="zh-CN" altLang="en-US" sz="2200" b="0" i="0" u="none" strike="noStrike" cap="none" normalizeH="0" baseline="0" smtClean="0">
                          <a:ln>
                            <a:noFill/>
                          </a:ln>
                          <a:solidFill>
                            <a:schemeClr val="accent1"/>
                          </a:solidFill>
                          <a:effectLst/>
                          <a:latin typeface="黑体" pitchFamily="49" charset="-122"/>
                          <a:ea typeface="黑体" pitchFamily="49" charset="-122"/>
                          <a:sym typeface="Calibri" pitchFamily="34" charset="0"/>
                        </a:rPr>
                        <a:t>、</a:t>
                      </a:r>
                      <a:r>
                        <a:rPr kumimoji="0" lang="en-US" sz="2200" b="0" i="0" u="none" strike="noStrike" cap="none" normalizeH="0" baseline="0" smtClean="0">
                          <a:ln>
                            <a:noFill/>
                          </a:ln>
                          <a:solidFill>
                            <a:schemeClr val="accent1"/>
                          </a:solidFill>
                          <a:effectLst/>
                          <a:latin typeface="黑体" pitchFamily="49" charset="-122"/>
                          <a:ea typeface="黑体" pitchFamily="49" charset="-122"/>
                          <a:sym typeface="Calibri" pitchFamily="34" charset="0"/>
                        </a:rPr>
                        <a:t>12</a:t>
                      </a:r>
                      <a:r>
                        <a:rPr kumimoji="0" lang="zh-CN" altLang="en-US" sz="2200" b="0" i="0" u="none" strike="noStrike" cap="none" normalizeH="0" baseline="0" smtClean="0">
                          <a:ln>
                            <a:noFill/>
                          </a:ln>
                          <a:solidFill>
                            <a:schemeClr val="accent1"/>
                          </a:solidFill>
                          <a:effectLst/>
                          <a:latin typeface="黑体" pitchFamily="49" charset="-122"/>
                          <a:ea typeface="黑体" pitchFamily="49" charset="-122"/>
                          <a:sym typeface="Calibri" pitchFamily="34" charset="0"/>
                        </a:rPr>
                        <a:t>岁</a:t>
                      </a:r>
                      <a:r>
                        <a:rPr kumimoji="0" lang="en-US" sz="2200" b="0" i="0" u="none" strike="noStrike" cap="none" normalizeH="0" baseline="0" smtClean="0">
                          <a:ln>
                            <a:noFill/>
                          </a:ln>
                          <a:solidFill>
                            <a:schemeClr val="accent1"/>
                          </a:solidFill>
                          <a:effectLst/>
                          <a:latin typeface="黑体" pitchFamily="49" charset="-122"/>
                          <a:ea typeface="黑体" pitchFamily="49" charset="-122"/>
                          <a:sym typeface="Calibri" pitchFamily="34" charset="0"/>
                        </a:rPr>
                        <a:t>-14</a:t>
                      </a:r>
                      <a:r>
                        <a:rPr kumimoji="0" lang="zh-CN" altLang="en-US" sz="2200" b="0" i="0" u="none" strike="noStrike" cap="none" normalizeH="0" baseline="0" smtClean="0">
                          <a:ln>
                            <a:noFill/>
                          </a:ln>
                          <a:solidFill>
                            <a:schemeClr val="accent1"/>
                          </a:solidFill>
                          <a:effectLst/>
                          <a:latin typeface="黑体" pitchFamily="49" charset="-122"/>
                          <a:ea typeface="黑体" pitchFamily="49" charset="-122"/>
                          <a:sym typeface="Calibri" pitchFamily="34" charset="0"/>
                        </a:rPr>
                        <a:t>、</a:t>
                      </a:r>
                      <a:r>
                        <a:rPr kumimoji="0" lang="en-US" sz="2200" b="0" i="0" u="none" strike="noStrike" cap="none" normalizeH="0" baseline="0" smtClean="0">
                          <a:ln>
                            <a:noFill/>
                          </a:ln>
                          <a:solidFill>
                            <a:schemeClr val="accent1"/>
                          </a:solidFill>
                          <a:effectLst/>
                          <a:latin typeface="黑体" pitchFamily="49" charset="-122"/>
                          <a:ea typeface="黑体" pitchFamily="49" charset="-122"/>
                          <a:sym typeface="Calibri" pitchFamily="34" charset="0"/>
                        </a:rPr>
                        <a:t>15</a:t>
                      </a:r>
                      <a:r>
                        <a:rPr kumimoji="0" lang="zh-CN" altLang="en-US" sz="2200" b="0" i="0" u="none" strike="noStrike" cap="none" normalizeH="0" baseline="0" smtClean="0">
                          <a:ln>
                            <a:noFill/>
                          </a:ln>
                          <a:solidFill>
                            <a:schemeClr val="accent1"/>
                          </a:solidFill>
                          <a:effectLst/>
                          <a:latin typeface="黑体" pitchFamily="49" charset="-122"/>
                          <a:ea typeface="黑体" pitchFamily="49" charset="-122"/>
                          <a:sym typeface="Calibri" pitchFamily="34" charset="0"/>
                        </a:rPr>
                        <a:t>岁</a:t>
                      </a:r>
                      <a:endParaRPr kumimoji="0" lang="zh-CN" altLang="en-US" sz="2200" b="0" i="0" u="none" strike="noStrike" cap="none" normalizeH="0" baseline="0" smtClean="0">
                        <a:ln>
                          <a:noFill/>
                        </a:ln>
                        <a:solidFill>
                          <a:schemeClr val="accent1"/>
                        </a:solidFill>
                        <a:effectLst/>
                        <a:latin typeface="黑体" pitchFamily="49" charset="-122"/>
                        <a:ea typeface="黑体" pitchFamily="49" charset="-122"/>
                        <a:sym typeface="Calibri" pitchFamily="34" charset="0"/>
                      </a:endParaRPr>
                    </a:p>
                  </a:txBody>
                  <a:tcPr marL="111839" marR="111839" marT="59207" marB="59207"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c>
                  <a:txBody>
                    <a:bodyPr/>
                    <a:lstStyle/>
                    <a:p>
                      <a:pPr marL="342900" marR="0" lvl="0" indent="-214630" algn="l" defTabSz="930275" rtl="0" eaLnBrk="0" fontAlgn="base" latinLnBrk="0" hangingPunct="0">
                        <a:lnSpc>
                          <a:spcPct val="130000"/>
                        </a:lnSpc>
                        <a:spcBef>
                          <a:spcPct val="0"/>
                        </a:spcBef>
                        <a:spcAft>
                          <a:spcPct val="0"/>
                        </a:spcAft>
                        <a:buClrTx/>
                        <a:buSzTx/>
                        <a:buFont typeface="Arial" charset="0"/>
                        <a:buNone/>
                      </a:pPr>
                      <a:r>
                        <a:rPr kumimoji="0" lang="zh-CN" sz="2200" b="0" i="0" u="none" strike="noStrike" cap="none" normalizeH="0" baseline="0" smtClean="0">
                          <a:ln>
                            <a:noFill/>
                          </a:ln>
                          <a:solidFill>
                            <a:schemeClr val="accent1"/>
                          </a:solidFill>
                          <a:effectLst/>
                          <a:latin typeface="微软雅黑" pitchFamily="34" charset="-122"/>
                          <a:ea typeface="黑体" pitchFamily="49" charset="-122"/>
                          <a:sym typeface="Calibri" pitchFamily="34" charset="0"/>
                        </a:rPr>
                        <a:t>抽象逻辑思维</a:t>
                      </a:r>
                      <a:endParaRPr kumimoji="0" lang="zh-CN" sz="2200" b="0" i="0" u="none" strike="noStrike" cap="none" normalizeH="0" baseline="0" smtClean="0">
                        <a:ln>
                          <a:noFill/>
                        </a:ln>
                        <a:solidFill>
                          <a:schemeClr val="accent1"/>
                        </a:solidFill>
                        <a:effectLst/>
                        <a:latin typeface="微软雅黑" pitchFamily="34" charset="-122"/>
                        <a:ea typeface="黑体" pitchFamily="49" charset="-122"/>
                        <a:sym typeface="Calibri" pitchFamily="34" charset="0"/>
                      </a:endParaRPr>
                    </a:p>
                  </a:txBody>
                  <a:tcPr marL="111839" marR="111839" marT="59207" marB="59207"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c>
                  <a:txBody>
                    <a:bodyPr/>
                    <a:lstStyle/>
                    <a:p>
                      <a:pPr marL="20955" marR="0" lvl="0" indent="-20955" algn="l" defTabSz="930275" rtl="0" eaLnBrk="0" fontAlgn="base" latinLnBrk="0" hangingPunct="0">
                        <a:lnSpc>
                          <a:spcPct val="130000"/>
                        </a:lnSpc>
                        <a:spcBef>
                          <a:spcPct val="0"/>
                        </a:spcBef>
                        <a:spcAft>
                          <a:spcPct val="0"/>
                        </a:spcAft>
                        <a:buClrTx/>
                        <a:buSzTx/>
                        <a:buFont typeface="Arial" charset="0"/>
                        <a:buNone/>
                      </a:pPr>
                      <a:r>
                        <a:rPr kumimoji="0" lang="zh-CN" sz="2200" b="0" i="0" u="none" strike="noStrike" cap="none" normalizeH="0" baseline="0" dirty="0" smtClean="0">
                          <a:ln>
                            <a:noFill/>
                          </a:ln>
                          <a:solidFill>
                            <a:schemeClr val="accent1"/>
                          </a:solidFill>
                          <a:effectLst/>
                          <a:latin typeface="微软雅黑" pitchFamily="34" charset="-122"/>
                          <a:ea typeface="黑体" pitchFamily="49" charset="-122"/>
                          <a:sym typeface="Calibri" pitchFamily="34" charset="0"/>
                        </a:rPr>
                        <a:t>能够摆脱思维内容，关注假设命题</a:t>
                      </a:r>
                      <a:endParaRPr kumimoji="0" lang="zh-CN" sz="2200" b="0" i="0" u="none" strike="noStrike" cap="none" normalizeH="0" baseline="0" dirty="0" smtClean="0">
                        <a:ln>
                          <a:noFill/>
                        </a:ln>
                        <a:solidFill>
                          <a:schemeClr val="accent1"/>
                        </a:solidFill>
                        <a:effectLst/>
                        <a:latin typeface="微软雅黑" pitchFamily="34" charset="-122"/>
                        <a:ea typeface="黑体" pitchFamily="49" charset="-122"/>
                        <a:sym typeface="Calibri" pitchFamily="34" charset="0"/>
                      </a:endParaRPr>
                    </a:p>
                    <a:p>
                      <a:pPr marL="20955" marR="0" lvl="0" indent="-20955" algn="l" defTabSz="930275" rtl="0" eaLnBrk="0" fontAlgn="base" latinLnBrk="0" hangingPunct="0">
                        <a:lnSpc>
                          <a:spcPct val="130000"/>
                        </a:lnSpc>
                        <a:spcBef>
                          <a:spcPct val="0"/>
                        </a:spcBef>
                        <a:spcAft>
                          <a:spcPct val="0"/>
                        </a:spcAft>
                        <a:buClrTx/>
                        <a:buSzTx/>
                        <a:buFont typeface="Arial" charset="0"/>
                        <a:buNone/>
                      </a:pPr>
                      <a:r>
                        <a:rPr kumimoji="0" lang="zh-CN" sz="2200" b="0" i="0" u="none" strike="noStrike" cap="none" normalizeH="0" baseline="0" dirty="0" smtClean="0">
                          <a:ln>
                            <a:noFill/>
                          </a:ln>
                          <a:solidFill>
                            <a:schemeClr val="accent1"/>
                          </a:solidFill>
                          <a:effectLst/>
                          <a:latin typeface="微软雅黑" pitchFamily="34" charset="-122"/>
                          <a:ea typeface="黑体" pitchFamily="49" charset="-122"/>
                          <a:sym typeface="Calibri" pitchFamily="34" charset="0"/>
                        </a:rPr>
                        <a:t>进行假设演绎推理。</a:t>
                      </a:r>
                      <a:endParaRPr kumimoji="0" lang="zh-CN" sz="2200" b="0" i="0" u="none" strike="noStrike" cap="none" normalizeH="0" baseline="0" dirty="0" smtClean="0">
                        <a:ln>
                          <a:noFill/>
                        </a:ln>
                        <a:solidFill>
                          <a:schemeClr val="accent1"/>
                        </a:solidFill>
                        <a:effectLst/>
                        <a:latin typeface="微软雅黑" pitchFamily="34" charset="-122"/>
                        <a:ea typeface="黑体" pitchFamily="49" charset="-122"/>
                        <a:sym typeface="Calibri" pitchFamily="34" charset="0"/>
                      </a:endParaRPr>
                    </a:p>
                  </a:txBody>
                  <a:tcPr marL="111839" marR="111839" marT="59207" marB="59207"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5" name="内容占位符 2"/>
          <p:cNvSpPr>
            <a14:cpLocks xmlns:a14="http://schemas.microsoft.com/office/drawing/2010/main" noGrp="1"/>
          </p:cNvSpPr>
          <p:nvPr>
            <p:ph idx="1"/>
          </p:nvPr>
        </p:nvSpPr>
        <p:spPr>
          <a:xfrm>
            <a:off x="1085850" y="814388"/>
            <a:ext cx="10869613" cy="4570412"/>
          </a:xfrm>
          <a:ln/>
        </p:spPr>
        <p:txBody>
          <a:bodyPr wrap="square" lIns="91440" tIns="45720" rIns="91440" bIns="45720" anchor="t"/>
          <a:p>
            <a:pPr>
              <a:buNone/>
            </a:pPr>
            <a:r>
              <a:rPr lang="en-US" altLang="zh-CN" dirty="0">
                <a:solidFill>
                  <a:srgbClr val="00FFCC"/>
                </a:solidFill>
              </a:rPr>
              <a:t>[</a:t>
            </a:r>
            <a:r>
              <a:rPr lang="zh-CN" altLang="en-US" dirty="0">
                <a:solidFill>
                  <a:srgbClr val="00FFCC"/>
                </a:solidFill>
              </a:rPr>
              <a:t>真题练习</a:t>
            </a:r>
            <a:r>
              <a:rPr lang="en-US" altLang="zh-CN" dirty="0">
                <a:solidFill>
                  <a:srgbClr val="00FFCC"/>
                </a:solidFill>
              </a:rPr>
              <a:t>]</a:t>
            </a:r>
            <a:endParaRPr lang="en-US" altLang="zh-CN" dirty="0">
              <a:solidFill>
                <a:srgbClr val="00FFCC"/>
              </a:solidFill>
            </a:endParaRPr>
          </a:p>
          <a:p>
            <a:pPr>
              <a:buNone/>
            </a:pPr>
            <a:r>
              <a:rPr lang="en-US" altLang="zh-CN" dirty="0"/>
              <a:t>98</a:t>
            </a:r>
            <a:r>
              <a:rPr lang="zh-CN" altLang="en-US" dirty="0"/>
              <a:t>、处于前运算阶段的儿童具有的特征包括</a:t>
            </a:r>
            <a:r>
              <a:rPr lang="en-US" altLang="zh-CN" dirty="0"/>
              <a:t>(     ) </a:t>
            </a:r>
            <a:r>
              <a:rPr lang="zh-CN" altLang="en-US" dirty="0"/>
              <a:t>。</a:t>
            </a:r>
            <a:r>
              <a:rPr lang="en-US" altLang="zh-CN" dirty="0"/>
              <a:t>(2014</a:t>
            </a:r>
            <a:r>
              <a:rPr lang="zh-CN" altLang="en-US" dirty="0"/>
              <a:t>年</a:t>
            </a:r>
            <a:r>
              <a:rPr lang="en-US" altLang="zh-CN" dirty="0"/>
              <a:t>5</a:t>
            </a:r>
            <a:r>
              <a:rPr lang="zh-CN" altLang="en-US" dirty="0"/>
              <a:t>月</a:t>
            </a:r>
            <a:r>
              <a:rPr lang="en-US" altLang="zh-CN" dirty="0"/>
              <a:t>)</a:t>
            </a:r>
            <a:endParaRPr lang="zh-CN" altLang="zh-CN" dirty="0"/>
          </a:p>
          <a:p>
            <a:pPr>
              <a:buNone/>
            </a:pPr>
            <a:r>
              <a:rPr lang="en-US" altLang="zh-CN" dirty="0"/>
              <a:t>      (A)</a:t>
            </a:r>
            <a:r>
              <a:rPr lang="zh-CN" altLang="en-US" dirty="0"/>
              <a:t>泛灵论</a:t>
            </a:r>
            <a:r>
              <a:rPr lang="en-US" altLang="x-none" dirty="0"/>
              <a:t>         </a:t>
            </a:r>
            <a:r>
              <a:rPr lang="en-US" altLang="zh-CN" dirty="0"/>
              <a:t>(B)</a:t>
            </a:r>
            <a:r>
              <a:rPr lang="zh-CN" altLang="en-US" dirty="0"/>
              <a:t>自我中心</a:t>
            </a:r>
            <a:endParaRPr lang="zh-CN" altLang="en-US" dirty="0"/>
          </a:p>
          <a:p>
            <a:pPr>
              <a:buNone/>
            </a:pPr>
            <a:r>
              <a:rPr lang="en-US" altLang="zh-CN" dirty="0"/>
              <a:t>      (C)</a:t>
            </a:r>
            <a:r>
              <a:rPr lang="zh-CN" altLang="en-US" dirty="0"/>
              <a:t>思维可逆</a:t>
            </a:r>
            <a:r>
              <a:rPr lang="en-US" altLang="x-none" dirty="0"/>
              <a:t>    </a:t>
            </a:r>
            <a:r>
              <a:rPr lang="en-US" altLang="zh-CN" dirty="0"/>
              <a:t>(D)</a:t>
            </a:r>
            <a:r>
              <a:rPr lang="zh-CN" altLang="en-US" dirty="0"/>
              <a:t>掌握守恒</a:t>
            </a:r>
            <a:endParaRPr lang="zh-CN" altLang="en-US" dirty="0"/>
          </a:p>
          <a:p>
            <a:pPr>
              <a:buNone/>
            </a:pPr>
            <a:r>
              <a:rPr lang="en-US" altLang="zh-CN" dirty="0"/>
              <a:t>      [</a:t>
            </a:r>
            <a:r>
              <a:rPr lang="zh-CN" altLang="en-US" dirty="0"/>
              <a:t>答案</a:t>
            </a:r>
            <a:r>
              <a:rPr lang="en-US" altLang="zh-CN" dirty="0"/>
              <a:t>] AB</a:t>
            </a:r>
            <a:endParaRPr lang="en-US" altLang="zh-CN" dirty="0"/>
          </a:p>
          <a:p>
            <a:pPr>
              <a:buNone/>
            </a:pPr>
            <a:r>
              <a:rPr lang="en-US" altLang="zh-CN" dirty="0"/>
              <a:t>98</a:t>
            </a:r>
            <a:r>
              <a:rPr lang="zh-CN" altLang="en-US" dirty="0"/>
              <a:t>、处于具体运算阶段的儿童的特征包括（</a:t>
            </a:r>
            <a:r>
              <a:rPr lang="en-US" altLang="x-none" dirty="0"/>
              <a:t>      </a:t>
            </a:r>
            <a:r>
              <a:rPr lang="zh-CN" altLang="en-US" dirty="0"/>
              <a:t>）。</a:t>
            </a:r>
            <a:r>
              <a:rPr lang="en-US" altLang="x-none" dirty="0"/>
              <a:t> </a:t>
            </a:r>
            <a:r>
              <a:rPr lang="en-US" altLang="zh-CN" dirty="0"/>
              <a:t>(2013</a:t>
            </a:r>
            <a:r>
              <a:rPr lang="zh-CN" altLang="en-US" dirty="0"/>
              <a:t>年</a:t>
            </a:r>
            <a:r>
              <a:rPr lang="en-US" altLang="zh-CN" dirty="0"/>
              <a:t>5</a:t>
            </a:r>
            <a:r>
              <a:rPr lang="zh-CN" altLang="en-US" dirty="0"/>
              <a:t>月二）</a:t>
            </a:r>
            <a:r>
              <a:rPr lang="en-US" altLang="zh-CN" dirty="0"/>
              <a:t>200</a:t>
            </a:r>
            <a:endParaRPr lang="zh-CN" altLang="zh-CN" dirty="0"/>
          </a:p>
          <a:p>
            <a:pPr>
              <a:buNone/>
            </a:pPr>
            <a:r>
              <a:rPr lang="en-US" altLang="zh-CN" dirty="0"/>
              <a:t>    </a:t>
            </a:r>
            <a:r>
              <a:rPr lang="zh-CN" altLang="en-US" dirty="0"/>
              <a:t>（</a:t>
            </a:r>
            <a:r>
              <a:rPr lang="en-US" altLang="zh-CN" dirty="0"/>
              <a:t>A</a:t>
            </a:r>
            <a:r>
              <a:rPr lang="zh-CN" altLang="en-US" dirty="0"/>
              <a:t>）获得了守恒概念</a:t>
            </a:r>
            <a:r>
              <a:rPr lang="en-US" altLang="zh-CN" dirty="0"/>
              <a:t>  </a:t>
            </a:r>
            <a:r>
              <a:rPr lang="zh-CN" altLang="en-US" dirty="0"/>
              <a:t>（</a:t>
            </a:r>
            <a:r>
              <a:rPr lang="en-US" altLang="zh-CN" dirty="0"/>
              <a:t>B</a:t>
            </a:r>
            <a:r>
              <a:rPr lang="zh-CN" altLang="en-US" dirty="0"/>
              <a:t>）可以进行逻辑运算</a:t>
            </a:r>
            <a:endParaRPr lang="zh-CN" altLang="en-US" dirty="0"/>
          </a:p>
          <a:p>
            <a:pPr>
              <a:buNone/>
            </a:pPr>
            <a:r>
              <a:rPr lang="en-US" altLang="zh-CN" dirty="0"/>
              <a:t>    </a:t>
            </a:r>
            <a:r>
              <a:rPr lang="zh-CN" altLang="en-US" dirty="0"/>
              <a:t>（</a:t>
            </a:r>
            <a:r>
              <a:rPr lang="en-US" altLang="zh-CN" dirty="0"/>
              <a:t>C</a:t>
            </a:r>
            <a:r>
              <a:rPr lang="zh-CN" altLang="en-US" dirty="0"/>
              <a:t>）思维具有可逆性</a:t>
            </a:r>
            <a:r>
              <a:rPr lang="en-US" altLang="zh-CN" dirty="0"/>
              <a:t>   </a:t>
            </a:r>
            <a:r>
              <a:rPr lang="zh-CN" altLang="en-US" dirty="0"/>
              <a:t>（</a:t>
            </a:r>
            <a:r>
              <a:rPr lang="en-US" altLang="zh-CN" dirty="0"/>
              <a:t>D</a:t>
            </a:r>
            <a:r>
              <a:rPr lang="zh-CN" altLang="en-US" dirty="0"/>
              <a:t>）可以提出问题假设</a:t>
            </a:r>
            <a:endParaRPr lang="en-US" altLang="zh-CN" dirty="0"/>
          </a:p>
          <a:p>
            <a:pPr>
              <a:buNone/>
            </a:pPr>
            <a:r>
              <a:rPr lang="en-US" altLang="zh-CN" dirty="0"/>
              <a:t>       [</a:t>
            </a:r>
            <a:r>
              <a:rPr lang="zh-CN" altLang="en-US" dirty="0"/>
              <a:t>答案</a:t>
            </a:r>
            <a:r>
              <a:rPr lang="en-US" altLang="zh-CN" dirty="0"/>
              <a:t>] ABC</a:t>
            </a:r>
            <a:endParaRPr lang="zh-CN" altLang="zh-CN" dirty="0"/>
          </a:p>
          <a:p>
            <a:pPr>
              <a:buNone/>
            </a:pPr>
            <a:endParaRPr lang="en-US" altLang="zh-CN" dirty="0">
              <a:solidFill>
                <a:srgbClr val="00FFCC"/>
              </a:solidFill>
            </a:endParaRPr>
          </a:p>
          <a:p>
            <a:pPr>
              <a:buNone/>
            </a:pPr>
            <a:r>
              <a:rPr lang="en-US" altLang="zh-CN" dirty="0"/>
              <a:t>  </a:t>
            </a:r>
            <a:endParaRPr lang="zh-CN" alt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49" name="Rectangle 3"/>
          <p:cNvSpPr>
            <a14:cpLocks xmlns:a14="http://schemas.microsoft.com/office/drawing/2010/main" noGrp="1"/>
          </p:cNvSpPr>
          <p:nvPr>
            <p:ph type="body"/>
          </p:nvPr>
        </p:nvSpPr>
        <p:spPr>
          <a:xfrm>
            <a:off x="1157288" y="885825"/>
            <a:ext cx="9215437" cy="4752975"/>
          </a:xfrm>
          <a:ln/>
        </p:spPr>
        <p:txBody>
          <a:bodyPr wrap="square" lIns="91440" tIns="45720" rIns="91440" bIns="45720" anchor="t"/>
          <a:p>
            <a:pPr lvl="0" eaLnBrk="1" hangingPunct="1">
              <a:lnSpc>
                <a:spcPct val="130000"/>
              </a:lnSpc>
              <a:buNone/>
            </a:pPr>
            <a:r>
              <a:rPr lang="zh-CN" altLang="en-US" dirty="0">
                <a:solidFill>
                  <a:srgbClr val="66FFFF"/>
                </a:solidFill>
                <a:latin typeface="黑体" pitchFamily="49" charset="-122"/>
              </a:rPr>
              <a:t>（二）以人格特征为标准划分年龄阶段</a:t>
            </a:r>
            <a:r>
              <a:rPr lang="en-US" altLang="zh-CN" dirty="0">
                <a:solidFill>
                  <a:srgbClr val="66FFFF"/>
                </a:solidFill>
                <a:latin typeface="黑体" pitchFamily="49" charset="-122"/>
              </a:rPr>
              <a:t>  </a:t>
            </a:r>
            <a:endParaRPr lang="en-US" altLang="zh-CN" dirty="0">
              <a:solidFill>
                <a:srgbClr val="66FFFF"/>
              </a:solidFill>
              <a:latin typeface="黑体" pitchFamily="49" charset="-122"/>
            </a:endParaRPr>
          </a:p>
          <a:p>
            <a:pPr lvl="0" eaLnBrk="1" hangingPunct="1">
              <a:lnSpc>
                <a:spcPct val="130000"/>
              </a:lnSpc>
              <a:buNone/>
            </a:pPr>
            <a:r>
              <a:rPr lang="zh-CN" altLang="en-US" dirty="0">
                <a:latin typeface="黑体" pitchFamily="49" charset="-122"/>
              </a:rPr>
              <a:t>     艾里克森的心理社会发展阶段论：</a:t>
            </a:r>
            <a:endParaRPr lang="en-US" altLang="zh-CN" dirty="0">
              <a:latin typeface="黑体" pitchFamily="49" charset="-122"/>
            </a:endParaRPr>
          </a:p>
          <a:p>
            <a:pPr lvl="0" eaLnBrk="1" hangingPunct="1">
              <a:lnSpc>
                <a:spcPct val="130000"/>
              </a:lnSpc>
              <a:buNone/>
            </a:pPr>
            <a:r>
              <a:rPr lang="en-US" altLang="zh-CN" dirty="0">
                <a:latin typeface="黑体" pitchFamily="49" charset="-122"/>
              </a:rPr>
              <a:t>     </a:t>
            </a:r>
            <a:r>
              <a:rPr lang="zh-CN" altLang="en-US" dirty="0">
                <a:latin typeface="黑体" pitchFamily="49" charset="-122"/>
              </a:rPr>
              <a:t>艾里克森的人格发展学说既承认性本能和生物因素的作用，又强调文化社会因素在心理发展中的作用。他认为人的</a:t>
            </a:r>
            <a:r>
              <a:rPr lang="zh-CN" altLang="en-US" dirty="0">
                <a:solidFill>
                  <a:srgbClr val="FFC000"/>
                </a:solidFill>
                <a:latin typeface="黑体" pitchFamily="49" charset="-122"/>
              </a:rPr>
              <a:t>心理危机是个人的需要与社会的要求不相适应</a:t>
            </a:r>
            <a:r>
              <a:rPr lang="zh-CN" altLang="en-US" dirty="0">
                <a:latin typeface="黑体" pitchFamily="49" charset="-122"/>
              </a:rPr>
              <a:t>乃至失调所致，故称为</a:t>
            </a:r>
            <a:r>
              <a:rPr lang="zh-CN" altLang="en-US" dirty="0">
                <a:solidFill>
                  <a:srgbClr val="FFC000"/>
                </a:solidFill>
                <a:latin typeface="黑体" pitchFamily="49" charset="-122"/>
              </a:rPr>
              <a:t>心理社会危机</a:t>
            </a:r>
            <a:r>
              <a:rPr lang="zh-CN" altLang="en-US" dirty="0">
                <a:latin typeface="黑体" pitchFamily="49" charset="-122"/>
              </a:rPr>
              <a:t>。</a:t>
            </a:r>
            <a:endParaRPr lang="en-US" altLang="zh-CN" dirty="0">
              <a:latin typeface="黑体" pitchFamily="49" charset="-122"/>
            </a:endParaRPr>
          </a:p>
          <a:p>
            <a:pPr lvl="0" eaLnBrk="1" hangingPunct="1">
              <a:lnSpc>
                <a:spcPct val="130000"/>
              </a:lnSpc>
              <a:buNone/>
            </a:pPr>
            <a:r>
              <a:rPr lang="en-US" altLang="zh-CN" dirty="0">
                <a:latin typeface="黑体" pitchFamily="49" charset="-122"/>
              </a:rPr>
              <a:t>      </a:t>
            </a:r>
            <a:r>
              <a:rPr lang="zh-CN" altLang="en-US" dirty="0">
                <a:latin typeface="黑体" pitchFamily="49" charset="-122"/>
              </a:rPr>
              <a:t>艾里克森把人的一生分为既连续又各不相同的八个阶段，这八个阶段以不变的序列发展，每个阶段都有普遍性的心理社会危机，都有其特定的发展认为，任务完成的成功与否，会使人格品质出现成功与不成功两种极端差别，靠近成功的一端形成积极的人格品质，靠近不成功的一端形成消极的人格品质。</a:t>
            </a:r>
            <a:endParaRPr lang="zh-CN" altLang="en-US" dirty="0">
              <a:latin typeface="黑体" pitchFamily="49"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3" name="灯片编号占位符 3"/>
          <p:cNvSpPr txBox="1">
            <a14:cpLocks xmlns:a14="http://schemas.microsoft.com/office/drawing/2010/main" noGrp="1"/>
          </p:cNvSpPr>
          <p:nvPr/>
        </p:nvSpPr>
        <p:spPr>
          <a:xfrm>
            <a:off x="9031288" y="6559550"/>
            <a:ext cx="2732087" cy="496888"/>
          </a:xfrm>
          <a:prstGeom prst="rect">
            <a:avLst/>
          </a:prstGeom>
          <a:noFill/>
          <a:ln w="9525">
            <a:noFill/>
          </a:ln>
        </p:spPr>
        <p:txBody>
          <a:bodyPr lIns="141152" tIns="70577" rIns="141152" bIns="70577" anchor="t"/>
          <a:p>
            <a:pPr lvl="0" algn="r" defTabSz="1411605"/>
            <a:fld id="{9A0DB2DC-4C9A-4742-B13C-FB6460FD3503}" type="slidenum">
              <a:rPr lang="en-US" altLang="zh-CN" sz="1900" dirty="0">
                <a:latin typeface="Verdana" pitchFamily="34" charset="0"/>
                <a:ea typeface="宋体" charset="-122"/>
              </a:rPr>
            </a:fld>
            <a:endParaRPr lang="en-US" altLang="zh-CN" sz="1900" dirty="0">
              <a:latin typeface="Verdana" pitchFamily="34" charset="0"/>
              <a:ea typeface="宋体" charset="-122"/>
            </a:endParaRPr>
          </a:p>
        </p:txBody>
      </p:sp>
      <p:graphicFrame>
        <p:nvGraphicFramePr>
          <p:cNvPr id="20483" name="Group 3"/>
          <p:cNvGraphicFramePr>
            <a:graphicFrameLocks noGrp="1"/>
          </p:cNvGraphicFramePr>
          <p:nvPr/>
        </p:nvGraphicFramePr>
        <p:xfrm>
          <a:off x="1157288" y="1100138"/>
          <a:ext cx="10061575" cy="5362575"/>
        </p:xfrm>
        <a:graphic>
          <a:graphicData uri="http://schemas.openxmlformats.org/drawingml/2006/table">
            <a:tbl>
              <a:tblPr/>
              <a:tblGrid>
                <a:gridCol w="2177710"/>
                <a:gridCol w="4855544"/>
                <a:gridCol w="3028316"/>
              </a:tblGrid>
              <a:tr h="594954">
                <a:tc>
                  <a:txBody>
                    <a:bodyPr/>
                    <a:lstStyle/>
                    <a:p>
                      <a:pPr marL="342900" marR="0" lvl="0" indent="114300" algn="l" defTabSz="914400" rtl="0" eaLnBrk="0" fontAlgn="base" latinLnBrk="0" hangingPunct="0">
                        <a:lnSpc>
                          <a:spcPct val="130000"/>
                        </a:lnSpc>
                        <a:spcBef>
                          <a:spcPct val="0"/>
                        </a:spcBef>
                        <a:spcAft>
                          <a:spcPct val="0"/>
                        </a:spcAft>
                        <a:buClrTx/>
                        <a:buSzTx/>
                        <a:buFont typeface="Arial" charset="0"/>
                        <a:buNone/>
                      </a:pPr>
                      <a:r>
                        <a:rPr kumimoji="0" lang="zh-CN" sz="2200" b="0" i="0" u="none" strike="noStrike" cap="none" normalizeH="0" baseline="0" dirty="0" smtClean="0">
                          <a:ln>
                            <a:noFill/>
                          </a:ln>
                          <a:solidFill>
                            <a:schemeClr val="accent1"/>
                          </a:solidFill>
                          <a:effectLst/>
                          <a:latin typeface="微软雅黑" pitchFamily="34" charset="-122"/>
                          <a:ea typeface="黑体" pitchFamily="49" charset="-122"/>
                          <a:sym typeface="Calibri" pitchFamily="34" charset="0"/>
                        </a:rPr>
                        <a:t>年龄阶段</a:t>
                      </a:r>
                      <a:endParaRPr kumimoji="0" lang="zh-CN" sz="2200" b="0" i="0" u="none" strike="noStrike" cap="none" normalizeH="0" baseline="0" dirty="0" smtClean="0">
                        <a:ln>
                          <a:noFill/>
                        </a:ln>
                        <a:solidFill>
                          <a:schemeClr val="accent1"/>
                        </a:solidFill>
                        <a:effectLst/>
                        <a:latin typeface="微软雅黑" pitchFamily="34" charset="-122"/>
                        <a:ea typeface="黑体" pitchFamily="49" charset="-122"/>
                        <a:sym typeface="Calibri" pitchFamily="34" charset="0"/>
                      </a:endParaRPr>
                    </a:p>
                  </a:txBody>
                  <a:tcPr marL="138617" marR="138617" marT="72809" marB="72809" anchor="ctr" horzOverflow="overflow">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a:noFill/>
                    </a:lnTlToBr>
                    <a:lnBlToTr>
                      <a:noFill/>
                    </a:lnBlToTr>
                    <a:solidFill>
                      <a:srgbClr val="4F81BD"/>
                    </a:solidFill>
                  </a:tcPr>
                </a:tc>
                <a:tc>
                  <a:txBody>
                    <a:bodyPr/>
                    <a:lstStyle/>
                    <a:p>
                      <a:pPr marL="342900" marR="0" lvl="0" indent="114300" algn="l" defTabSz="914400" rtl="0" eaLnBrk="0" fontAlgn="base" latinLnBrk="0" hangingPunct="0">
                        <a:lnSpc>
                          <a:spcPct val="130000"/>
                        </a:lnSpc>
                        <a:spcBef>
                          <a:spcPct val="0"/>
                        </a:spcBef>
                        <a:spcAft>
                          <a:spcPct val="0"/>
                        </a:spcAft>
                        <a:buClrTx/>
                        <a:buSzTx/>
                        <a:buFont typeface="Arial" charset="0"/>
                        <a:buNone/>
                      </a:pPr>
                      <a:r>
                        <a:rPr kumimoji="0" lang="zh-CN" sz="2200" b="0" i="0" u="none" strike="noStrike" cap="none" normalizeH="0" baseline="0" smtClean="0">
                          <a:ln>
                            <a:noFill/>
                          </a:ln>
                          <a:solidFill>
                            <a:schemeClr val="accent1"/>
                          </a:solidFill>
                          <a:effectLst/>
                          <a:latin typeface="微软雅黑" pitchFamily="34" charset="-122"/>
                          <a:ea typeface="黑体" pitchFamily="49" charset="-122"/>
                          <a:sym typeface="Calibri" pitchFamily="34" charset="0"/>
                        </a:rPr>
                        <a:t>主要发展任务</a:t>
                      </a:r>
                      <a:endParaRPr kumimoji="0" lang="zh-CN" sz="2200" b="0" i="0" u="none" strike="noStrike" cap="none" normalizeH="0" baseline="0" smtClean="0">
                        <a:ln>
                          <a:noFill/>
                        </a:ln>
                        <a:solidFill>
                          <a:schemeClr val="accent1"/>
                        </a:solidFill>
                        <a:effectLst/>
                        <a:latin typeface="微软雅黑" pitchFamily="34" charset="-122"/>
                        <a:ea typeface="黑体" pitchFamily="49" charset="-122"/>
                        <a:sym typeface="Calibri" pitchFamily="34" charset="0"/>
                      </a:endParaRPr>
                    </a:p>
                  </a:txBody>
                  <a:tcPr marL="138617" marR="138617" marT="72809" marB="72809" anchor="ctr" horzOverflow="overflow">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a:noFill/>
                    </a:lnTlToBr>
                    <a:lnBlToTr>
                      <a:noFill/>
                    </a:lnBlToTr>
                    <a:solidFill>
                      <a:srgbClr val="4F81BD"/>
                    </a:solidFill>
                  </a:tcPr>
                </a:tc>
                <a:tc>
                  <a:txBody>
                    <a:bodyPr/>
                    <a:lstStyle/>
                    <a:p>
                      <a:pPr marL="342900" marR="0" lvl="0" indent="114300" algn="l" defTabSz="914400" rtl="0" eaLnBrk="0" fontAlgn="base" latinLnBrk="0" hangingPunct="0">
                        <a:lnSpc>
                          <a:spcPct val="130000"/>
                        </a:lnSpc>
                        <a:spcBef>
                          <a:spcPct val="0"/>
                        </a:spcBef>
                        <a:spcAft>
                          <a:spcPct val="0"/>
                        </a:spcAft>
                        <a:buClrTx/>
                        <a:buSzTx/>
                        <a:buFont typeface="Arial" charset="0"/>
                        <a:buNone/>
                      </a:pPr>
                      <a:r>
                        <a:rPr kumimoji="0" lang="zh-CN" sz="2200" b="0" i="0" u="none" strike="noStrike" cap="none" normalizeH="0" baseline="0" smtClean="0">
                          <a:ln>
                            <a:noFill/>
                          </a:ln>
                          <a:solidFill>
                            <a:schemeClr val="accent1"/>
                          </a:solidFill>
                          <a:effectLst/>
                          <a:latin typeface="微软雅黑" pitchFamily="34" charset="-122"/>
                          <a:ea typeface="黑体" pitchFamily="49" charset="-122"/>
                          <a:sym typeface="Calibri" pitchFamily="34" charset="0"/>
                        </a:rPr>
                        <a:t>良好的人格特征</a:t>
                      </a:r>
                      <a:endParaRPr kumimoji="0" lang="zh-CN" sz="2200" b="0" i="0" u="none" strike="noStrike" cap="none" normalizeH="0" baseline="0" smtClean="0">
                        <a:ln>
                          <a:noFill/>
                        </a:ln>
                        <a:solidFill>
                          <a:schemeClr val="accent1"/>
                        </a:solidFill>
                        <a:effectLst/>
                        <a:latin typeface="微软雅黑" pitchFamily="34" charset="-122"/>
                        <a:ea typeface="黑体" pitchFamily="49" charset="-122"/>
                        <a:sym typeface="Calibri" pitchFamily="34" charset="0"/>
                      </a:endParaRPr>
                    </a:p>
                  </a:txBody>
                  <a:tcPr marL="138617" marR="138617" marT="72809" marB="72809" anchor="ctr" horzOverflow="overflow">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a:noFill/>
                    </a:lnTlToBr>
                    <a:lnBlToTr>
                      <a:noFill/>
                    </a:lnBlToTr>
                    <a:solidFill>
                      <a:srgbClr val="4F81BD"/>
                    </a:solidFill>
                  </a:tcPr>
                </a:tc>
              </a:tr>
              <a:tr h="594954">
                <a:tc>
                  <a:txBody>
                    <a:bodyPr/>
                    <a:lstStyle/>
                    <a:p>
                      <a:pPr marL="342900" marR="0" lvl="0" indent="114300" algn="l" defTabSz="914400" rtl="0" eaLnBrk="0" fontAlgn="base" latinLnBrk="0" hangingPunct="0">
                        <a:lnSpc>
                          <a:spcPct val="130000"/>
                        </a:lnSpc>
                        <a:spcBef>
                          <a:spcPct val="0"/>
                        </a:spcBef>
                        <a:spcAft>
                          <a:spcPct val="0"/>
                        </a:spcAft>
                        <a:buClrTx/>
                        <a:buSzTx/>
                        <a:buFont typeface="Arial" charset="0"/>
                        <a:buNone/>
                      </a:pPr>
                      <a:r>
                        <a:rPr kumimoji="0" lang="zh-CN" sz="2200" b="0" i="0" u="none" strike="noStrike" cap="none" normalizeH="0" baseline="0" dirty="0" smtClean="0">
                          <a:ln>
                            <a:noFill/>
                          </a:ln>
                          <a:solidFill>
                            <a:schemeClr val="accent1"/>
                          </a:solidFill>
                          <a:effectLst/>
                          <a:latin typeface="微软雅黑" pitchFamily="34" charset="-122"/>
                          <a:ea typeface="黑体" pitchFamily="49" charset="-122"/>
                          <a:sym typeface="Calibri" pitchFamily="34" charset="0"/>
                        </a:rPr>
                        <a:t>婴儿前期</a:t>
                      </a:r>
                      <a:endParaRPr kumimoji="0" lang="zh-CN" sz="2200" b="0" i="0" u="none" strike="noStrike" cap="none" normalizeH="0" baseline="0" dirty="0" smtClean="0">
                        <a:ln>
                          <a:noFill/>
                        </a:ln>
                        <a:solidFill>
                          <a:schemeClr val="accent1"/>
                        </a:solidFill>
                        <a:effectLst/>
                        <a:latin typeface="微软雅黑" pitchFamily="34" charset="-122"/>
                        <a:ea typeface="黑体" pitchFamily="49" charset="-122"/>
                        <a:sym typeface="Calibri" pitchFamily="34" charset="0"/>
                      </a:endParaRPr>
                    </a:p>
                  </a:txBody>
                  <a:tcPr marL="138617" marR="138617" marT="72809" marB="72809" anchor="ctr" horzOverflow="overflow">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a:noFill/>
                    </a:lnTlToBr>
                    <a:lnBlToTr>
                      <a:noFill/>
                    </a:lnBlToTr>
                    <a:noFill/>
                  </a:tcPr>
                </a:tc>
                <a:tc>
                  <a:txBody>
                    <a:bodyPr/>
                    <a:lstStyle/>
                    <a:p>
                      <a:pPr marL="342900" marR="0" lvl="0" indent="114300" algn="l" defTabSz="914400" rtl="0" eaLnBrk="0" fontAlgn="base" latinLnBrk="0" hangingPunct="0">
                        <a:lnSpc>
                          <a:spcPct val="130000"/>
                        </a:lnSpc>
                        <a:spcBef>
                          <a:spcPct val="0"/>
                        </a:spcBef>
                        <a:spcAft>
                          <a:spcPct val="0"/>
                        </a:spcAft>
                        <a:buClrTx/>
                        <a:buSzTx/>
                        <a:buFont typeface="Arial" charset="0"/>
                        <a:buNone/>
                      </a:pPr>
                      <a:r>
                        <a:rPr kumimoji="0" lang="zh-CN" sz="2200" b="0" i="0" u="none" strike="noStrike" cap="none" normalizeH="0" baseline="0" dirty="0" smtClean="0">
                          <a:ln>
                            <a:noFill/>
                          </a:ln>
                          <a:solidFill>
                            <a:schemeClr val="accent1"/>
                          </a:solidFill>
                          <a:effectLst/>
                          <a:latin typeface="微软雅黑" pitchFamily="34" charset="-122"/>
                          <a:ea typeface="黑体" pitchFamily="49" charset="-122"/>
                          <a:sym typeface="Calibri" pitchFamily="34" charset="0"/>
                        </a:rPr>
                        <a:t>获得信任感，克服怀疑感</a:t>
                      </a:r>
                      <a:endParaRPr kumimoji="0" lang="zh-CN" sz="2200" b="0" i="0" u="none" strike="noStrike" cap="none" normalizeH="0" baseline="0" dirty="0" smtClean="0">
                        <a:ln>
                          <a:noFill/>
                        </a:ln>
                        <a:solidFill>
                          <a:schemeClr val="accent1"/>
                        </a:solidFill>
                        <a:effectLst/>
                        <a:latin typeface="微软雅黑" pitchFamily="34" charset="-122"/>
                        <a:ea typeface="黑体" pitchFamily="49" charset="-122"/>
                        <a:sym typeface="Calibri" pitchFamily="34" charset="0"/>
                      </a:endParaRPr>
                    </a:p>
                  </a:txBody>
                  <a:tcPr marL="138617" marR="138617" marT="72809" marB="72809" anchor="ctr" horzOverflow="overflow">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a:noFill/>
                    </a:lnTlToBr>
                    <a:lnBlToTr>
                      <a:noFill/>
                    </a:lnBlToTr>
                    <a:noFill/>
                  </a:tcPr>
                </a:tc>
                <a:tc>
                  <a:txBody>
                    <a:bodyPr/>
                    <a:lstStyle/>
                    <a:p>
                      <a:pPr marL="342900" marR="0" lvl="0" indent="114300" algn="l" defTabSz="914400" rtl="0" eaLnBrk="0" fontAlgn="base" latinLnBrk="0" hangingPunct="0">
                        <a:lnSpc>
                          <a:spcPct val="130000"/>
                        </a:lnSpc>
                        <a:spcBef>
                          <a:spcPct val="0"/>
                        </a:spcBef>
                        <a:spcAft>
                          <a:spcPct val="0"/>
                        </a:spcAft>
                        <a:buClrTx/>
                        <a:buSzTx/>
                        <a:buFont typeface="Arial" charset="0"/>
                        <a:buNone/>
                      </a:pPr>
                      <a:r>
                        <a:rPr kumimoji="0" lang="zh-CN" sz="2200" b="0" i="0" u="none" strike="noStrike" cap="none" normalizeH="0" baseline="0" smtClean="0">
                          <a:ln>
                            <a:noFill/>
                          </a:ln>
                          <a:solidFill>
                            <a:schemeClr val="accent1"/>
                          </a:solidFill>
                          <a:effectLst/>
                          <a:latin typeface="微软雅黑" pitchFamily="34" charset="-122"/>
                          <a:ea typeface="黑体" pitchFamily="49" charset="-122"/>
                          <a:sym typeface="Calibri" pitchFamily="34" charset="0"/>
                        </a:rPr>
                        <a:t>希望品质</a:t>
                      </a:r>
                      <a:endParaRPr kumimoji="0" lang="zh-CN" sz="2200" b="0" i="0" u="none" strike="noStrike" cap="none" normalizeH="0" baseline="0" smtClean="0">
                        <a:ln>
                          <a:noFill/>
                        </a:ln>
                        <a:solidFill>
                          <a:schemeClr val="accent1"/>
                        </a:solidFill>
                        <a:effectLst/>
                        <a:latin typeface="微软雅黑" pitchFamily="34" charset="-122"/>
                        <a:ea typeface="黑体" pitchFamily="49" charset="-122"/>
                        <a:sym typeface="Calibri" pitchFamily="34" charset="0"/>
                      </a:endParaRPr>
                    </a:p>
                  </a:txBody>
                  <a:tcPr marL="138617" marR="138617" marT="72809" marB="72809" anchor="ctr" horzOverflow="overflow">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a:noFill/>
                    </a:lnTlToBr>
                    <a:lnBlToTr>
                      <a:noFill/>
                    </a:lnBlToTr>
                    <a:noFill/>
                  </a:tcPr>
                </a:tc>
              </a:tr>
              <a:tr h="596075">
                <a:tc>
                  <a:txBody>
                    <a:bodyPr/>
                    <a:lstStyle/>
                    <a:p>
                      <a:pPr marL="342900" marR="0" lvl="0" indent="114300" algn="l" defTabSz="914400" rtl="0" eaLnBrk="0" fontAlgn="base" latinLnBrk="0" hangingPunct="0">
                        <a:lnSpc>
                          <a:spcPct val="130000"/>
                        </a:lnSpc>
                        <a:spcBef>
                          <a:spcPct val="0"/>
                        </a:spcBef>
                        <a:spcAft>
                          <a:spcPct val="0"/>
                        </a:spcAft>
                        <a:buClrTx/>
                        <a:buSzTx/>
                        <a:buFont typeface="Arial" charset="0"/>
                        <a:buNone/>
                      </a:pPr>
                      <a:r>
                        <a:rPr kumimoji="0" lang="zh-CN" sz="2200" b="0" i="0" u="none" strike="noStrike" cap="none" normalizeH="0" baseline="0" dirty="0" smtClean="0">
                          <a:ln>
                            <a:noFill/>
                          </a:ln>
                          <a:solidFill>
                            <a:schemeClr val="accent1"/>
                          </a:solidFill>
                          <a:effectLst/>
                          <a:latin typeface="微软雅黑" pitchFamily="34" charset="-122"/>
                          <a:ea typeface="黑体" pitchFamily="49" charset="-122"/>
                          <a:sym typeface="Calibri" pitchFamily="34" charset="0"/>
                        </a:rPr>
                        <a:t>婴儿后期</a:t>
                      </a:r>
                      <a:endParaRPr kumimoji="0" lang="zh-CN" sz="2200" b="0" i="0" u="none" strike="noStrike" cap="none" normalizeH="0" baseline="0" dirty="0" smtClean="0">
                        <a:ln>
                          <a:noFill/>
                        </a:ln>
                        <a:solidFill>
                          <a:schemeClr val="accent1"/>
                        </a:solidFill>
                        <a:effectLst/>
                        <a:latin typeface="微软雅黑" pitchFamily="34" charset="-122"/>
                        <a:ea typeface="黑体" pitchFamily="49" charset="-122"/>
                        <a:sym typeface="Calibri" pitchFamily="34" charset="0"/>
                      </a:endParaRPr>
                    </a:p>
                  </a:txBody>
                  <a:tcPr marL="138617" marR="138617" marT="72809" marB="72809" anchor="ctr" horzOverflow="overflow">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a:noFill/>
                    </a:lnTlToBr>
                    <a:lnBlToTr>
                      <a:noFill/>
                    </a:lnBlToTr>
                    <a:noFill/>
                  </a:tcPr>
                </a:tc>
                <a:tc>
                  <a:txBody>
                    <a:bodyPr/>
                    <a:lstStyle/>
                    <a:p>
                      <a:pPr marL="342900" marR="0" lvl="0" indent="114300" algn="l" defTabSz="914400" rtl="0" eaLnBrk="0" fontAlgn="base" latinLnBrk="0" hangingPunct="0">
                        <a:lnSpc>
                          <a:spcPct val="130000"/>
                        </a:lnSpc>
                        <a:spcBef>
                          <a:spcPct val="0"/>
                        </a:spcBef>
                        <a:spcAft>
                          <a:spcPct val="0"/>
                        </a:spcAft>
                        <a:buClrTx/>
                        <a:buSzTx/>
                        <a:buFont typeface="Arial" charset="0"/>
                        <a:buNone/>
                      </a:pPr>
                      <a:r>
                        <a:rPr kumimoji="0" lang="zh-CN" sz="2200" b="0" i="0" u="none" strike="noStrike" cap="none" normalizeH="0" baseline="0" dirty="0" smtClean="0">
                          <a:ln>
                            <a:noFill/>
                          </a:ln>
                          <a:solidFill>
                            <a:schemeClr val="accent1"/>
                          </a:solidFill>
                          <a:effectLst/>
                          <a:latin typeface="微软雅黑" pitchFamily="34" charset="-122"/>
                          <a:ea typeface="黑体" pitchFamily="49" charset="-122"/>
                          <a:sym typeface="Calibri" pitchFamily="34" charset="0"/>
                        </a:rPr>
                        <a:t>获得自主感，克服羞耻感</a:t>
                      </a:r>
                      <a:endParaRPr kumimoji="0" lang="zh-CN" sz="2200" b="0" i="0" u="none" strike="noStrike" cap="none" normalizeH="0" baseline="0" dirty="0" smtClean="0">
                        <a:ln>
                          <a:noFill/>
                        </a:ln>
                        <a:solidFill>
                          <a:schemeClr val="accent1"/>
                        </a:solidFill>
                        <a:effectLst/>
                        <a:latin typeface="微软雅黑" pitchFamily="34" charset="-122"/>
                        <a:ea typeface="黑体" pitchFamily="49" charset="-122"/>
                        <a:sym typeface="Calibri" pitchFamily="34" charset="0"/>
                      </a:endParaRPr>
                    </a:p>
                  </a:txBody>
                  <a:tcPr marL="138617" marR="138617" marT="72809" marB="72809" anchor="ctr" horzOverflow="overflow">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a:noFill/>
                    </a:lnTlToBr>
                    <a:lnBlToTr>
                      <a:noFill/>
                    </a:lnBlToTr>
                    <a:noFill/>
                  </a:tcPr>
                </a:tc>
                <a:tc>
                  <a:txBody>
                    <a:bodyPr/>
                    <a:lstStyle/>
                    <a:p>
                      <a:pPr marL="342900" marR="0" lvl="0" indent="114300" algn="l" defTabSz="914400" rtl="0" eaLnBrk="0" fontAlgn="base" latinLnBrk="0" hangingPunct="0">
                        <a:lnSpc>
                          <a:spcPct val="130000"/>
                        </a:lnSpc>
                        <a:spcBef>
                          <a:spcPct val="0"/>
                        </a:spcBef>
                        <a:spcAft>
                          <a:spcPct val="0"/>
                        </a:spcAft>
                        <a:buClrTx/>
                        <a:buSzTx/>
                        <a:buFont typeface="Arial" charset="0"/>
                        <a:buNone/>
                      </a:pPr>
                      <a:r>
                        <a:rPr kumimoji="0" lang="zh-CN" sz="2200" b="0" i="0" u="none" strike="noStrike" cap="none" normalizeH="0" baseline="0" smtClean="0">
                          <a:ln>
                            <a:noFill/>
                          </a:ln>
                          <a:solidFill>
                            <a:schemeClr val="accent1"/>
                          </a:solidFill>
                          <a:effectLst/>
                          <a:latin typeface="微软雅黑" pitchFamily="34" charset="-122"/>
                          <a:ea typeface="黑体" pitchFamily="49" charset="-122"/>
                          <a:sym typeface="Calibri" pitchFamily="34" charset="0"/>
                        </a:rPr>
                        <a:t>意志品质</a:t>
                      </a:r>
                      <a:endParaRPr kumimoji="0" lang="zh-CN" sz="2200" b="0" i="0" u="none" strike="noStrike" cap="none" normalizeH="0" baseline="0" smtClean="0">
                        <a:ln>
                          <a:noFill/>
                        </a:ln>
                        <a:solidFill>
                          <a:schemeClr val="accent1"/>
                        </a:solidFill>
                        <a:effectLst/>
                        <a:latin typeface="微软雅黑" pitchFamily="34" charset="-122"/>
                        <a:ea typeface="黑体" pitchFamily="49" charset="-122"/>
                        <a:sym typeface="Calibri" pitchFamily="34" charset="0"/>
                      </a:endParaRPr>
                    </a:p>
                  </a:txBody>
                  <a:tcPr marL="138617" marR="138617" marT="72809" marB="72809" anchor="ctr" horzOverflow="overflow">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a:noFill/>
                    </a:lnTlToBr>
                    <a:lnBlToTr>
                      <a:noFill/>
                    </a:lnBlToTr>
                    <a:noFill/>
                  </a:tcPr>
                </a:tc>
              </a:tr>
              <a:tr h="596075">
                <a:tc>
                  <a:txBody>
                    <a:bodyPr/>
                    <a:lstStyle/>
                    <a:p>
                      <a:pPr marL="342900" marR="0" lvl="0" indent="114300" algn="l" defTabSz="914400" rtl="0" eaLnBrk="0" fontAlgn="base" latinLnBrk="0" hangingPunct="0">
                        <a:lnSpc>
                          <a:spcPct val="130000"/>
                        </a:lnSpc>
                        <a:spcBef>
                          <a:spcPct val="0"/>
                        </a:spcBef>
                        <a:spcAft>
                          <a:spcPct val="0"/>
                        </a:spcAft>
                        <a:buClrTx/>
                        <a:buSzTx/>
                        <a:buFont typeface="Arial" charset="0"/>
                        <a:buNone/>
                      </a:pPr>
                      <a:r>
                        <a:rPr kumimoji="0" lang="zh-CN" sz="2200" b="0" i="0" u="none" strike="noStrike" cap="none" normalizeH="0" baseline="0" smtClean="0">
                          <a:ln>
                            <a:noFill/>
                          </a:ln>
                          <a:solidFill>
                            <a:schemeClr val="accent1"/>
                          </a:solidFill>
                          <a:effectLst/>
                          <a:latin typeface="微软雅黑" pitchFamily="34" charset="-122"/>
                          <a:ea typeface="黑体" pitchFamily="49" charset="-122"/>
                          <a:sym typeface="Calibri" pitchFamily="34" charset="0"/>
                        </a:rPr>
                        <a:t>幼儿期</a:t>
                      </a:r>
                      <a:endParaRPr kumimoji="0" lang="zh-CN" sz="2200" b="0" i="0" u="none" strike="noStrike" cap="none" normalizeH="0" baseline="0" smtClean="0">
                        <a:ln>
                          <a:noFill/>
                        </a:ln>
                        <a:solidFill>
                          <a:schemeClr val="accent1"/>
                        </a:solidFill>
                        <a:effectLst/>
                        <a:latin typeface="微软雅黑" pitchFamily="34" charset="-122"/>
                        <a:ea typeface="黑体" pitchFamily="49" charset="-122"/>
                        <a:sym typeface="Calibri" pitchFamily="34" charset="0"/>
                      </a:endParaRPr>
                    </a:p>
                  </a:txBody>
                  <a:tcPr marL="138617" marR="138617" marT="72809" marB="72809" anchor="ctr" horzOverflow="overflow">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a:noFill/>
                    </a:lnTlToBr>
                    <a:lnBlToTr>
                      <a:noFill/>
                    </a:lnBlToTr>
                    <a:noFill/>
                  </a:tcPr>
                </a:tc>
                <a:tc>
                  <a:txBody>
                    <a:bodyPr/>
                    <a:lstStyle/>
                    <a:p>
                      <a:pPr marL="342900" marR="0" lvl="0" indent="114300" algn="l" defTabSz="914400" rtl="0" eaLnBrk="0" fontAlgn="base" latinLnBrk="0" hangingPunct="0">
                        <a:lnSpc>
                          <a:spcPct val="130000"/>
                        </a:lnSpc>
                        <a:spcBef>
                          <a:spcPct val="0"/>
                        </a:spcBef>
                        <a:spcAft>
                          <a:spcPct val="0"/>
                        </a:spcAft>
                        <a:buClrTx/>
                        <a:buSzTx/>
                        <a:buFont typeface="Arial" charset="0"/>
                        <a:buNone/>
                      </a:pPr>
                      <a:r>
                        <a:rPr kumimoji="0" lang="zh-CN" sz="2200" b="0" i="0" u="none" strike="noStrike" cap="none" normalizeH="0" baseline="0" dirty="0" smtClean="0">
                          <a:ln>
                            <a:noFill/>
                          </a:ln>
                          <a:solidFill>
                            <a:schemeClr val="accent1"/>
                          </a:solidFill>
                          <a:effectLst/>
                          <a:latin typeface="微软雅黑" pitchFamily="34" charset="-122"/>
                          <a:ea typeface="黑体" pitchFamily="49" charset="-122"/>
                          <a:sym typeface="Calibri" pitchFamily="34" charset="0"/>
                        </a:rPr>
                        <a:t>获得主动感，克服内疚感</a:t>
                      </a:r>
                      <a:endParaRPr kumimoji="0" lang="zh-CN" sz="2200" b="0" i="0" u="none" strike="noStrike" cap="none" normalizeH="0" baseline="0" dirty="0" smtClean="0">
                        <a:ln>
                          <a:noFill/>
                        </a:ln>
                        <a:solidFill>
                          <a:schemeClr val="accent1"/>
                        </a:solidFill>
                        <a:effectLst/>
                        <a:latin typeface="微软雅黑" pitchFamily="34" charset="-122"/>
                        <a:ea typeface="黑体" pitchFamily="49" charset="-122"/>
                        <a:sym typeface="Calibri" pitchFamily="34" charset="0"/>
                      </a:endParaRPr>
                    </a:p>
                  </a:txBody>
                  <a:tcPr marL="138617" marR="138617" marT="72809" marB="72809" anchor="ctr" horzOverflow="overflow">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a:noFill/>
                    </a:lnTlToBr>
                    <a:lnBlToTr>
                      <a:noFill/>
                    </a:lnBlToTr>
                    <a:noFill/>
                  </a:tcPr>
                </a:tc>
                <a:tc>
                  <a:txBody>
                    <a:bodyPr/>
                    <a:lstStyle/>
                    <a:p>
                      <a:pPr marL="342900" marR="0" lvl="0" indent="114300" algn="l" defTabSz="914400" rtl="0" eaLnBrk="0" fontAlgn="base" latinLnBrk="0" hangingPunct="0">
                        <a:lnSpc>
                          <a:spcPct val="130000"/>
                        </a:lnSpc>
                        <a:spcBef>
                          <a:spcPct val="0"/>
                        </a:spcBef>
                        <a:spcAft>
                          <a:spcPct val="0"/>
                        </a:spcAft>
                        <a:buClrTx/>
                        <a:buSzTx/>
                        <a:buFont typeface="Arial" charset="0"/>
                        <a:buNone/>
                      </a:pPr>
                      <a:r>
                        <a:rPr kumimoji="0" lang="zh-CN" sz="2200" b="0" i="0" u="none" strike="noStrike" cap="none" normalizeH="0" baseline="0" smtClean="0">
                          <a:ln>
                            <a:noFill/>
                          </a:ln>
                          <a:solidFill>
                            <a:schemeClr val="accent1"/>
                          </a:solidFill>
                          <a:effectLst/>
                          <a:latin typeface="微软雅黑" pitchFamily="34" charset="-122"/>
                          <a:ea typeface="黑体" pitchFamily="49" charset="-122"/>
                          <a:sym typeface="Calibri" pitchFamily="34" charset="0"/>
                        </a:rPr>
                        <a:t>目标品质</a:t>
                      </a:r>
                      <a:endParaRPr kumimoji="0" lang="zh-CN" sz="2200" b="0" i="0" u="none" strike="noStrike" cap="none" normalizeH="0" baseline="0" smtClean="0">
                        <a:ln>
                          <a:noFill/>
                        </a:ln>
                        <a:solidFill>
                          <a:schemeClr val="accent1"/>
                        </a:solidFill>
                        <a:effectLst/>
                        <a:latin typeface="微软雅黑" pitchFamily="34" charset="-122"/>
                        <a:ea typeface="黑体" pitchFamily="49" charset="-122"/>
                        <a:sym typeface="Calibri" pitchFamily="34" charset="0"/>
                      </a:endParaRPr>
                    </a:p>
                  </a:txBody>
                  <a:tcPr marL="138617" marR="138617" marT="72809" marB="72809" anchor="ctr" horzOverflow="overflow">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a:noFill/>
                    </a:lnTlToBr>
                    <a:lnBlToTr>
                      <a:noFill/>
                    </a:lnBlToTr>
                    <a:noFill/>
                  </a:tcPr>
                </a:tc>
              </a:tr>
              <a:tr h="596075">
                <a:tc>
                  <a:txBody>
                    <a:bodyPr/>
                    <a:lstStyle/>
                    <a:p>
                      <a:pPr marL="342900" marR="0" lvl="0" indent="114300" algn="l" defTabSz="914400" rtl="0" eaLnBrk="0" fontAlgn="base" latinLnBrk="0" hangingPunct="0">
                        <a:lnSpc>
                          <a:spcPct val="130000"/>
                        </a:lnSpc>
                        <a:spcBef>
                          <a:spcPct val="0"/>
                        </a:spcBef>
                        <a:spcAft>
                          <a:spcPct val="0"/>
                        </a:spcAft>
                        <a:buClrTx/>
                        <a:buSzTx/>
                        <a:buFont typeface="Arial" charset="0"/>
                        <a:buNone/>
                      </a:pPr>
                      <a:r>
                        <a:rPr kumimoji="0" lang="zh-CN" sz="2200" b="0" i="0" u="none" strike="noStrike" cap="none" normalizeH="0" baseline="0" smtClean="0">
                          <a:ln>
                            <a:noFill/>
                          </a:ln>
                          <a:solidFill>
                            <a:schemeClr val="accent1"/>
                          </a:solidFill>
                          <a:effectLst/>
                          <a:latin typeface="微软雅黑" pitchFamily="34" charset="-122"/>
                          <a:ea typeface="黑体" pitchFamily="49" charset="-122"/>
                          <a:sym typeface="Calibri" pitchFamily="34" charset="0"/>
                        </a:rPr>
                        <a:t>童年期</a:t>
                      </a:r>
                      <a:endParaRPr kumimoji="0" lang="zh-CN" sz="2200" b="0" i="0" u="none" strike="noStrike" cap="none" normalizeH="0" baseline="0" smtClean="0">
                        <a:ln>
                          <a:noFill/>
                        </a:ln>
                        <a:solidFill>
                          <a:schemeClr val="accent1"/>
                        </a:solidFill>
                        <a:effectLst/>
                        <a:latin typeface="微软雅黑" pitchFamily="34" charset="-122"/>
                        <a:ea typeface="黑体" pitchFamily="49" charset="-122"/>
                        <a:sym typeface="Calibri" pitchFamily="34" charset="0"/>
                      </a:endParaRPr>
                    </a:p>
                  </a:txBody>
                  <a:tcPr marL="138617" marR="138617" marT="72809" marB="72809" anchor="ctr" horzOverflow="overflow">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a:noFill/>
                    </a:lnTlToBr>
                    <a:lnBlToTr>
                      <a:noFill/>
                    </a:lnBlToTr>
                    <a:noFill/>
                  </a:tcPr>
                </a:tc>
                <a:tc>
                  <a:txBody>
                    <a:bodyPr/>
                    <a:lstStyle/>
                    <a:p>
                      <a:pPr marL="342900" marR="0" lvl="0" indent="114300" algn="l" defTabSz="914400" rtl="0" eaLnBrk="0" fontAlgn="base" latinLnBrk="0" hangingPunct="0">
                        <a:lnSpc>
                          <a:spcPct val="130000"/>
                        </a:lnSpc>
                        <a:spcBef>
                          <a:spcPct val="0"/>
                        </a:spcBef>
                        <a:spcAft>
                          <a:spcPct val="0"/>
                        </a:spcAft>
                        <a:buClrTx/>
                        <a:buSzTx/>
                        <a:buFont typeface="Arial" charset="0"/>
                        <a:buNone/>
                      </a:pPr>
                      <a:r>
                        <a:rPr kumimoji="0" lang="zh-CN" sz="2200" b="0" i="0" u="none" strike="noStrike" cap="none" normalizeH="0" baseline="0" dirty="0" smtClean="0">
                          <a:ln>
                            <a:noFill/>
                          </a:ln>
                          <a:solidFill>
                            <a:schemeClr val="accent1"/>
                          </a:solidFill>
                          <a:effectLst/>
                          <a:latin typeface="微软雅黑" pitchFamily="34" charset="-122"/>
                          <a:ea typeface="黑体" pitchFamily="49" charset="-122"/>
                          <a:sym typeface="Calibri" pitchFamily="34" charset="0"/>
                        </a:rPr>
                        <a:t>获得勤奋感，克服自卑感</a:t>
                      </a:r>
                      <a:endParaRPr kumimoji="0" lang="zh-CN" sz="2200" b="0" i="0" u="none" strike="noStrike" cap="none" normalizeH="0" baseline="0" dirty="0" smtClean="0">
                        <a:ln>
                          <a:noFill/>
                        </a:ln>
                        <a:solidFill>
                          <a:schemeClr val="accent1"/>
                        </a:solidFill>
                        <a:effectLst/>
                        <a:latin typeface="微软雅黑" pitchFamily="34" charset="-122"/>
                        <a:ea typeface="黑体" pitchFamily="49" charset="-122"/>
                        <a:sym typeface="Calibri" pitchFamily="34" charset="0"/>
                      </a:endParaRPr>
                    </a:p>
                  </a:txBody>
                  <a:tcPr marL="138617" marR="138617" marT="72809" marB="72809" anchor="ctr" horzOverflow="overflow">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a:noFill/>
                    </a:lnTlToBr>
                    <a:lnBlToTr>
                      <a:noFill/>
                    </a:lnBlToTr>
                    <a:noFill/>
                  </a:tcPr>
                </a:tc>
                <a:tc>
                  <a:txBody>
                    <a:bodyPr/>
                    <a:lstStyle/>
                    <a:p>
                      <a:pPr marL="342900" marR="0" lvl="0" indent="114300" algn="l" defTabSz="914400" rtl="0" eaLnBrk="0" fontAlgn="base" latinLnBrk="0" hangingPunct="0">
                        <a:lnSpc>
                          <a:spcPct val="130000"/>
                        </a:lnSpc>
                        <a:spcBef>
                          <a:spcPct val="0"/>
                        </a:spcBef>
                        <a:spcAft>
                          <a:spcPct val="0"/>
                        </a:spcAft>
                        <a:buClrTx/>
                        <a:buSzTx/>
                        <a:buFont typeface="Arial" charset="0"/>
                        <a:buNone/>
                      </a:pPr>
                      <a:r>
                        <a:rPr kumimoji="0" lang="zh-CN" sz="2200" b="0" i="0" u="none" strike="noStrike" cap="none" normalizeH="0" baseline="0" dirty="0" smtClean="0">
                          <a:ln>
                            <a:noFill/>
                          </a:ln>
                          <a:solidFill>
                            <a:schemeClr val="accent1"/>
                          </a:solidFill>
                          <a:effectLst/>
                          <a:latin typeface="微软雅黑" pitchFamily="34" charset="-122"/>
                          <a:ea typeface="黑体" pitchFamily="49" charset="-122"/>
                          <a:sym typeface="Calibri" pitchFamily="34" charset="0"/>
                        </a:rPr>
                        <a:t>能力品质</a:t>
                      </a:r>
                      <a:endParaRPr kumimoji="0" lang="zh-CN" sz="2200" b="0" i="0" u="none" strike="noStrike" cap="none" normalizeH="0" baseline="0" dirty="0" smtClean="0">
                        <a:ln>
                          <a:noFill/>
                        </a:ln>
                        <a:solidFill>
                          <a:schemeClr val="accent1"/>
                        </a:solidFill>
                        <a:effectLst/>
                        <a:latin typeface="微软雅黑" pitchFamily="34" charset="-122"/>
                        <a:ea typeface="黑体" pitchFamily="49" charset="-122"/>
                        <a:sym typeface="Calibri" pitchFamily="34" charset="0"/>
                      </a:endParaRPr>
                    </a:p>
                  </a:txBody>
                  <a:tcPr marL="138617" marR="138617" marT="72809" marB="72809" anchor="ctr" horzOverflow="overflow">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a:noFill/>
                    </a:lnTlToBr>
                    <a:lnBlToTr>
                      <a:noFill/>
                    </a:lnBlToTr>
                    <a:noFill/>
                  </a:tcPr>
                </a:tc>
              </a:tr>
              <a:tr h="596075">
                <a:tc>
                  <a:txBody>
                    <a:bodyPr/>
                    <a:lstStyle/>
                    <a:p>
                      <a:pPr marL="342900" marR="0" lvl="0" indent="114300" algn="l" defTabSz="914400" rtl="0" eaLnBrk="0" fontAlgn="base" latinLnBrk="0" hangingPunct="0">
                        <a:lnSpc>
                          <a:spcPct val="130000"/>
                        </a:lnSpc>
                        <a:spcBef>
                          <a:spcPct val="0"/>
                        </a:spcBef>
                        <a:spcAft>
                          <a:spcPct val="0"/>
                        </a:spcAft>
                        <a:buClrTx/>
                        <a:buSzTx/>
                        <a:buFont typeface="Arial" charset="0"/>
                        <a:buNone/>
                      </a:pPr>
                      <a:r>
                        <a:rPr kumimoji="0" lang="zh-CN" sz="2200" b="0" i="0" u="none" strike="noStrike" cap="none" normalizeH="0" baseline="0" smtClean="0">
                          <a:ln>
                            <a:noFill/>
                          </a:ln>
                          <a:solidFill>
                            <a:schemeClr val="accent1"/>
                          </a:solidFill>
                          <a:effectLst/>
                          <a:latin typeface="微软雅黑" pitchFamily="34" charset="-122"/>
                          <a:ea typeface="黑体" pitchFamily="49" charset="-122"/>
                          <a:sym typeface="Calibri" pitchFamily="34" charset="0"/>
                        </a:rPr>
                        <a:t>青少年期</a:t>
                      </a:r>
                      <a:endParaRPr kumimoji="0" lang="zh-CN" sz="2200" b="0" i="0" u="none" strike="noStrike" cap="none" normalizeH="0" baseline="0" smtClean="0">
                        <a:ln>
                          <a:noFill/>
                        </a:ln>
                        <a:solidFill>
                          <a:schemeClr val="accent1"/>
                        </a:solidFill>
                        <a:effectLst/>
                        <a:latin typeface="微软雅黑" pitchFamily="34" charset="-122"/>
                        <a:ea typeface="黑体" pitchFamily="49" charset="-122"/>
                        <a:sym typeface="Calibri" pitchFamily="34" charset="0"/>
                      </a:endParaRPr>
                    </a:p>
                  </a:txBody>
                  <a:tcPr marL="138617" marR="138617" marT="72809" marB="72809" anchor="ctr" horzOverflow="overflow">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a:noFill/>
                    </a:lnTlToBr>
                    <a:lnBlToTr>
                      <a:noFill/>
                    </a:lnBlToTr>
                    <a:noFill/>
                  </a:tcPr>
                </a:tc>
                <a:tc>
                  <a:txBody>
                    <a:bodyPr/>
                    <a:lstStyle/>
                    <a:p>
                      <a:pPr marL="342900" marR="0" lvl="0" indent="114300" algn="l" defTabSz="914400" rtl="0" eaLnBrk="0" fontAlgn="base" latinLnBrk="0" hangingPunct="0">
                        <a:lnSpc>
                          <a:spcPct val="130000"/>
                        </a:lnSpc>
                        <a:spcBef>
                          <a:spcPct val="0"/>
                        </a:spcBef>
                        <a:spcAft>
                          <a:spcPct val="0"/>
                        </a:spcAft>
                        <a:buClrTx/>
                        <a:buSzTx/>
                        <a:buFont typeface="Arial" charset="0"/>
                        <a:buNone/>
                      </a:pPr>
                      <a:r>
                        <a:rPr kumimoji="0" lang="zh-CN" sz="2200" b="0" i="0" u="none" strike="noStrike" cap="none" normalizeH="0" baseline="0" dirty="0" smtClean="0">
                          <a:ln>
                            <a:noFill/>
                          </a:ln>
                          <a:solidFill>
                            <a:schemeClr val="accent1"/>
                          </a:solidFill>
                          <a:effectLst/>
                          <a:latin typeface="微软雅黑" pitchFamily="34" charset="-122"/>
                          <a:ea typeface="黑体" pitchFamily="49" charset="-122"/>
                          <a:sym typeface="Calibri" pitchFamily="34" charset="0"/>
                        </a:rPr>
                        <a:t>形成角色同一性，防止角色混乱</a:t>
                      </a:r>
                      <a:endParaRPr kumimoji="0" lang="zh-CN" sz="2200" b="0" i="0" u="none" strike="noStrike" cap="none" normalizeH="0" baseline="0" dirty="0" smtClean="0">
                        <a:ln>
                          <a:noFill/>
                        </a:ln>
                        <a:solidFill>
                          <a:schemeClr val="accent1"/>
                        </a:solidFill>
                        <a:effectLst/>
                        <a:latin typeface="微软雅黑" pitchFamily="34" charset="-122"/>
                        <a:ea typeface="黑体" pitchFamily="49" charset="-122"/>
                        <a:sym typeface="Calibri" pitchFamily="34" charset="0"/>
                      </a:endParaRPr>
                    </a:p>
                  </a:txBody>
                  <a:tcPr marL="138617" marR="138617" marT="72809" marB="72809" anchor="ctr" horzOverflow="overflow">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a:noFill/>
                    </a:lnTlToBr>
                    <a:lnBlToTr>
                      <a:noFill/>
                    </a:lnBlToTr>
                    <a:noFill/>
                  </a:tcPr>
                </a:tc>
                <a:tc>
                  <a:txBody>
                    <a:bodyPr/>
                    <a:lstStyle/>
                    <a:p>
                      <a:pPr marL="342900" marR="0" lvl="0" indent="114300" algn="l" defTabSz="914400" rtl="0" eaLnBrk="0" fontAlgn="base" latinLnBrk="0" hangingPunct="0">
                        <a:lnSpc>
                          <a:spcPct val="130000"/>
                        </a:lnSpc>
                        <a:spcBef>
                          <a:spcPct val="0"/>
                        </a:spcBef>
                        <a:spcAft>
                          <a:spcPct val="0"/>
                        </a:spcAft>
                        <a:buClrTx/>
                        <a:buSzTx/>
                        <a:buFont typeface="Arial" charset="0"/>
                        <a:buNone/>
                      </a:pPr>
                      <a:r>
                        <a:rPr kumimoji="0" lang="zh-CN" altLang="en-US" sz="2200" b="0" i="0" u="none" strike="noStrike" cap="none" normalizeH="0" baseline="0" dirty="0" smtClean="0">
                          <a:ln>
                            <a:noFill/>
                          </a:ln>
                          <a:solidFill>
                            <a:schemeClr val="accent1"/>
                          </a:solidFill>
                          <a:effectLst/>
                          <a:latin typeface="黑体" pitchFamily="49" charset="-122"/>
                          <a:ea typeface="黑体" pitchFamily="49" charset="-122"/>
                          <a:sym typeface="Calibri" pitchFamily="34" charset="0"/>
                        </a:rPr>
                        <a:t>诚实品质/忠诚</a:t>
                      </a:r>
                      <a:endParaRPr kumimoji="0" lang="zh-CN" altLang="en-US" sz="2200" b="0" i="0" u="none" strike="noStrike" cap="none" normalizeH="0" baseline="0" dirty="0" smtClean="0">
                        <a:ln>
                          <a:noFill/>
                        </a:ln>
                        <a:solidFill>
                          <a:schemeClr val="accent1"/>
                        </a:solidFill>
                        <a:effectLst/>
                        <a:latin typeface="黑体" pitchFamily="49" charset="-122"/>
                        <a:ea typeface="黑体" pitchFamily="49" charset="-122"/>
                        <a:sym typeface="Calibri" pitchFamily="34" charset="0"/>
                      </a:endParaRPr>
                    </a:p>
                  </a:txBody>
                  <a:tcPr marL="138617" marR="138617" marT="72809" marB="72809" anchor="ctr" horzOverflow="overflow">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a:noFill/>
                    </a:lnTlToBr>
                    <a:lnBlToTr>
                      <a:noFill/>
                    </a:lnBlToTr>
                    <a:noFill/>
                  </a:tcPr>
                </a:tc>
              </a:tr>
              <a:tr h="596075">
                <a:tc>
                  <a:txBody>
                    <a:bodyPr/>
                    <a:lstStyle/>
                    <a:p>
                      <a:pPr marL="342900" marR="0" lvl="0" indent="114300" algn="l" defTabSz="914400" rtl="0" eaLnBrk="0" fontAlgn="base" latinLnBrk="0" hangingPunct="0">
                        <a:lnSpc>
                          <a:spcPct val="130000"/>
                        </a:lnSpc>
                        <a:spcBef>
                          <a:spcPct val="0"/>
                        </a:spcBef>
                        <a:spcAft>
                          <a:spcPct val="0"/>
                        </a:spcAft>
                        <a:buClrTx/>
                        <a:buSzTx/>
                        <a:buFont typeface="Arial" charset="0"/>
                        <a:buNone/>
                      </a:pPr>
                      <a:r>
                        <a:rPr kumimoji="0" lang="zh-CN" sz="2200" b="0" i="0" u="none" strike="noStrike" cap="none" normalizeH="0" baseline="0" smtClean="0">
                          <a:ln>
                            <a:noFill/>
                          </a:ln>
                          <a:solidFill>
                            <a:schemeClr val="accent1"/>
                          </a:solidFill>
                          <a:effectLst/>
                          <a:latin typeface="微软雅黑" pitchFamily="34" charset="-122"/>
                          <a:ea typeface="黑体" pitchFamily="49" charset="-122"/>
                          <a:sym typeface="Calibri" pitchFamily="34" charset="0"/>
                        </a:rPr>
                        <a:t>成年早期</a:t>
                      </a:r>
                      <a:endParaRPr kumimoji="0" lang="zh-CN" sz="2200" b="0" i="0" u="none" strike="noStrike" cap="none" normalizeH="0" baseline="0" smtClean="0">
                        <a:ln>
                          <a:noFill/>
                        </a:ln>
                        <a:solidFill>
                          <a:schemeClr val="accent1"/>
                        </a:solidFill>
                        <a:effectLst/>
                        <a:latin typeface="微软雅黑" pitchFamily="34" charset="-122"/>
                        <a:ea typeface="黑体" pitchFamily="49" charset="-122"/>
                        <a:sym typeface="Calibri" pitchFamily="34" charset="0"/>
                      </a:endParaRPr>
                    </a:p>
                  </a:txBody>
                  <a:tcPr marL="138617" marR="138617" marT="72809" marB="72809" anchor="ctr" horzOverflow="overflow">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a:noFill/>
                    </a:lnTlToBr>
                    <a:lnBlToTr>
                      <a:noFill/>
                    </a:lnBlToTr>
                    <a:noFill/>
                  </a:tcPr>
                </a:tc>
                <a:tc>
                  <a:txBody>
                    <a:bodyPr/>
                    <a:lstStyle/>
                    <a:p>
                      <a:pPr marL="342900" marR="0" lvl="0" indent="114300" algn="l" defTabSz="914400" rtl="0" eaLnBrk="0" fontAlgn="base" latinLnBrk="0" hangingPunct="0">
                        <a:lnSpc>
                          <a:spcPct val="130000"/>
                        </a:lnSpc>
                        <a:spcBef>
                          <a:spcPct val="0"/>
                        </a:spcBef>
                        <a:spcAft>
                          <a:spcPct val="0"/>
                        </a:spcAft>
                        <a:buClrTx/>
                        <a:buSzTx/>
                        <a:buFont typeface="Arial" charset="0"/>
                        <a:buNone/>
                      </a:pPr>
                      <a:r>
                        <a:rPr kumimoji="0" lang="zh-CN" sz="2200" b="0" i="0" u="none" strike="noStrike" cap="none" normalizeH="0" baseline="0" dirty="0" smtClean="0">
                          <a:ln>
                            <a:noFill/>
                          </a:ln>
                          <a:solidFill>
                            <a:schemeClr val="accent1"/>
                          </a:solidFill>
                          <a:effectLst/>
                          <a:latin typeface="微软雅黑" pitchFamily="34" charset="-122"/>
                          <a:ea typeface="黑体" pitchFamily="49" charset="-122"/>
                          <a:sym typeface="Calibri" pitchFamily="34" charset="0"/>
                        </a:rPr>
                        <a:t>获得亲密感，避免孤独感</a:t>
                      </a:r>
                      <a:endParaRPr kumimoji="0" lang="zh-CN" sz="2200" b="0" i="0" u="none" strike="noStrike" cap="none" normalizeH="0" baseline="0" dirty="0" smtClean="0">
                        <a:ln>
                          <a:noFill/>
                        </a:ln>
                        <a:solidFill>
                          <a:schemeClr val="accent1"/>
                        </a:solidFill>
                        <a:effectLst/>
                        <a:latin typeface="微软雅黑" pitchFamily="34" charset="-122"/>
                        <a:ea typeface="黑体" pitchFamily="49" charset="-122"/>
                        <a:sym typeface="Calibri" pitchFamily="34" charset="0"/>
                      </a:endParaRPr>
                    </a:p>
                  </a:txBody>
                  <a:tcPr marL="138617" marR="138617" marT="72809" marB="72809" anchor="ctr" horzOverflow="overflow">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a:noFill/>
                    </a:lnTlToBr>
                    <a:lnBlToTr>
                      <a:noFill/>
                    </a:lnBlToTr>
                    <a:noFill/>
                  </a:tcPr>
                </a:tc>
                <a:tc>
                  <a:txBody>
                    <a:bodyPr/>
                    <a:lstStyle/>
                    <a:p>
                      <a:pPr marL="342900" marR="0" lvl="0" indent="114300" algn="l" defTabSz="914400" rtl="0" eaLnBrk="0" fontAlgn="base" latinLnBrk="0" hangingPunct="0">
                        <a:lnSpc>
                          <a:spcPct val="130000"/>
                        </a:lnSpc>
                        <a:spcBef>
                          <a:spcPct val="0"/>
                        </a:spcBef>
                        <a:spcAft>
                          <a:spcPct val="0"/>
                        </a:spcAft>
                        <a:buClrTx/>
                        <a:buSzTx/>
                        <a:buFont typeface="Arial" charset="0"/>
                        <a:buNone/>
                      </a:pPr>
                      <a:r>
                        <a:rPr kumimoji="0" lang="zh-CN" sz="2200" b="0" i="0" u="none" strike="noStrike" cap="none" normalizeH="0" baseline="0" dirty="0" smtClean="0">
                          <a:ln>
                            <a:noFill/>
                          </a:ln>
                          <a:solidFill>
                            <a:schemeClr val="accent1"/>
                          </a:solidFill>
                          <a:effectLst/>
                          <a:latin typeface="微软雅黑" pitchFamily="34" charset="-122"/>
                          <a:ea typeface="黑体" pitchFamily="49" charset="-122"/>
                          <a:sym typeface="Calibri" pitchFamily="34" charset="0"/>
                        </a:rPr>
                        <a:t>爱的品质</a:t>
                      </a:r>
                      <a:endParaRPr kumimoji="0" lang="zh-CN" sz="2200" b="0" i="0" u="none" strike="noStrike" cap="none" normalizeH="0" baseline="0" dirty="0" smtClean="0">
                        <a:ln>
                          <a:noFill/>
                        </a:ln>
                        <a:solidFill>
                          <a:schemeClr val="accent1"/>
                        </a:solidFill>
                        <a:effectLst/>
                        <a:latin typeface="微软雅黑" pitchFamily="34" charset="-122"/>
                        <a:ea typeface="黑体" pitchFamily="49" charset="-122"/>
                        <a:sym typeface="Calibri" pitchFamily="34" charset="0"/>
                      </a:endParaRPr>
                    </a:p>
                  </a:txBody>
                  <a:tcPr marL="138617" marR="138617" marT="72809" marB="72809" anchor="ctr" horzOverflow="overflow">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a:noFill/>
                    </a:lnTlToBr>
                    <a:lnBlToTr>
                      <a:noFill/>
                    </a:lnBlToTr>
                    <a:noFill/>
                  </a:tcPr>
                </a:tc>
              </a:tr>
              <a:tr h="596075">
                <a:tc>
                  <a:txBody>
                    <a:bodyPr/>
                    <a:lstStyle/>
                    <a:p>
                      <a:pPr marL="342900" marR="0" lvl="0" indent="114300" algn="l" defTabSz="914400" rtl="0" eaLnBrk="0" fontAlgn="base" latinLnBrk="0" hangingPunct="0">
                        <a:lnSpc>
                          <a:spcPct val="130000"/>
                        </a:lnSpc>
                        <a:spcBef>
                          <a:spcPct val="0"/>
                        </a:spcBef>
                        <a:spcAft>
                          <a:spcPct val="0"/>
                        </a:spcAft>
                        <a:buClrTx/>
                        <a:buSzTx/>
                        <a:buFont typeface="Arial" charset="0"/>
                        <a:buNone/>
                      </a:pPr>
                      <a:r>
                        <a:rPr kumimoji="0" lang="zh-CN" sz="2200" b="0" i="0" u="none" strike="noStrike" cap="none" normalizeH="0" baseline="0" smtClean="0">
                          <a:ln>
                            <a:noFill/>
                          </a:ln>
                          <a:solidFill>
                            <a:schemeClr val="accent1"/>
                          </a:solidFill>
                          <a:effectLst/>
                          <a:latin typeface="微软雅黑" pitchFamily="34" charset="-122"/>
                          <a:ea typeface="黑体" pitchFamily="49" charset="-122"/>
                          <a:sym typeface="Calibri" pitchFamily="34" charset="0"/>
                        </a:rPr>
                        <a:t>成年中期</a:t>
                      </a:r>
                      <a:endParaRPr kumimoji="0" lang="zh-CN" sz="2200" b="0" i="0" u="none" strike="noStrike" cap="none" normalizeH="0" baseline="0" smtClean="0">
                        <a:ln>
                          <a:noFill/>
                        </a:ln>
                        <a:solidFill>
                          <a:schemeClr val="accent1"/>
                        </a:solidFill>
                        <a:effectLst/>
                        <a:latin typeface="微软雅黑" pitchFamily="34" charset="-122"/>
                        <a:ea typeface="黑体" pitchFamily="49" charset="-122"/>
                        <a:sym typeface="Calibri" pitchFamily="34" charset="0"/>
                      </a:endParaRPr>
                    </a:p>
                  </a:txBody>
                  <a:tcPr marL="138617" marR="138617" marT="72809" marB="72809" anchor="ctr" horzOverflow="overflow">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a:noFill/>
                    </a:lnTlToBr>
                    <a:lnBlToTr>
                      <a:noFill/>
                    </a:lnBlToTr>
                    <a:noFill/>
                  </a:tcPr>
                </a:tc>
                <a:tc>
                  <a:txBody>
                    <a:bodyPr/>
                    <a:lstStyle/>
                    <a:p>
                      <a:pPr marL="342900" marR="0" lvl="0" indent="114300" algn="l" defTabSz="914400" rtl="0" eaLnBrk="0" fontAlgn="base" latinLnBrk="0" hangingPunct="0">
                        <a:lnSpc>
                          <a:spcPct val="130000"/>
                        </a:lnSpc>
                        <a:spcBef>
                          <a:spcPct val="0"/>
                        </a:spcBef>
                        <a:spcAft>
                          <a:spcPct val="0"/>
                        </a:spcAft>
                        <a:buClrTx/>
                        <a:buSzTx/>
                        <a:buFont typeface="Arial" charset="0"/>
                        <a:buNone/>
                      </a:pPr>
                      <a:r>
                        <a:rPr kumimoji="0" lang="zh-CN" sz="2200" b="0" i="0" u="none" strike="noStrike" cap="none" normalizeH="0" baseline="0" dirty="0" smtClean="0">
                          <a:ln>
                            <a:noFill/>
                          </a:ln>
                          <a:solidFill>
                            <a:schemeClr val="accent1"/>
                          </a:solidFill>
                          <a:effectLst/>
                          <a:latin typeface="微软雅黑" pitchFamily="34" charset="-122"/>
                          <a:ea typeface="黑体" pitchFamily="49" charset="-122"/>
                          <a:sym typeface="Calibri" pitchFamily="34" charset="0"/>
                        </a:rPr>
                        <a:t>获得繁衍感，避免停滞感</a:t>
                      </a:r>
                      <a:endParaRPr kumimoji="0" lang="zh-CN" sz="2200" b="0" i="0" u="none" strike="noStrike" cap="none" normalizeH="0" baseline="0" dirty="0" smtClean="0">
                        <a:ln>
                          <a:noFill/>
                        </a:ln>
                        <a:solidFill>
                          <a:schemeClr val="accent1"/>
                        </a:solidFill>
                        <a:effectLst/>
                        <a:latin typeface="微软雅黑" pitchFamily="34" charset="-122"/>
                        <a:ea typeface="黑体" pitchFamily="49" charset="-122"/>
                        <a:sym typeface="Calibri" pitchFamily="34" charset="0"/>
                      </a:endParaRPr>
                    </a:p>
                  </a:txBody>
                  <a:tcPr marL="138617" marR="138617" marT="72809" marB="72809" anchor="ctr" horzOverflow="overflow">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a:noFill/>
                    </a:lnTlToBr>
                    <a:lnBlToTr>
                      <a:noFill/>
                    </a:lnBlToTr>
                    <a:noFill/>
                  </a:tcPr>
                </a:tc>
                <a:tc>
                  <a:txBody>
                    <a:bodyPr/>
                    <a:lstStyle/>
                    <a:p>
                      <a:pPr marL="342900" marR="0" lvl="0" indent="114300" algn="l" defTabSz="914400" rtl="0" eaLnBrk="0" fontAlgn="base" latinLnBrk="0" hangingPunct="0">
                        <a:lnSpc>
                          <a:spcPct val="130000"/>
                        </a:lnSpc>
                        <a:spcBef>
                          <a:spcPct val="0"/>
                        </a:spcBef>
                        <a:spcAft>
                          <a:spcPct val="0"/>
                        </a:spcAft>
                        <a:buClrTx/>
                        <a:buSzTx/>
                        <a:buFont typeface="Arial" charset="0"/>
                        <a:buNone/>
                      </a:pPr>
                      <a:r>
                        <a:rPr kumimoji="0" lang="zh-CN" sz="2200" b="0" i="0" u="none" strike="noStrike" cap="none" normalizeH="0" baseline="0" dirty="0" smtClean="0">
                          <a:ln>
                            <a:noFill/>
                          </a:ln>
                          <a:solidFill>
                            <a:schemeClr val="accent1"/>
                          </a:solidFill>
                          <a:effectLst/>
                          <a:latin typeface="微软雅黑" pitchFamily="34" charset="-122"/>
                          <a:ea typeface="黑体" pitchFamily="49" charset="-122"/>
                          <a:sym typeface="Calibri" pitchFamily="34" charset="0"/>
                        </a:rPr>
                        <a:t>关心品质</a:t>
                      </a:r>
                      <a:endParaRPr kumimoji="0" lang="zh-CN" sz="2200" b="0" i="0" u="none" strike="noStrike" cap="none" normalizeH="0" baseline="0" dirty="0" smtClean="0">
                        <a:ln>
                          <a:noFill/>
                        </a:ln>
                        <a:solidFill>
                          <a:schemeClr val="accent1"/>
                        </a:solidFill>
                        <a:effectLst/>
                        <a:latin typeface="微软雅黑" pitchFamily="34" charset="-122"/>
                        <a:ea typeface="黑体" pitchFamily="49" charset="-122"/>
                        <a:sym typeface="Calibri" pitchFamily="34" charset="0"/>
                      </a:endParaRPr>
                    </a:p>
                  </a:txBody>
                  <a:tcPr marL="138617" marR="138617" marT="72809" marB="72809" anchor="ctr" horzOverflow="overflow">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a:noFill/>
                    </a:lnTlToBr>
                    <a:lnBlToTr>
                      <a:noFill/>
                    </a:lnBlToTr>
                    <a:noFill/>
                  </a:tcPr>
                </a:tc>
              </a:tr>
              <a:tr h="596075">
                <a:tc>
                  <a:txBody>
                    <a:bodyPr/>
                    <a:lstStyle/>
                    <a:p>
                      <a:pPr marL="342900" marR="0" lvl="0" indent="114300" algn="l" defTabSz="914400" rtl="0" eaLnBrk="0" fontAlgn="base" latinLnBrk="0" hangingPunct="0">
                        <a:lnSpc>
                          <a:spcPct val="130000"/>
                        </a:lnSpc>
                        <a:spcBef>
                          <a:spcPct val="0"/>
                        </a:spcBef>
                        <a:spcAft>
                          <a:spcPct val="0"/>
                        </a:spcAft>
                        <a:buClrTx/>
                        <a:buSzTx/>
                        <a:buFont typeface="Arial" charset="0"/>
                        <a:buNone/>
                      </a:pPr>
                      <a:r>
                        <a:rPr kumimoji="0" lang="zh-CN" sz="2200" b="0" i="0" u="none" strike="noStrike" cap="none" normalizeH="0" baseline="0" smtClean="0">
                          <a:ln>
                            <a:noFill/>
                          </a:ln>
                          <a:solidFill>
                            <a:schemeClr val="accent1"/>
                          </a:solidFill>
                          <a:effectLst/>
                          <a:latin typeface="微软雅黑" pitchFamily="34" charset="-122"/>
                          <a:ea typeface="黑体" pitchFamily="49" charset="-122"/>
                          <a:sym typeface="Calibri" pitchFamily="34" charset="0"/>
                        </a:rPr>
                        <a:t>成年后期</a:t>
                      </a:r>
                      <a:endParaRPr kumimoji="0" lang="zh-CN" sz="2200" b="0" i="0" u="none" strike="noStrike" cap="none" normalizeH="0" baseline="0" smtClean="0">
                        <a:ln>
                          <a:noFill/>
                        </a:ln>
                        <a:solidFill>
                          <a:schemeClr val="accent1"/>
                        </a:solidFill>
                        <a:effectLst/>
                        <a:latin typeface="微软雅黑" pitchFamily="34" charset="-122"/>
                        <a:ea typeface="黑体" pitchFamily="49" charset="-122"/>
                        <a:sym typeface="Calibri" pitchFamily="34" charset="0"/>
                      </a:endParaRPr>
                    </a:p>
                  </a:txBody>
                  <a:tcPr marL="138617" marR="138617" marT="72809" marB="72809" anchor="ctr" horzOverflow="overflow">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a:noFill/>
                    </a:lnTlToBr>
                    <a:lnBlToTr>
                      <a:noFill/>
                    </a:lnBlToTr>
                    <a:noFill/>
                  </a:tcPr>
                </a:tc>
                <a:tc>
                  <a:txBody>
                    <a:bodyPr/>
                    <a:lstStyle/>
                    <a:p>
                      <a:pPr marL="342900" marR="0" lvl="0" indent="114300" algn="l" defTabSz="914400" rtl="0" eaLnBrk="0" fontAlgn="base" latinLnBrk="0" hangingPunct="0">
                        <a:lnSpc>
                          <a:spcPct val="130000"/>
                        </a:lnSpc>
                        <a:spcBef>
                          <a:spcPct val="0"/>
                        </a:spcBef>
                        <a:spcAft>
                          <a:spcPct val="0"/>
                        </a:spcAft>
                        <a:buClrTx/>
                        <a:buSzTx/>
                        <a:buFont typeface="Arial" charset="0"/>
                        <a:buNone/>
                      </a:pPr>
                      <a:r>
                        <a:rPr kumimoji="0" lang="zh-CN" sz="2200" b="0" i="0" u="none" strike="noStrike" cap="none" normalizeH="0" baseline="0" dirty="0" smtClean="0">
                          <a:ln>
                            <a:noFill/>
                          </a:ln>
                          <a:solidFill>
                            <a:schemeClr val="accent1"/>
                          </a:solidFill>
                          <a:effectLst/>
                          <a:latin typeface="微软雅黑" pitchFamily="34" charset="-122"/>
                          <a:ea typeface="黑体" pitchFamily="49" charset="-122"/>
                          <a:sym typeface="Calibri" pitchFamily="34" charset="0"/>
                        </a:rPr>
                        <a:t>获得完善感，避免失望或厌恶感</a:t>
                      </a:r>
                      <a:endParaRPr kumimoji="0" lang="zh-CN" sz="2200" b="0" i="0" u="none" strike="noStrike" cap="none" normalizeH="0" baseline="0" dirty="0" smtClean="0">
                        <a:ln>
                          <a:noFill/>
                        </a:ln>
                        <a:solidFill>
                          <a:schemeClr val="accent1"/>
                        </a:solidFill>
                        <a:effectLst/>
                        <a:latin typeface="微软雅黑" pitchFamily="34" charset="-122"/>
                        <a:ea typeface="黑体" pitchFamily="49" charset="-122"/>
                        <a:sym typeface="Calibri" pitchFamily="34" charset="0"/>
                      </a:endParaRPr>
                    </a:p>
                  </a:txBody>
                  <a:tcPr marL="138617" marR="138617" marT="72809" marB="72809" anchor="ctr" horzOverflow="overflow">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a:noFill/>
                    </a:lnTlToBr>
                    <a:lnBlToTr>
                      <a:noFill/>
                    </a:lnBlToTr>
                    <a:noFill/>
                  </a:tcPr>
                </a:tc>
                <a:tc>
                  <a:txBody>
                    <a:bodyPr/>
                    <a:lstStyle/>
                    <a:p>
                      <a:pPr marL="342900" marR="0" lvl="0" indent="114300" algn="l" defTabSz="914400" rtl="0" eaLnBrk="0" fontAlgn="base" latinLnBrk="0" hangingPunct="0">
                        <a:lnSpc>
                          <a:spcPct val="130000"/>
                        </a:lnSpc>
                        <a:spcBef>
                          <a:spcPct val="0"/>
                        </a:spcBef>
                        <a:spcAft>
                          <a:spcPct val="0"/>
                        </a:spcAft>
                        <a:buClrTx/>
                        <a:buSzTx/>
                        <a:buFont typeface="Arial" charset="0"/>
                        <a:buNone/>
                      </a:pPr>
                      <a:r>
                        <a:rPr kumimoji="0" lang="zh-CN" sz="2200" b="0" i="0" u="none" strike="noStrike" cap="none" normalizeH="0" baseline="0" dirty="0" smtClean="0">
                          <a:ln>
                            <a:noFill/>
                          </a:ln>
                          <a:solidFill>
                            <a:schemeClr val="accent1"/>
                          </a:solidFill>
                          <a:effectLst/>
                          <a:latin typeface="微软雅黑" pitchFamily="34" charset="-122"/>
                          <a:ea typeface="黑体" pitchFamily="49" charset="-122"/>
                          <a:sym typeface="Calibri" pitchFamily="34" charset="0"/>
                        </a:rPr>
                        <a:t>智慧、贤明品质</a:t>
                      </a:r>
                      <a:endParaRPr kumimoji="0" lang="zh-CN" sz="2200" b="0" i="0" u="none" strike="noStrike" cap="none" normalizeH="0" baseline="0" dirty="0" smtClean="0">
                        <a:ln>
                          <a:noFill/>
                        </a:ln>
                        <a:solidFill>
                          <a:schemeClr val="accent1"/>
                        </a:solidFill>
                        <a:effectLst/>
                        <a:latin typeface="微软雅黑" pitchFamily="34" charset="-122"/>
                        <a:ea typeface="黑体" pitchFamily="49" charset="-122"/>
                        <a:sym typeface="Calibri" pitchFamily="34" charset="0"/>
                      </a:endParaRPr>
                    </a:p>
                  </a:txBody>
                  <a:tcPr marL="138617" marR="138617" marT="72809" marB="72809" anchor="ctr" horzOverflow="overflow">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a:noFill/>
                    </a:lnTlToBr>
                    <a:lnBlToTr>
                      <a:noFill/>
                    </a:lnBlToTr>
                    <a:noFill/>
                  </a:tcPr>
                </a:tc>
              </a:tr>
            </a:tbl>
          </a:graphicData>
        </a:graphic>
      </p:graphicFrame>
      <p:sp>
        <p:nvSpPr>
          <p:cNvPr id="4" name="TextBox 3"/>
          <p:cNvSpPr txBox="1"/>
          <p:nvPr/>
        </p:nvSpPr>
        <p:spPr>
          <a:xfrm>
            <a:off x="1585913" y="314325"/>
            <a:ext cx="3500438" cy="769938"/>
          </a:xfrm>
          <a:prstGeom prst="rect">
            <a:avLst/>
          </a:prstGeom>
          <a:noFill/>
        </p:spPr>
        <p:txBody>
          <a:bodyPr wrap="square" rtlCol="0">
            <a:spAutoFit/>
          </a:bodyPr>
          <a:lstStyle/>
          <a:p>
            <a:pPr marL="0" marR="0" lvl="0" indent="0" algn="l" defTabSz="1130300" rtl="0" eaLnBrk="1" fontAlgn="base" latinLnBrk="0" hangingPunct="1">
              <a:lnSpc>
                <a:spcPct val="100000"/>
              </a:lnSpc>
              <a:spcBef>
                <a:spcPct val="0"/>
              </a:spcBef>
              <a:spcAft>
                <a:spcPct val="0"/>
              </a:spcAft>
              <a:buClrTx/>
              <a:buSzTx/>
              <a:buFont typeface="Arial" charset="0"/>
              <a:buNone/>
              <a:defRPr/>
            </a:pPr>
            <a:r>
              <a:rPr kumimoji="0" lang="zh-CN" altLang="en-US" sz="2200" b="0" i="0" u="none" strike="noStrike" kern="1200" cap="none" spc="0" normalizeH="0" baseline="0" noProof="0" dirty="0" smtClean="0">
                <a:ln>
                  <a:noFill/>
                </a:ln>
                <a:solidFill>
                  <a:schemeClr val="accent1"/>
                </a:solidFill>
                <a:effectLst/>
                <a:uLnTx/>
                <a:uFillTx/>
                <a:latin typeface="+mn-ea"/>
                <a:ea typeface="+mn-ea"/>
                <a:cs typeface="+mn-cs"/>
                <a:sym typeface="Wingdings" charset="2"/>
              </a:rPr>
              <a:t>八个阶段：</a:t>
            </a:r>
            <a:endParaRPr kumimoji="0" lang="en-US" altLang="zh-CN" sz="2200" b="0" i="0" u="none" strike="noStrike" kern="1200" cap="none" spc="0" normalizeH="0" baseline="0" noProof="0" dirty="0" smtClean="0">
              <a:ln>
                <a:noFill/>
              </a:ln>
              <a:solidFill>
                <a:schemeClr val="accent1"/>
              </a:solidFill>
              <a:effectLst/>
              <a:uLnTx/>
              <a:uFillTx/>
              <a:latin typeface="+mn-ea"/>
              <a:ea typeface="+mn-ea"/>
              <a:cs typeface="+mn-cs"/>
              <a:sym typeface="Wingdings" charset="2"/>
            </a:endParaRPr>
          </a:p>
          <a:p>
            <a:pPr marL="0" marR="0" lvl="0" indent="0" algn="l" defTabSz="1130300" rtl="0" eaLnBrk="1" fontAlgn="base" latinLnBrk="0" hangingPunct="1">
              <a:lnSpc>
                <a:spcPct val="100000"/>
              </a:lnSpc>
              <a:spcBef>
                <a:spcPct val="0"/>
              </a:spcBef>
              <a:spcAft>
                <a:spcPct val="0"/>
              </a:spcAft>
              <a:buClrTx/>
              <a:buSzTx/>
              <a:buFont typeface="Arial" charset="0"/>
              <a:buNone/>
              <a:defRPr/>
            </a:pPr>
            <a:endParaRPr kumimoji="0" lang="zh-CN" altLang="en-US" sz="2200" b="0" i="0" u="none" strike="noStrike" kern="1200" cap="none" spc="0" normalizeH="0" baseline="0" noProof="0" dirty="0" smtClean="0">
              <a:ln>
                <a:noFill/>
              </a:ln>
              <a:solidFill>
                <a:schemeClr val="accent1"/>
              </a:solidFill>
              <a:effectLst/>
              <a:uLnTx/>
              <a:uFillTx/>
              <a:latin typeface="+mn-ea"/>
              <a:ea typeface="+mn-ea"/>
              <a:cs typeface="+mn-cs"/>
            </a:endParaRP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9154" name="Group 2"/>
          <p:cNvGraphicFramePr>
            <a:graphicFrameLocks noGrp="1"/>
          </p:cNvGraphicFramePr>
          <p:nvPr>
            <p:ph idx="1"/>
          </p:nvPr>
        </p:nvGraphicFramePr>
        <p:xfrm>
          <a:off x="790575" y="1100138"/>
          <a:ext cx="10153650" cy="1373188"/>
        </p:xfrm>
        <a:graphic>
          <a:graphicData uri="http://schemas.openxmlformats.org/drawingml/2006/table">
            <a:tbl>
              <a:tblPr/>
              <a:tblGrid>
                <a:gridCol w="2581254"/>
                <a:gridCol w="3643338"/>
                <a:gridCol w="2143140"/>
                <a:gridCol w="1785918"/>
              </a:tblGrid>
              <a:tr h="719138">
                <a:tc>
                  <a:txBody>
                    <a:bodyPr/>
                    <a:lstStyle/>
                    <a:p>
                      <a:pPr marL="0" marR="0" lvl="0" indent="0" algn="ctr" defTabSz="914400" rtl="0" eaLnBrk="1" fontAlgn="base" latinLnBrk="0" hangingPunct="1">
                        <a:lnSpc>
                          <a:spcPct val="100000"/>
                        </a:lnSpc>
                        <a:spcBef>
                          <a:spcPct val="20000"/>
                        </a:spcBef>
                        <a:spcAft>
                          <a:spcPct val="0"/>
                        </a:spcAft>
                        <a:buClrTx/>
                        <a:buSzTx/>
                        <a:buFont typeface="Arial" charset="0"/>
                        <a:buNone/>
                      </a:pPr>
                      <a:r>
                        <a:rPr kumimoji="0" lang="en-US" sz="2200" b="0" i="0" u="none" strike="noStrike" cap="none" normalizeH="0" baseline="0" dirty="0" err="1" smtClean="0">
                          <a:ln>
                            <a:noFill/>
                          </a:ln>
                          <a:solidFill>
                            <a:srgbClr val="FFFF00"/>
                          </a:solidFill>
                          <a:effectLst/>
                          <a:latin typeface="黑体" pitchFamily="49" charset="-122"/>
                          <a:ea typeface="黑体" pitchFamily="49" charset="-122"/>
                        </a:rPr>
                        <a:t>阶段</a:t>
                      </a:r>
                      <a:endParaRPr kumimoji="0" lang="zh-CN" altLang="en-US" sz="2200" b="0" i="0" u="none" strike="noStrike" cap="none" normalizeH="0" baseline="0" dirty="0" smtClean="0">
                        <a:ln>
                          <a:noFill/>
                        </a:ln>
                        <a:solidFill>
                          <a:srgbClr val="FFFF00"/>
                        </a:solidFill>
                        <a:effectLst/>
                        <a:latin typeface="黑体" pitchFamily="49" charset="-122"/>
                        <a:ea typeface="黑体" pitchFamily="49" charset="-122"/>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558ED5"/>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charset="0"/>
                        <a:buNone/>
                      </a:pPr>
                      <a:r>
                        <a:rPr kumimoji="0" lang="zh-CN" altLang="en-US" sz="2200" b="0" i="0" u="none" strike="noStrike" cap="none" normalizeH="0" baseline="0" dirty="0" smtClean="0">
                          <a:ln>
                            <a:noFill/>
                          </a:ln>
                          <a:solidFill>
                            <a:srgbClr val="FFFF00"/>
                          </a:solidFill>
                          <a:effectLst/>
                          <a:latin typeface="黑体" pitchFamily="49" charset="-122"/>
                          <a:ea typeface="黑体" pitchFamily="49" charset="-122"/>
                        </a:rPr>
                        <a:t>发展任务</a:t>
                      </a:r>
                      <a:endParaRPr kumimoji="0" lang="zh-CN" altLang="en-US" sz="2200" b="0" i="0" u="none" strike="noStrike" cap="none" normalizeH="0" baseline="0" dirty="0" smtClean="0">
                        <a:ln>
                          <a:noFill/>
                        </a:ln>
                        <a:solidFill>
                          <a:srgbClr val="FFFF00"/>
                        </a:solidFill>
                        <a:effectLst/>
                        <a:latin typeface="黑体" pitchFamily="49" charset="-122"/>
                        <a:ea typeface="黑体" pitchFamily="49" charset="-122"/>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558ED5"/>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charset="0"/>
                        <a:buNone/>
                      </a:pPr>
                      <a:r>
                        <a:rPr kumimoji="0" lang="en-US" sz="2200" b="0" i="0" u="none" strike="noStrike" cap="none" normalizeH="0" baseline="0" dirty="0" err="1" smtClean="0">
                          <a:ln>
                            <a:noFill/>
                          </a:ln>
                          <a:solidFill>
                            <a:srgbClr val="FFFF00"/>
                          </a:solidFill>
                          <a:effectLst/>
                          <a:latin typeface="黑体" pitchFamily="49" charset="-122"/>
                          <a:ea typeface="黑体" pitchFamily="49" charset="-122"/>
                        </a:rPr>
                        <a:t>积极解决危机</a:t>
                      </a:r>
                      <a:endParaRPr kumimoji="0" lang="zh-CN" altLang="en-US" sz="2200" b="0" i="0" u="none" strike="noStrike" cap="none" normalizeH="0" baseline="0" dirty="0" smtClean="0">
                        <a:ln>
                          <a:noFill/>
                        </a:ln>
                        <a:solidFill>
                          <a:srgbClr val="FFFF00"/>
                        </a:solidFill>
                        <a:effectLst/>
                        <a:latin typeface="黑体" pitchFamily="49" charset="-122"/>
                        <a:ea typeface="黑体" pitchFamily="49" charset="-122"/>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558ED5"/>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charset="0"/>
                        <a:buNone/>
                      </a:pPr>
                      <a:r>
                        <a:rPr kumimoji="0" lang="en-US" sz="2200" b="0" i="0" u="none" strike="noStrike" cap="none" normalizeH="0" baseline="0" smtClean="0">
                          <a:ln>
                            <a:noFill/>
                          </a:ln>
                          <a:solidFill>
                            <a:srgbClr val="FFFF00"/>
                          </a:solidFill>
                          <a:effectLst/>
                          <a:latin typeface="黑体" pitchFamily="49" charset="-122"/>
                          <a:ea typeface="黑体" pitchFamily="49" charset="-122"/>
                        </a:rPr>
                        <a:t>解决危机失败</a:t>
                      </a:r>
                      <a:endParaRPr kumimoji="0" lang="zh-CN" altLang="en-US" sz="2200" b="0" i="0" u="none" strike="noStrike" cap="none" normalizeH="0" baseline="0" smtClean="0">
                        <a:ln>
                          <a:noFill/>
                        </a:ln>
                        <a:solidFill>
                          <a:srgbClr val="FFFF00"/>
                        </a:solidFill>
                        <a:effectLst/>
                        <a:latin typeface="黑体" pitchFamily="49" charset="-122"/>
                        <a:ea typeface="黑体" pitchFamily="49" charset="-122"/>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558ED5"/>
                    </a:solidFill>
                  </a:tcPr>
                </a:tc>
              </a:tr>
              <a:tr h="654050">
                <a:tc>
                  <a:txBody>
                    <a:bodyPr/>
                    <a:lstStyle/>
                    <a:p>
                      <a:pPr marL="533400" marR="0" lvl="0" indent="-533400" algn="ctr" defTabSz="914400" rtl="0" eaLnBrk="1" fontAlgn="base" latinLnBrk="0" hangingPunct="1">
                        <a:lnSpc>
                          <a:spcPct val="100000"/>
                        </a:lnSpc>
                        <a:spcBef>
                          <a:spcPct val="20000"/>
                        </a:spcBef>
                        <a:spcAft>
                          <a:spcPct val="0"/>
                        </a:spcAft>
                        <a:buClrTx/>
                        <a:buSzTx/>
                        <a:buFont typeface="Wingdings" charset="2"/>
                        <a:buAutoNum type="arabicPeriod"/>
                      </a:pPr>
                      <a:r>
                        <a:rPr kumimoji="0" lang="en-US" sz="2200" b="0" i="0" u="none" strike="noStrike" cap="none" normalizeH="0" baseline="0" smtClean="0">
                          <a:ln>
                            <a:noFill/>
                          </a:ln>
                          <a:solidFill>
                            <a:schemeClr val="bg1"/>
                          </a:solidFill>
                          <a:effectLst/>
                          <a:latin typeface="黑体" pitchFamily="49" charset="-122"/>
                          <a:ea typeface="黑体" pitchFamily="49" charset="-122"/>
                        </a:rPr>
                        <a:t>婴儿前期</a:t>
                      </a:r>
                      <a:r>
                        <a:rPr kumimoji="0" lang="zh-CN" altLang="en-US" sz="2200" b="0" i="0" u="none" strike="noStrike" cap="none" normalizeH="0" baseline="0" smtClean="0">
                          <a:ln>
                            <a:noFill/>
                          </a:ln>
                          <a:solidFill>
                            <a:schemeClr val="bg1"/>
                          </a:solidFill>
                          <a:effectLst/>
                          <a:latin typeface="黑体" pitchFamily="49" charset="-122"/>
                          <a:ea typeface="黑体" pitchFamily="49" charset="-122"/>
                        </a:rPr>
                        <a:t>（</a:t>
                      </a:r>
                      <a:r>
                        <a:rPr kumimoji="0" lang="en-US" sz="2200" b="0" i="0" u="none" strike="noStrike" cap="none" normalizeH="0" baseline="0" smtClean="0">
                          <a:ln>
                            <a:noFill/>
                          </a:ln>
                          <a:solidFill>
                            <a:schemeClr val="bg1"/>
                          </a:solidFill>
                          <a:effectLst/>
                          <a:latin typeface="黑体" pitchFamily="49" charset="-122"/>
                          <a:ea typeface="黑体" pitchFamily="49" charset="-122"/>
                        </a:rPr>
                        <a:t>0-2</a:t>
                      </a:r>
                      <a:r>
                        <a:rPr kumimoji="0" lang="zh-CN" altLang="en-US" sz="2200" b="0" i="0" u="none" strike="noStrike" cap="none" normalizeH="0" baseline="0" smtClean="0">
                          <a:ln>
                            <a:noFill/>
                          </a:ln>
                          <a:solidFill>
                            <a:schemeClr val="bg1"/>
                          </a:solidFill>
                          <a:effectLst/>
                          <a:latin typeface="黑体" pitchFamily="49" charset="-122"/>
                          <a:ea typeface="黑体" pitchFamily="49" charset="-122"/>
                        </a:rPr>
                        <a:t>）</a:t>
                      </a:r>
                      <a:endParaRPr kumimoji="0" lang="zh-CN" altLang="en-US" sz="2200" b="0" i="0" u="none" strike="noStrike" cap="none" normalizeH="0" baseline="0" smtClean="0">
                        <a:ln>
                          <a:noFill/>
                        </a:ln>
                        <a:solidFill>
                          <a:schemeClr val="bg1"/>
                        </a:solidFill>
                        <a:effectLst/>
                        <a:latin typeface="黑体" pitchFamily="49" charset="-122"/>
                        <a:ea typeface="黑体" pitchFamily="49" charset="-122"/>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342900" marR="0" lvl="0" indent="114300" algn="l" defTabSz="914400" rtl="0" eaLnBrk="0" fontAlgn="base" latinLnBrk="0" hangingPunct="0">
                        <a:lnSpc>
                          <a:spcPct val="130000"/>
                        </a:lnSpc>
                        <a:spcBef>
                          <a:spcPct val="0"/>
                        </a:spcBef>
                        <a:spcAft>
                          <a:spcPct val="0"/>
                        </a:spcAft>
                        <a:buClrTx/>
                        <a:buSzTx/>
                        <a:buFont typeface="Arial" charset="0"/>
                        <a:buNone/>
                      </a:pPr>
                      <a:r>
                        <a:rPr kumimoji="0" lang="zh-CN" altLang="en-US" sz="2200" b="0" i="0" u="none" strike="noStrike" cap="none" normalizeH="0" baseline="0" dirty="0" smtClean="0">
                          <a:ln>
                            <a:noFill/>
                          </a:ln>
                          <a:solidFill>
                            <a:schemeClr val="accent1"/>
                          </a:solidFill>
                          <a:effectLst/>
                          <a:latin typeface="微软雅黑" pitchFamily="34" charset="-122"/>
                          <a:ea typeface="黑体" pitchFamily="49" charset="-122"/>
                          <a:sym typeface="Calibri" pitchFamily="34" charset="0"/>
                        </a:rPr>
                        <a:t>获得信任感，克服怀疑感</a:t>
                      </a:r>
                      <a:endParaRPr kumimoji="0" lang="zh-CN" altLang="en-US" sz="2200" b="0" i="0" u="none" strike="noStrike" cap="none" normalizeH="0" baseline="0" dirty="0" smtClean="0">
                        <a:ln>
                          <a:noFill/>
                        </a:ln>
                        <a:solidFill>
                          <a:schemeClr val="accent1"/>
                        </a:solidFill>
                        <a:effectLst/>
                        <a:latin typeface="微软雅黑" pitchFamily="34" charset="-122"/>
                        <a:ea typeface="黑体" pitchFamily="49" charset="-122"/>
                        <a:sym typeface="Calibri" pitchFamily="34"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charset="0"/>
                        <a:buNone/>
                      </a:pPr>
                      <a:r>
                        <a:rPr kumimoji="0" lang="en-US" sz="2200" b="0" i="0" u="none" strike="noStrike" cap="none" normalizeH="0" baseline="0" smtClean="0">
                          <a:ln>
                            <a:noFill/>
                          </a:ln>
                          <a:solidFill>
                            <a:schemeClr val="bg1"/>
                          </a:solidFill>
                          <a:effectLst/>
                          <a:latin typeface="黑体" pitchFamily="49" charset="-122"/>
                          <a:ea typeface="黑体" pitchFamily="49" charset="-122"/>
                        </a:rPr>
                        <a:t>希望</a:t>
                      </a:r>
                      <a:endParaRPr kumimoji="0" lang="zh-CN" altLang="en-US" sz="2200" b="0" i="0" u="none" strike="noStrike" cap="none" normalizeH="0" baseline="0" smtClean="0">
                        <a:ln>
                          <a:noFill/>
                        </a:ln>
                        <a:solidFill>
                          <a:schemeClr val="bg1"/>
                        </a:solidFill>
                        <a:effectLst/>
                        <a:latin typeface="黑体" pitchFamily="49" charset="-122"/>
                        <a:ea typeface="黑体" pitchFamily="49" charset="-122"/>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charset="0"/>
                        <a:buNone/>
                      </a:pPr>
                      <a:r>
                        <a:rPr kumimoji="0" lang="en-US" sz="2200" b="0" i="0" u="none" strike="noStrike" cap="none" normalizeH="0" baseline="0" dirty="0" err="1" smtClean="0">
                          <a:ln>
                            <a:noFill/>
                          </a:ln>
                          <a:solidFill>
                            <a:schemeClr val="bg1"/>
                          </a:solidFill>
                          <a:effectLst/>
                          <a:latin typeface="黑体" pitchFamily="49" charset="-122"/>
                          <a:ea typeface="黑体" pitchFamily="49" charset="-122"/>
                        </a:rPr>
                        <a:t>怀疑</a:t>
                      </a:r>
                      <a:endParaRPr kumimoji="0" lang="zh-CN" altLang="en-US" sz="2200" b="0" i="0" u="none" strike="noStrike" cap="none" normalizeH="0" baseline="0" dirty="0" smtClean="0">
                        <a:ln>
                          <a:noFill/>
                        </a:ln>
                        <a:solidFill>
                          <a:schemeClr val="bg1"/>
                        </a:solidFill>
                        <a:effectLst/>
                        <a:latin typeface="黑体" pitchFamily="49" charset="-122"/>
                        <a:ea typeface="黑体" pitchFamily="49" charset="-122"/>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bl>
          </a:graphicData>
        </a:graphic>
      </p:graphicFrame>
      <p:pic>
        <p:nvPicPr>
          <p:cNvPr id="55314" name="Picture 28" descr="婴儿的游泳反射"/>
          <p:cNvPicPr>
            <a:picLocks noChangeAspect="1"/>
          </p:cNvPicPr>
          <p:nvPr/>
        </p:nvPicPr>
        <p:blipFill>
          <a:blip r:embed="rId1"/>
          <a:stretch>
            <a:fillRect/>
          </a:stretch>
        </p:blipFill>
        <p:spPr>
          <a:xfrm>
            <a:off x="1231900" y="3405188"/>
            <a:ext cx="3024188" cy="1885950"/>
          </a:xfrm>
          <a:prstGeom prst="rect">
            <a:avLst/>
          </a:prstGeom>
          <a:noFill/>
          <a:ln w="9525">
            <a:noFill/>
          </a:ln>
        </p:spPr>
      </p:pic>
      <p:pic>
        <p:nvPicPr>
          <p:cNvPr id="55315" name="Picture 30" descr="062cj"/>
          <p:cNvPicPr>
            <a:picLocks noChangeAspect="1"/>
          </p:cNvPicPr>
          <p:nvPr/>
        </p:nvPicPr>
        <p:blipFill>
          <a:blip r:embed="rId2"/>
          <a:stretch>
            <a:fillRect/>
          </a:stretch>
        </p:blipFill>
        <p:spPr>
          <a:xfrm>
            <a:off x="4241800" y="3386138"/>
            <a:ext cx="2468563" cy="1890712"/>
          </a:xfrm>
          <a:prstGeom prst="rect">
            <a:avLst/>
          </a:prstGeom>
          <a:noFill/>
          <a:ln w="9525">
            <a:noFill/>
          </a:ln>
        </p:spPr>
      </p:pic>
      <p:pic>
        <p:nvPicPr>
          <p:cNvPr id="55316" name="Picture 31" descr="父爱1"/>
          <p:cNvPicPr>
            <a:picLocks noChangeAspect="1"/>
          </p:cNvPicPr>
          <p:nvPr/>
        </p:nvPicPr>
        <p:blipFill>
          <a:blip r:embed="rId3"/>
          <a:stretch>
            <a:fillRect/>
          </a:stretch>
        </p:blipFill>
        <p:spPr>
          <a:xfrm>
            <a:off x="8813800" y="3354388"/>
            <a:ext cx="1630363" cy="1889125"/>
          </a:xfrm>
          <a:prstGeom prst="rect">
            <a:avLst/>
          </a:prstGeom>
          <a:noFill/>
          <a:ln w="9525">
            <a:noFill/>
          </a:ln>
        </p:spPr>
      </p:pic>
      <p:pic>
        <p:nvPicPr>
          <p:cNvPr id="55317" name="Picture 32" descr="images"/>
          <p:cNvPicPr>
            <a:picLocks noChangeAspect="1"/>
          </p:cNvPicPr>
          <p:nvPr/>
        </p:nvPicPr>
        <p:blipFill>
          <a:blip r:embed="rId4"/>
          <a:stretch>
            <a:fillRect/>
          </a:stretch>
        </p:blipFill>
        <p:spPr>
          <a:xfrm>
            <a:off x="6670675" y="3405188"/>
            <a:ext cx="2122488" cy="1887537"/>
          </a:xfrm>
          <a:prstGeom prst="rect">
            <a:avLst/>
          </a:prstGeom>
          <a:noFill/>
          <a:ln w="9525">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51202" name="Group 2"/>
          <p:cNvGraphicFramePr>
            <a:graphicFrameLocks noGrp="1"/>
          </p:cNvGraphicFramePr>
          <p:nvPr>
            <p:ph idx="1"/>
          </p:nvPr>
        </p:nvGraphicFramePr>
        <p:xfrm>
          <a:off x="871538" y="885825"/>
          <a:ext cx="10585450" cy="1657350"/>
        </p:xfrm>
        <a:graphic>
          <a:graphicData uri="http://schemas.openxmlformats.org/drawingml/2006/table">
            <a:tbl>
              <a:tblPr/>
              <a:tblGrid>
                <a:gridCol w="2828906"/>
                <a:gridCol w="3143272"/>
                <a:gridCol w="2786082"/>
                <a:gridCol w="1827190"/>
              </a:tblGrid>
              <a:tr h="495358">
                <a:tc>
                  <a:txBody>
                    <a:bodyPr/>
                    <a:lstStyle/>
                    <a:p>
                      <a:pPr marL="0" marR="0" lvl="0" indent="0" algn="ctr" defTabSz="914400" rtl="0" eaLnBrk="1" fontAlgn="base" latinLnBrk="0" hangingPunct="1">
                        <a:lnSpc>
                          <a:spcPct val="100000"/>
                        </a:lnSpc>
                        <a:spcBef>
                          <a:spcPct val="20000"/>
                        </a:spcBef>
                        <a:spcAft>
                          <a:spcPct val="0"/>
                        </a:spcAft>
                        <a:buClrTx/>
                        <a:buSzTx/>
                        <a:buFont typeface="Arial" charset="0"/>
                        <a:buNone/>
                      </a:pPr>
                      <a:r>
                        <a:rPr kumimoji="0" lang="en-US" sz="2200" b="0" i="0" u="none" strike="noStrike" cap="none" normalizeH="0" baseline="0" dirty="0" err="1" smtClean="0">
                          <a:ln>
                            <a:noFill/>
                          </a:ln>
                          <a:solidFill>
                            <a:srgbClr val="FFFF00"/>
                          </a:solidFill>
                          <a:effectLst/>
                          <a:latin typeface="黑体" pitchFamily="49" charset="-122"/>
                          <a:ea typeface="黑体" pitchFamily="49" charset="-122"/>
                        </a:rPr>
                        <a:t>阶段</a:t>
                      </a:r>
                      <a:endParaRPr kumimoji="0" lang="zh-CN" altLang="en-US" sz="2200" b="0" i="0" u="none" strike="noStrike" cap="none" normalizeH="0" baseline="0" dirty="0" smtClean="0">
                        <a:ln>
                          <a:noFill/>
                        </a:ln>
                        <a:solidFill>
                          <a:srgbClr val="FFFF00"/>
                        </a:solidFill>
                        <a:effectLst/>
                        <a:latin typeface="黑体" pitchFamily="49" charset="-122"/>
                        <a:ea typeface="黑体" pitchFamily="49" charset="-122"/>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558ED5"/>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charset="0"/>
                        <a:buNone/>
                      </a:pPr>
                      <a:r>
                        <a:rPr kumimoji="0" lang="zh-CN" altLang="en-US" sz="2200" b="0" i="0" u="none" strike="noStrike" cap="none" normalizeH="0" baseline="0" dirty="0" smtClean="0">
                          <a:ln>
                            <a:noFill/>
                          </a:ln>
                          <a:solidFill>
                            <a:srgbClr val="FFFF00"/>
                          </a:solidFill>
                          <a:effectLst/>
                          <a:latin typeface="黑体" pitchFamily="49" charset="-122"/>
                          <a:ea typeface="黑体" pitchFamily="49" charset="-122"/>
                        </a:rPr>
                        <a:t>发展任务</a:t>
                      </a:r>
                      <a:endParaRPr kumimoji="0" lang="zh-CN" altLang="en-US" sz="2200" b="0" i="0" u="none" strike="noStrike" cap="none" normalizeH="0" baseline="0" dirty="0" smtClean="0">
                        <a:ln>
                          <a:noFill/>
                        </a:ln>
                        <a:solidFill>
                          <a:srgbClr val="FFFF00"/>
                        </a:solidFill>
                        <a:effectLst/>
                        <a:latin typeface="黑体" pitchFamily="49" charset="-122"/>
                        <a:ea typeface="黑体" pitchFamily="49" charset="-122"/>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558ED5"/>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charset="0"/>
                        <a:buNone/>
                      </a:pPr>
                      <a:r>
                        <a:rPr kumimoji="0" lang="en-US" sz="2200" b="0" i="0" u="none" strike="noStrike" cap="none" normalizeH="0" baseline="0" smtClean="0">
                          <a:ln>
                            <a:noFill/>
                          </a:ln>
                          <a:solidFill>
                            <a:srgbClr val="FFFF00"/>
                          </a:solidFill>
                          <a:effectLst/>
                          <a:latin typeface="黑体" pitchFamily="49" charset="-122"/>
                          <a:ea typeface="黑体" pitchFamily="49" charset="-122"/>
                        </a:rPr>
                        <a:t>积极解决危机</a:t>
                      </a:r>
                      <a:endParaRPr kumimoji="0" lang="zh-CN" altLang="en-US" sz="2200" b="0" i="0" u="none" strike="noStrike" cap="none" normalizeH="0" baseline="0" smtClean="0">
                        <a:ln>
                          <a:noFill/>
                        </a:ln>
                        <a:solidFill>
                          <a:srgbClr val="FFFF00"/>
                        </a:solidFill>
                        <a:effectLst/>
                        <a:latin typeface="黑体" pitchFamily="49" charset="-122"/>
                        <a:ea typeface="黑体" pitchFamily="49" charset="-122"/>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558ED5"/>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charset="0"/>
                        <a:buNone/>
                      </a:pPr>
                      <a:r>
                        <a:rPr kumimoji="0" lang="en-US" sz="2200" b="0" i="0" u="none" strike="noStrike" cap="none" normalizeH="0" baseline="0" smtClean="0">
                          <a:ln>
                            <a:noFill/>
                          </a:ln>
                          <a:solidFill>
                            <a:srgbClr val="FFFF00"/>
                          </a:solidFill>
                          <a:effectLst/>
                          <a:latin typeface="黑体" pitchFamily="49" charset="-122"/>
                          <a:ea typeface="黑体" pitchFamily="49" charset="-122"/>
                        </a:rPr>
                        <a:t>解决危机失败</a:t>
                      </a:r>
                      <a:endParaRPr kumimoji="0" lang="zh-CN" altLang="en-US" sz="2200" b="0" i="0" u="none" strike="noStrike" cap="none" normalizeH="0" baseline="0" smtClean="0">
                        <a:ln>
                          <a:noFill/>
                        </a:ln>
                        <a:solidFill>
                          <a:srgbClr val="FFFF00"/>
                        </a:solidFill>
                        <a:effectLst/>
                        <a:latin typeface="黑体" pitchFamily="49" charset="-122"/>
                        <a:ea typeface="黑体" pitchFamily="49" charset="-122"/>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558ED5"/>
                    </a:solidFill>
                  </a:tcPr>
                </a:tc>
              </a:tr>
              <a:tr h="1004822">
                <a:tc>
                  <a:txBody>
                    <a:bodyPr/>
                    <a:lstStyle/>
                    <a:p>
                      <a:pPr marL="0" marR="0" lvl="0" indent="0" algn="l" defTabSz="914400" rtl="0" eaLnBrk="1" fontAlgn="base" latinLnBrk="0" hangingPunct="1">
                        <a:lnSpc>
                          <a:spcPct val="100000"/>
                        </a:lnSpc>
                        <a:spcBef>
                          <a:spcPct val="20000"/>
                        </a:spcBef>
                        <a:spcAft>
                          <a:spcPct val="0"/>
                        </a:spcAft>
                        <a:buClrTx/>
                        <a:buSzTx/>
                        <a:buFont typeface="Arial" charset="0"/>
                        <a:buNone/>
                      </a:pPr>
                      <a:r>
                        <a:rPr kumimoji="0" lang="en-US" sz="2200" b="0" i="0" u="none" strike="noStrike" cap="none" normalizeH="0" baseline="0" dirty="0" smtClean="0">
                          <a:ln>
                            <a:noFill/>
                          </a:ln>
                          <a:solidFill>
                            <a:schemeClr val="bg1"/>
                          </a:solidFill>
                          <a:effectLst/>
                          <a:latin typeface="黑体" pitchFamily="49" charset="-122"/>
                          <a:ea typeface="黑体" pitchFamily="49" charset="-122"/>
                        </a:rPr>
                        <a:t> 2. </a:t>
                      </a:r>
                      <a:r>
                        <a:rPr kumimoji="0" lang="en-US" sz="2200" b="0" i="0" u="none" strike="noStrike" cap="none" normalizeH="0" baseline="0" dirty="0" err="1" smtClean="0">
                          <a:ln>
                            <a:noFill/>
                          </a:ln>
                          <a:solidFill>
                            <a:schemeClr val="bg1"/>
                          </a:solidFill>
                          <a:effectLst/>
                          <a:latin typeface="黑体" pitchFamily="49" charset="-122"/>
                          <a:ea typeface="黑体" pitchFamily="49" charset="-122"/>
                        </a:rPr>
                        <a:t>婴儿后期</a:t>
                      </a:r>
                      <a:r>
                        <a:rPr kumimoji="0" lang="zh-CN" altLang="en-US" sz="2200" b="0" i="0" u="none" strike="noStrike" cap="none" normalizeH="0" baseline="0" dirty="0" smtClean="0">
                          <a:ln>
                            <a:noFill/>
                          </a:ln>
                          <a:solidFill>
                            <a:schemeClr val="bg1"/>
                          </a:solidFill>
                          <a:effectLst/>
                          <a:latin typeface="黑体" pitchFamily="49" charset="-122"/>
                          <a:ea typeface="黑体" pitchFamily="49" charset="-122"/>
                        </a:rPr>
                        <a:t>（</a:t>
                      </a:r>
                      <a:r>
                        <a:rPr kumimoji="0" lang="en-US" sz="2200" b="0" i="0" u="none" strike="noStrike" cap="none" normalizeH="0" baseline="0" dirty="0" smtClean="0">
                          <a:ln>
                            <a:noFill/>
                          </a:ln>
                          <a:solidFill>
                            <a:schemeClr val="bg1"/>
                          </a:solidFill>
                          <a:effectLst/>
                          <a:latin typeface="黑体" pitchFamily="49" charset="-122"/>
                          <a:ea typeface="黑体" pitchFamily="49" charset="-122"/>
                        </a:rPr>
                        <a:t>2-4</a:t>
                      </a:r>
                      <a:r>
                        <a:rPr kumimoji="0" lang="zh-CN" altLang="en-US" sz="2200" b="0" i="0" u="none" strike="noStrike" cap="none" normalizeH="0" baseline="0" dirty="0" smtClean="0">
                          <a:ln>
                            <a:noFill/>
                          </a:ln>
                          <a:solidFill>
                            <a:schemeClr val="bg1"/>
                          </a:solidFill>
                          <a:effectLst/>
                          <a:latin typeface="黑体" pitchFamily="49" charset="-122"/>
                          <a:ea typeface="黑体" pitchFamily="49" charset="-122"/>
                        </a:rPr>
                        <a:t>）</a:t>
                      </a:r>
                      <a:endParaRPr kumimoji="0" lang="zh-CN" altLang="en-US" sz="2200" b="0" i="0" u="none" strike="noStrike" cap="none" normalizeH="0" baseline="0" dirty="0" smtClean="0">
                        <a:ln>
                          <a:noFill/>
                        </a:ln>
                        <a:solidFill>
                          <a:schemeClr val="bg1"/>
                        </a:solidFill>
                        <a:effectLst/>
                        <a:latin typeface="黑体" pitchFamily="49" charset="-122"/>
                        <a:ea typeface="黑体" pitchFamily="49" charset="-122"/>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 typeface="Arial" charset="0"/>
                        <a:buNone/>
                        <a:defRPr/>
                      </a:pPr>
                      <a:endParaRPr kumimoji="0" lang="en-US" altLang="zh-CN" sz="2200" b="0" i="0" u="none" strike="noStrike" cap="none" normalizeH="0" baseline="0" dirty="0" smtClean="0">
                        <a:ln>
                          <a:noFill/>
                        </a:ln>
                        <a:solidFill>
                          <a:schemeClr val="accent1"/>
                        </a:solidFill>
                        <a:effectLst/>
                        <a:latin typeface="微软雅黑" pitchFamily="34" charset="-122"/>
                        <a:ea typeface="黑体" pitchFamily="49" charset="-122"/>
                        <a:sym typeface="Calibri" pitchFamily="34" charset="0"/>
                      </a:endParaRPr>
                    </a:p>
                    <a:p>
                      <a:pPr marL="0" marR="0" lvl="0" indent="0" algn="l" defTabSz="914400" rtl="0" eaLnBrk="1" fontAlgn="base" latinLnBrk="0" hangingPunct="1">
                        <a:lnSpc>
                          <a:spcPct val="100000"/>
                        </a:lnSpc>
                        <a:spcBef>
                          <a:spcPct val="20000"/>
                        </a:spcBef>
                        <a:spcAft>
                          <a:spcPct val="0"/>
                        </a:spcAft>
                        <a:buClrTx/>
                        <a:buSzTx/>
                        <a:buFont typeface="Arial" charset="0"/>
                        <a:buNone/>
                        <a:defRPr/>
                      </a:pPr>
                      <a:r>
                        <a:rPr kumimoji="0" lang="zh-CN" altLang="en-US" sz="2200" b="0" i="0" u="none" strike="noStrike" cap="none" normalizeH="0" baseline="0" dirty="0" smtClean="0">
                          <a:ln>
                            <a:noFill/>
                          </a:ln>
                          <a:solidFill>
                            <a:schemeClr val="accent1"/>
                          </a:solidFill>
                          <a:effectLst/>
                          <a:latin typeface="微软雅黑" pitchFamily="34" charset="-122"/>
                          <a:ea typeface="黑体" pitchFamily="49" charset="-122"/>
                          <a:sym typeface="Calibri" pitchFamily="34" charset="0"/>
                        </a:rPr>
                        <a:t>获得自主感，克服羞耻感</a:t>
                      </a:r>
                      <a:endParaRPr kumimoji="0" lang="zh-CN" altLang="en-US" sz="2200" b="0" i="0" u="none" strike="noStrike" cap="none" normalizeH="0" baseline="0" dirty="0" smtClean="0">
                        <a:ln>
                          <a:noFill/>
                        </a:ln>
                        <a:solidFill>
                          <a:schemeClr val="accent1"/>
                        </a:solidFill>
                        <a:effectLst/>
                        <a:latin typeface="微软雅黑" pitchFamily="34" charset="-122"/>
                        <a:ea typeface="黑体" pitchFamily="49" charset="-122"/>
                        <a:sym typeface="Calibri" pitchFamily="34" charset="0"/>
                      </a:endParaRPr>
                    </a:p>
                    <a:p>
                      <a:pPr marL="0" marR="0" lvl="0" indent="0" algn="l" defTabSz="914400" rtl="0" eaLnBrk="1" fontAlgn="base" latinLnBrk="0" hangingPunct="1">
                        <a:lnSpc>
                          <a:spcPct val="100000"/>
                        </a:lnSpc>
                        <a:spcBef>
                          <a:spcPct val="20000"/>
                        </a:spcBef>
                        <a:spcAft>
                          <a:spcPct val="0"/>
                        </a:spcAft>
                        <a:buClrTx/>
                        <a:buSzTx/>
                        <a:buFont typeface="Arial" charset="0"/>
                        <a:buNone/>
                      </a:pPr>
                      <a:endParaRPr kumimoji="0" lang="zh-CN" altLang="en-US" sz="2200" b="0" i="0" u="none" strike="noStrike" cap="none" normalizeH="0" baseline="0" dirty="0" smtClean="0">
                        <a:ln>
                          <a:noFill/>
                        </a:ln>
                        <a:solidFill>
                          <a:schemeClr val="bg1"/>
                        </a:solidFill>
                        <a:effectLst/>
                        <a:latin typeface="黑体" pitchFamily="49" charset="-122"/>
                        <a:ea typeface="黑体" pitchFamily="49" charset="-122"/>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charset="0"/>
                        <a:buNone/>
                      </a:pPr>
                      <a:r>
                        <a:rPr kumimoji="0" lang="en-US" sz="2200" b="0" i="0" u="none" strike="noStrike" cap="none" normalizeH="0" baseline="0" dirty="0" err="1" smtClean="0">
                          <a:ln>
                            <a:noFill/>
                          </a:ln>
                          <a:solidFill>
                            <a:schemeClr val="bg1"/>
                          </a:solidFill>
                          <a:effectLst/>
                          <a:latin typeface="黑体" pitchFamily="49" charset="-122"/>
                          <a:ea typeface="黑体" pitchFamily="49" charset="-122"/>
                        </a:rPr>
                        <a:t>自我控制</a:t>
                      </a:r>
                      <a:r>
                        <a:rPr kumimoji="0" lang="en-US" sz="2200" b="0" i="0" u="none" strike="noStrike" cap="none" normalizeH="0" baseline="0" dirty="0" smtClean="0">
                          <a:ln>
                            <a:noFill/>
                          </a:ln>
                          <a:solidFill>
                            <a:schemeClr val="bg1"/>
                          </a:solidFill>
                          <a:effectLst/>
                          <a:latin typeface="黑体" pitchFamily="49" charset="-122"/>
                          <a:ea typeface="黑体" pitchFamily="49" charset="-122"/>
                        </a:rPr>
                        <a:t>/</a:t>
                      </a:r>
                      <a:r>
                        <a:rPr kumimoji="0" lang="en-US" sz="2200" b="0" i="0" u="none" strike="noStrike" cap="none" normalizeH="0" baseline="0" dirty="0" err="1" smtClean="0">
                          <a:ln>
                            <a:noFill/>
                          </a:ln>
                          <a:solidFill>
                            <a:schemeClr val="bg1"/>
                          </a:solidFill>
                          <a:effectLst/>
                          <a:latin typeface="黑体" pitchFamily="49" charset="-122"/>
                          <a:ea typeface="黑体" pitchFamily="49" charset="-122"/>
                        </a:rPr>
                        <a:t>意志</a:t>
                      </a:r>
                      <a:endParaRPr kumimoji="0" lang="zh-CN" altLang="en-US" sz="2200" b="0" i="0" u="none" strike="noStrike" cap="none" normalizeH="0" baseline="0" dirty="0" smtClean="0">
                        <a:ln>
                          <a:noFill/>
                        </a:ln>
                        <a:solidFill>
                          <a:schemeClr val="bg1"/>
                        </a:solidFill>
                        <a:effectLst/>
                        <a:latin typeface="黑体" pitchFamily="49" charset="-122"/>
                        <a:ea typeface="黑体" pitchFamily="49" charset="-122"/>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charset="0"/>
                        <a:buNone/>
                      </a:pPr>
                      <a:r>
                        <a:rPr kumimoji="0" lang="en-US" sz="2200" b="0" i="0" u="none" strike="noStrike" cap="none" normalizeH="0" baseline="0" dirty="0" err="1" smtClean="0">
                          <a:ln>
                            <a:noFill/>
                          </a:ln>
                          <a:solidFill>
                            <a:schemeClr val="bg1"/>
                          </a:solidFill>
                          <a:effectLst/>
                          <a:latin typeface="黑体" pitchFamily="49" charset="-122"/>
                          <a:ea typeface="黑体" pitchFamily="49" charset="-122"/>
                        </a:rPr>
                        <a:t>自我怀疑</a:t>
                      </a:r>
                      <a:endParaRPr kumimoji="0" lang="zh-CN" altLang="en-US" sz="2200" b="0" i="0" u="none" strike="noStrike" cap="none" normalizeH="0" baseline="0" dirty="0" smtClean="0">
                        <a:ln>
                          <a:noFill/>
                        </a:ln>
                        <a:solidFill>
                          <a:schemeClr val="bg1"/>
                        </a:solidFill>
                        <a:effectLst/>
                        <a:latin typeface="黑体" pitchFamily="49" charset="-122"/>
                        <a:ea typeface="黑体" pitchFamily="49" charset="-122"/>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bl>
          </a:graphicData>
        </a:graphic>
      </p:graphicFrame>
      <p:pic>
        <p:nvPicPr>
          <p:cNvPr id="57362" name="Picture 29" descr="cu84_1"/>
          <p:cNvPicPr>
            <a:picLocks noChangeAspect="1"/>
          </p:cNvPicPr>
          <p:nvPr/>
        </p:nvPicPr>
        <p:blipFill>
          <a:blip r:embed="rId1"/>
          <a:stretch>
            <a:fillRect/>
          </a:stretch>
        </p:blipFill>
        <p:spPr>
          <a:xfrm>
            <a:off x="7813675" y="3343275"/>
            <a:ext cx="3716338" cy="1890713"/>
          </a:xfrm>
          <a:prstGeom prst="rect">
            <a:avLst/>
          </a:prstGeom>
          <a:noFill/>
          <a:ln w="9525">
            <a:noFill/>
          </a:ln>
        </p:spPr>
      </p:pic>
      <p:pic>
        <p:nvPicPr>
          <p:cNvPr id="57363" name="Picture 30" descr="20081201004822222"/>
          <p:cNvPicPr>
            <a:picLocks noChangeAspect="1"/>
          </p:cNvPicPr>
          <p:nvPr/>
        </p:nvPicPr>
        <p:blipFill>
          <a:blip r:embed="rId2"/>
          <a:stretch>
            <a:fillRect/>
          </a:stretch>
        </p:blipFill>
        <p:spPr>
          <a:xfrm>
            <a:off x="4500563" y="3343275"/>
            <a:ext cx="3397250" cy="1890713"/>
          </a:xfrm>
          <a:prstGeom prst="rect">
            <a:avLst/>
          </a:prstGeom>
          <a:noFill/>
          <a:ln w="9525">
            <a:noFill/>
          </a:ln>
        </p:spPr>
      </p:pic>
      <p:pic>
        <p:nvPicPr>
          <p:cNvPr id="57364" name="Picture 32" descr="baobaoxuebu"/>
          <p:cNvPicPr>
            <a:picLocks noChangeAspect="1"/>
          </p:cNvPicPr>
          <p:nvPr/>
        </p:nvPicPr>
        <p:blipFill>
          <a:blip r:embed="rId3"/>
          <a:stretch>
            <a:fillRect/>
          </a:stretch>
        </p:blipFill>
        <p:spPr>
          <a:xfrm>
            <a:off x="620713" y="3348038"/>
            <a:ext cx="3873500" cy="1892300"/>
          </a:xfrm>
          <a:prstGeom prst="rect">
            <a:avLst/>
          </a:prstGeom>
          <a:noFill/>
          <a:ln w="9525">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53250" name="Group 2"/>
          <p:cNvGraphicFramePr>
            <a:graphicFrameLocks noGrp="1"/>
          </p:cNvGraphicFramePr>
          <p:nvPr>
            <p:ph idx="1"/>
          </p:nvPr>
        </p:nvGraphicFramePr>
        <p:xfrm>
          <a:off x="900113" y="1171575"/>
          <a:ext cx="10842625" cy="1524000"/>
        </p:xfrm>
        <a:graphic>
          <a:graphicData uri="http://schemas.openxmlformats.org/drawingml/2006/table">
            <a:tbl>
              <a:tblPr/>
              <a:tblGrid>
                <a:gridCol w="2543154"/>
                <a:gridCol w="3429024"/>
                <a:gridCol w="2786082"/>
                <a:gridCol w="2084365"/>
              </a:tblGrid>
              <a:tr h="792163">
                <a:tc>
                  <a:txBody>
                    <a:bodyPr/>
                    <a:lstStyle/>
                    <a:p>
                      <a:pPr marL="0" marR="0" lvl="0" indent="0" algn="l" defTabSz="914400" rtl="0" eaLnBrk="1" fontAlgn="base" latinLnBrk="0" hangingPunct="1">
                        <a:lnSpc>
                          <a:spcPct val="130000"/>
                        </a:lnSpc>
                        <a:spcBef>
                          <a:spcPct val="20000"/>
                        </a:spcBef>
                        <a:spcAft>
                          <a:spcPct val="0"/>
                        </a:spcAft>
                        <a:buClrTx/>
                        <a:buSzTx/>
                        <a:buFont typeface="Arial" charset="0"/>
                        <a:buNone/>
                      </a:pPr>
                      <a:r>
                        <a:rPr kumimoji="0" lang="en-US" sz="2200" b="0" i="0" u="none" strike="noStrike" cap="none" normalizeH="0" baseline="0" dirty="0" err="1" smtClean="0">
                          <a:ln>
                            <a:noFill/>
                          </a:ln>
                          <a:solidFill>
                            <a:srgbClr val="FFFF00"/>
                          </a:solidFill>
                          <a:effectLst/>
                          <a:latin typeface="黑体" pitchFamily="49" charset="-122"/>
                          <a:ea typeface="黑体" pitchFamily="49" charset="-122"/>
                        </a:rPr>
                        <a:t>阶段</a:t>
                      </a:r>
                      <a:endParaRPr kumimoji="0" lang="zh-CN" altLang="en-US" sz="2200" b="0" i="0" u="none" strike="noStrike" cap="none" normalizeH="0" baseline="0" dirty="0" smtClean="0">
                        <a:ln>
                          <a:noFill/>
                        </a:ln>
                        <a:solidFill>
                          <a:srgbClr val="FFFF00"/>
                        </a:solidFill>
                        <a:effectLst/>
                        <a:latin typeface="黑体" pitchFamily="49" charset="-122"/>
                        <a:ea typeface="黑体" pitchFamily="49" charset="-122"/>
                      </a:endParaRPr>
                    </a:p>
                  </a:txBody>
                  <a:tcPr marL="0" marR="0"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558ED5"/>
                    </a:solidFill>
                  </a:tcPr>
                </a:tc>
                <a:tc>
                  <a:txBody>
                    <a:bodyPr/>
                    <a:lstStyle/>
                    <a:p>
                      <a:pPr marL="0" marR="0" lvl="0" indent="0" algn="l" defTabSz="914400" rtl="0" eaLnBrk="1" fontAlgn="base" latinLnBrk="0" hangingPunct="1">
                        <a:lnSpc>
                          <a:spcPct val="130000"/>
                        </a:lnSpc>
                        <a:spcBef>
                          <a:spcPct val="20000"/>
                        </a:spcBef>
                        <a:spcAft>
                          <a:spcPct val="0"/>
                        </a:spcAft>
                        <a:buClrTx/>
                        <a:buSzTx/>
                        <a:buFont typeface="Arial" charset="0"/>
                        <a:buNone/>
                      </a:pPr>
                      <a:r>
                        <a:rPr kumimoji="0" lang="zh-CN" altLang="en-US" sz="2200" b="0" i="0" u="none" strike="noStrike" cap="none" normalizeH="0" baseline="0" dirty="0" smtClean="0">
                          <a:ln>
                            <a:noFill/>
                          </a:ln>
                          <a:solidFill>
                            <a:srgbClr val="FFFF00"/>
                          </a:solidFill>
                          <a:effectLst/>
                          <a:latin typeface="黑体" pitchFamily="49" charset="-122"/>
                          <a:ea typeface="黑体" pitchFamily="49" charset="-122"/>
                        </a:rPr>
                        <a:t>发展任务</a:t>
                      </a:r>
                      <a:endParaRPr kumimoji="0" lang="zh-CN" altLang="en-US" sz="2200" b="0" i="0" u="none" strike="noStrike" cap="none" normalizeH="0" baseline="0" dirty="0" smtClean="0">
                        <a:ln>
                          <a:noFill/>
                        </a:ln>
                        <a:solidFill>
                          <a:srgbClr val="FFFF00"/>
                        </a:solidFill>
                        <a:effectLst/>
                        <a:latin typeface="黑体" pitchFamily="49" charset="-122"/>
                        <a:ea typeface="黑体" pitchFamily="49" charset="-122"/>
                      </a:endParaRPr>
                    </a:p>
                  </a:txBody>
                  <a:tcPr marL="0" marR="0"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558ED5"/>
                    </a:solidFill>
                  </a:tcPr>
                </a:tc>
                <a:tc>
                  <a:txBody>
                    <a:bodyPr/>
                    <a:lstStyle/>
                    <a:p>
                      <a:pPr marL="0" marR="0" lvl="0" indent="0" algn="l" defTabSz="914400" rtl="0" eaLnBrk="1" fontAlgn="base" latinLnBrk="0" hangingPunct="1">
                        <a:lnSpc>
                          <a:spcPct val="130000"/>
                        </a:lnSpc>
                        <a:spcBef>
                          <a:spcPct val="20000"/>
                        </a:spcBef>
                        <a:spcAft>
                          <a:spcPct val="0"/>
                        </a:spcAft>
                        <a:buClrTx/>
                        <a:buSzTx/>
                        <a:buFont typeface="Arial" charset="0"/>
                        <a:buNone/>
                      </a:pPr>
                      <a:r>
                        <a:rPr kumimoji="0" lang="en-US" sz="2200" b="0" i="0" u="none" strike="noStrike" cap="none" normalizeH="0" baseline="0" smtClean="0">
                          <a:ln>
                            <a:noFill/>
                          </a:ln>
                          <a:solidFill>
                            <a:srgbClr val="FFFF00"/>
                          </a:solidFill>
                          <a:effectLst/>
                          <a:latin typeface="黑体" pitchFamily="49" charset="-122"/>
                          <a:ea typeface="黑体" pitchFamily="49" charset="-122"/>
                        </a:rPr>
                        <a:t>积极解决危机</a:t>
                      </a:r>
                      <a:endParaRPr kumimoji="0" lang="zh-CN" altLang="en-US" sz="2200" b="0" i="0" u="none" strike="noStrike" cap="none" normalizeH="0" baseline="0" smtClean="0">
                        <a:ln>
                          <a:noFill/>
                        </a:ln>
                        <a:solidFill>
                          <a:srgbClr val="FFFF00"/>
                        </a:solidFill>
                        <a:effectLst/>
                        <a:latin typeface="黑体" pitchFamily="49" charset="-122"/>
                        <a:ea typeface="黑体" pitchFamily="49" charset="-122"/>
                      </a:endParaRPr>
                    </a:p>
                  </a:txBody>
                  <a:tcPr marL="0" marR="0"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558ED5"/>
                    </a:solidFill>
                  </a:tcPr>
                </a:tc>
                <a:tc>
                  <a:txBody>
                    <a:bodyPr/>
                    <a:lstStyle/>
                    <a:p>
                      <a:pPr marL="0" marR="0" lvl="0" indent="0" algn="l" defTabSz="914400" rtl="0" eaLnBrk="1" fontAlgn="base" latinLnBrk="0" hangingPunct="1">
                        <a:lnSpc>
                          <a:spcPct val="130000"/>
                        </a:lnSpc>
                        <a:spcBef>
                          <a:spcPct val="20000"/>
                        </a:spcBef>
                        <a:spcAft>
                          <a:spcPct val="0"/>
                        </a:spcAft>
                        <a:buClrTx/>
                        <a:buSzTx/>
                        <a:buFont typeface="Arial" charset="0"/>
                        <a:buNone/>
                      </a:pPr>
                      <a:r>
                        <a:rPr kumimoji="0" lang="en-US" sz="2200" b="0" i="0" u="none" strike="noStrike" cap="none" normalizeH="0" baseline="0" smtClean="0">
                          <a:ln>
                            <a:noFill/>
                          </a:ln>
                          <a:solidFill>
                            <a:srgbClr val="FFFF00"/>
                          </a:solidFill>
                          <a:effectLst/>
                          <a:latin typeface="黑体" pitchFamily="49" charset="-122"/>
                          <a:ea typeface="黑体" pitchFamily="49" charset="-122"/>
                        </a:rPr>
                        <a:t>解决危机失败</a:t>
                      </a:r>
                      <a:endParaRPr kumimoji="0" lang="zh-CN" altLang="en-US" sz="2200" b="0" i="0" u="none" strike="noStrike" cap="none" normalizeH="0" baseline="0" smtClean="0">
                        <a:ln>
                          <a:noFill/>
                        </a:ln>
                        <a:solidFill>
                          <a:srgbClr val="FFFF00"/>
                        </a:solidFill>
                        <a:effectLst/>
                        <a:latin typeface="黑体" pitchFamily="49" charset="-122"/>
                        <a:ea typeface="黑体" pitchFamily="49" charset="-122"/>
                      </a:endParaRPr>
                    </a:p>
                  </a:txBody>
                  <a:tcPr marL="0" marR="0"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558ED5"/>
                    </a:solidFill>
                  </a:tcPr>
                </a:tc>
              </a:tr>
              <a:tr h="731838">
                <a:tc>
                  <a:txBody>
                    <a:bodyPr/>
                    <a:lstStyle/>
                    <a:p>
                      <a:pPr marL="0" marR="0" lvl="0" indent="0" algn="l" defTabSz="914400" rtl="0" eaLnBrk="1" fontAlgn="base" latinLnBrk="0" hangingPunct="1">
                        <a:lnSpc>
                          <a:spcPct val="130000"/>
                        </a:lnSpc>
                        <a:spcBef>
                          <a:spcPct val="20000"/>
                        </a:spcBef>
                        <a:spcAft>
                          <a:spcPct val="0"/>
                        </a:spcAft>
                        <a:buClrTx/>
                        <a:buSzTx/>
                        <a:buFont typeface="Arial" charset="0"/>
                        <a:buNone/>
                      </a:pPr>
                      <a:r>
                        <a:rPr kumimoji="0" lang="en-US" sz="2200" b="0" i="0" u="none" strike="noStrike" cap="none" normalizeH="0" baseline="0" smtClean="0">
                          <a:ln>
                            <a:noFill/>
                          </a:ln>
                          <a:solidFill>
                            <a:schemeClr val="bg1"/>
                          </a:solidFill>
                          <a:effectLst/>
                          <a:latin typeface="黑体" pitchFamily="49" charset="-122"/>
                          <a:ea typeface="黑体" pitchFamily="49" charset="-122"/>
                        </a:rPr>
                        <a:t>3. 幼儿期</a:t>
                      </a:r>
                      <a:r>
                        <a:rPr kumimoji="0" lang="zh-CN" altLang="en-US" sz="2200" b="0" i="0" u="none" strike="noStrike" cap="none" normalizeH="0" baseline="0" smtClean="0">
                          <a:ln>
                            <a:noFill/>
                          </a:ln>
                          <a:solidFill>
                            <a:schemeClr val="bg1"/>
                          </a:solidFill>
                          <a:effectLst/>
                          <a:latin typeface="黑体" pitchFamily="49" charset="-122"/>
                          <a:ea typeface="黑体" pitchFamily="49" charset="-122"/>
                        </a:rPr>
                        <a:t>（</a:t>
                      </a:r>
                      <a:r>
                        <a:rPr kumimoji="0" lang="en-US" sz="2200" b="0" i="0" u="none" strike="noStrike" cap="none" normalizeH="0" baseline="0" smtClean="0">
                          <a:ln>
                            <a:noFill/>
                          </a:ln>
                          <a:solidFill>
                            <a:schemeClr val="bg1"/>
                          </a:solidFill>
                          <a:effectLst/>
                          <a:latin typeface="黑体" pitchFamily="49" charset="-122"/>
                          <a:ea typeface="黑体" pitchFamily="49" charset="-122"/>
                        </a:rPr>
                        <a:t>4-7</a:t>
                      </a:r>
                      <a:r>
                        <a:rPr kumimoji="0" lang="zh-CN" altLang="en-US" sz="2200" b="0" i="0" u="none" strike="noStrike" cap="none" normalizeH="0" baseline="0" smtClean="0">
                          <a:ln>
                            <a:noFill/>
                          </a:ln>
                          <a:solidFill>
                            <a:schemeClr val="bg1"/>
                          </a:solidFill>
                          <a:effectLst/>
                          <a:latin typeface="黑体" pitchFamily="49" charset="-122"/>
                          <a:ea typeface="黑体" pitchFamily="49" charset="-122"/>
                        </a:rPr>
                        <a:t>）</a:t>
                      </a:r>
                      <a:endParaRPr kumimoji="0" lang="zh-CN" altLang="en-US" sz="2200" b="0" i="0" u="none" strike="noStrike" cap="none" normalizeH="0" baseline="0" smtClean="0">
                        <a:ln>
                          <a:noFill/>
                        </a:ln>
                        <a:solidFill>
                          <a:schemeClr val="bg1"/>
                        </a:solidFill>
                        <a:effectLst/>
                        <a:latin typeface="黑体" pitchFamily="49" charset="-122"/>
                        <a:ea typeface="黑体" pitchFamily="49" charset="-122"/>
                      </a:endParaRPr>
                    </a:p>
                  </a:txBody>
                  <a:tcPr marL="0" marR="0"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342900" marR="0" lvl="0" indent="-76200" algn="l" defTabSz="914400" rtl="0" eaLnBrk="0" fontAlgn="base" latinLnBrk="0" hangingPunct="0">
                        <a:lnSpc>
                          <a:spcPct val="130000"/>
                        </a:lnSpc>
                        <a:spcBef>
                          <a:spcPct val="0"/>
                        </a:spcBef>
                        <a:spcAft>
                          <a:spcPct val="0"/>
                        </a:spcAft>
                        <a:buClrTx/>
                        <a:buSzTx/>
                        <a:buFont typeface="Arial" charset="0"/>
                        <a:buNone/>
                      </a:pPr>
                      <a:r>
                        <a:rPr kumimoji="0" lang="zh-CN" altLang="en-US" sz="2200" b="0" i="0" u="none" strike="noStrike" cap="none" normalizeH="0" baseline="0" dirty="0" smtClean="0">
                          <a:ln>
                            <a:noFill/>
                          </a:ln>
                          <a:solidFill>
                            <a:schemeClr val="accent1"/>
                          </a:solidFill>
                          <a:effectLst/>
                          <a:latin typeface="微软雅黑" pitchFamily="34" charset="-122"/>
                          <a:ea typeface="黑体" pitchFamily="49" charset="-122"/>
                          <a:sym typeface="Calibri" pitchFamily="34" charset="0"/>
                        </a:rPr>
                        <a:t>获得主动感，克服内疚感</a:t>
                      </a:r>
                      <a:endParaRPr kumimoji="0" lang="zh-CN" altLang="en-US" sz="2200" b="0" i="0" u="none" strike="noStrike" cap="none" normalizeH="0" baseline="0" dirty="0" smtClean="0">
                        <a:ln>
                          <a:noFill/>
                        </a:ln>
                        <a:solidFill>
                          <a:schemeClr val="accent1"/>
                        </a:solidFill>
                        <a:effectLst/>
                        <a:latin typeface="微软雅黑" pitchFamily="34" charset="-122"/>
                        <a:ea typeface="黑体" pitchFamily="49" charset="-122"/>
                        <a:sym typeface="Calibri" pitchFamily="34" charset="0"/>
                      </a:endParaRPr>
                    </a:p>
                  </a:txBody>
                  <a:tcPr marL="0" marR="0"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30000"/>
                        </a:lnSpc>
                        <a:spcBef>
                          <a:spcPct val="20000"/>
                        </a:spcBef>
                        <a:spcAft>
                          <a:spcPct val="0"/>
                        </a:spcAft>
                        <a:buClrTx/>
                        <a:buSzTx/>
                        <a:buFont typeface="Arial" charset="0"/>
                        <a:buNone/>
                      </a:pPr>
                      <a:r>
                        <a:rPr kumimoji="0" lang="en-US" sz="2200" b="0" i="0" u="none" strike="noStrike" cap="none" normalizeH="0" baseline="0" smtClean="0">
                          <a:ln>
                            <a:noFill/>
                          </a:ln>
                          <a:solidFill>
                            <a:schemeClr val="bg1"/>
                          </a:solidFill>
                          <a:effectLst/>
                          <a:latin typeface="黑体" pitchFamily="49" charset="-122"/>
                          <a:ea typeface="黑体" pitchFamily="49" charset="-122"/>
                        </a:rPr>
                        <a:t>生活指向/目标</a:t>
                      </a:r>
                      <a:endParaRPr kumimoji="0" lang="zh-CN" altLang="en-US" sz="2200" b="0" i="0" u="none" strike="noStrike" cap="none" normalizeH="0" baseline="0" smtClean="0">
                        <a:ln>
                          <a:noFill/>
                        </a:ln>
                        <a:solidFill>
                          <a:schemeClr val="bg1"/>
                        </a:solidFill>
                        <a:effectLst/>
                        <a:latin typeface="黑体" pitchFamily="49" charset="-122"/>
                        <a:ea typeface="黑体" pitchFamily="49" charset="-122"/>
                      </a:endParaRPr>
                    </a:p>
                  </a:txBody>
                  <a:tcPr marL="0" marR="0"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30000"/>
                        </a:lnSpc>
                        <a:spcBef>
                          <a:spcPct val="20000"/>
                        </a:spcBef>
                        <a:spcAft>
                          <a:spcPct val="0"/>
                        </a:spcAft>
                        <a:buClrTx/>
                        <a:buSzTx/>
                        <a:buFont typeface="Arial" charset="0"/>
                        <a:buNone/>
                      </a:pPr>
                      <a:r>
                        <a:rPr kumimoji="0" lang="en-US" sz="2200" b="0" i="0" u="none" strike="noStrike" cap="none" normalizeH="0" baseline="0" dirty="0" err="1" smtClean="0">
                          <a:ln>
                            <a:noFill/>
                          </a:ln>
                          <a:solidFill>
                            <a:schemeClr val="bg1"/>
                          </a:solidFill>
                          <a:effectLst/>
                          <a:latin typeface="黑体" pitchFamily="49" charset="-122"/>
                          <a:ea typeface="黑体" pitchFamily="49" charset="-122"/>
                        </a:rPr>
                        <a:t>无价值感</a:t>
                      </a:r>
                      <a:endParaRPr kumimoji="0" lang="zh-CN" altLang="en-US" sz="2200" b="0" i="0" u="none" strike="noStrike" cap="none" normalizeH="0" baseline="0" dirty="0" smtClean="0">
                        <a:ln>
                          <a:noFill/>
                        </a:ln>
                        <a:solidFill>
                          <a:schemeClr val="bg1"/>
                        </a:solidFill>
                        <a:effectLst/>
                        <a:latin typeface="黑体" pitchFamily="49" charset="-122"/>
                        <a:ea typeface="黑体" pitchFamily="49" charset="-122"/>
                      </a:endParaRPr>
                    </a:p>
                  </a:txBody>
                  <a:tcPr marL="0" marR="0"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bl>
          </a:graphicData>
        </a:graphic>
      </p:graphicFrame>
      <p:pic>
        <p:nvPicPr>
          <p:cNvPr id="59410" name="Picture 24" descr="儿童2"/>
          <p:cNvPicPr>
            <a:picLocks noChangeAspect="1"/>
          </p:cNvPicPr>
          <p:nvPr/>
        </p:nvPicPr>
        <p:blipFill>
          <a:blip r:embed="rId1"/>
          <a:stretch>
            <a:fillRect/>
          </a:stretch>
        </p:blipFill>
        <p:spPr>
          <a:xfrm>
            <a:off x="3727450" y="3403600"/>
            <a:ext cx="2378075" cy="1889125"/>
          </a:xfrm>
          <a:prstGeom prst="rect">
            <a:avLst/>
          </a:prstGeom>
          <a:noFill/>
          <a:ln w="9525">
            <a:noFill/>
          </a:ln>
        </p:spPr>
      </p:pic>
      <p:pic>
        <p:nvPicPr>
          <p:cNvPr id="59411" name="Picture 25" descr="儿童攻击"/>
          <p:cNvPicPr>
            <a:picLocks noChangeAspect="1"/>
          </p:cNvPicPr>
          <p:nvPr/>
        </p:nvPicPr>
        <p:blipFill>
          <a:blip r:embed="rId2"/>
          <a:stretch>
            <a:fillRect/>
          </a:stretch>
        </p:blipFill>
        <p:spPr>
          <a:xfrm>
            <a:off x="7994650" y="3403600"/>
            <a:ext cx="1735138" cy="1889125"/>
          </a:xfrm>
          <a:prstGeom prst="rect">
            <a:avLst/>
          </a:prstGeom>
          <a:noFill/>
          <a:ln w="9525">
            <a:noFill/>
          </a:ln>
        </p:spPr>
      </p:pic>
      <p:pic>
        <p:nvPicPr>
          <p:cNvPr id="59412" name="Picture 29" descr="U2133P20T47D135740F776DT20090420113730"/>
          <p:cNvPicPr>
            <a:picLocks noChangeAspect="1"/>
          </p:cNvPicPr>
          <p:nvPr/>
        </p:nvPicPr>
        <p:blipFill>
          <a:blip r:embed="rId3"/>
          <a:srcRect r="-1759"/>
          <a:stretch>
            <a:fillRect/>
          </a:stretch>
        </p:blipFill>
        <p:spPr>
          <a:xfrm>
            <a:off x="6105525" y="3403600"/>
            <a:ext cx="1984375" cy="1889125"/>
          </a:xfrm>
          <a:prstGeom prst="rect">
            <a:avLst/>
          </a:prstGeom>
          <a:noFill/>
          <a:ln w="9525">
            <a:noFill/>
          </a:ln>
        </p:spPr>
      </p:pic>
      <p:pic>
        <p:nvPicPr>
          <p:cNvPr id="59413" name="Picture 30" descr="228"/>
          <p:cNvPicPr>
            <a:picLocks noChangeAspect="1"/>
          </p:cNvPicPr>
          <p:nvPr/>
        </p:nvPicPr>
        <p:blipFill>
          <a:blip r:embed="rId4">
            <a:clrChange>
              <a:clrFrom>
                <a:srgbClr val="FDFDFD"/>
              </a:clrFrom>
              <a:clrTo>
                <a:srgbClr val="FDFDFD">
                  <a:alpha val="0"/>
                </a:srgbClr>
              </a:clrTo>
            </a:clrChange>
          </a:blip>
          <a:stretch>
            <a:fillRect/>
          </a:stretch>
        </p:blipFill>
        <p:spPr>
          <a:xfrm>
            <a:off x="1854200" y="3432175"/>
            <a:ext cx="1870075" cy="1890713"/>
          </a:xfrm>
          <a:prstGeom prst="rect">
            <a:avLst/>
          </a:prstGeom>
          <a:noFill/>
          <a:ln w="9525">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55298" name="Group 2"/>
          <p:cNvGraphicFramePr>
            <a:graphicFrameLocks noGrp="1"/>
          </p:cNvGraphicFramePr>
          <p:nvPr>
            <p:ph idx="1"/>
          </p:nvPr>
        </p:nvGraphicFramePr>
        <p:xfrm>
          <a:off x="942975" y="1171575"/>
          <a:ext cx="9434513" cy="1587500"/>
        </p:xfrm>
        <a:graphic>
          <a:graphicData uri="http://schemas.openxmlformats.org/drawingml/2006/table">
            <a:tbl>
              <a:tblPr/>
              <a:tblGrid>
                <a:gridCol w="2428891"/>
                <a:gridCol w="3214711"/>
                <a:gridCol w="2000264"/>
                <a:gridCol w="1790685"/>
              </a:tblGrid>
              <a:tr h="792163">
                <a:tc>
                  <a:txBody>
                    <a:bodyPr/>
                    <a:lstStyle/>
                    <a:p>
                      <a:pPr marL="0" marR="0" lvl="0" indent="0" algn="ctr" defTabSz="914400" rtl="0" eaLnBrk="1" fontAlgn="base" latinLnBrk="0" hangingPunct="1">
                        <a:lnSpc>
                          <a:spcPct val="130000"/>
                        </a:lnSpc>
                        <a:spcBef>
                          <a:spcPct val="20000"/>
                        </a:spcBef>
                        <a:spcAft>
                          <a:spcPct val="0"/>
                        </a:spcAft>
                        <a:buClrTx/>
                        <a:buSzTx/>
                        <a:buFont typeface="Arial" charset="0"/>
                        <a:buNone/>
                      </a:pPr>
                      <a:r>
                        <a:rPr kumimoji="0" lang="en-US" sz="2200" b="0" i="0" u="none" strike="noStrike" cap="none" normalizeH="0" baseline="0" dirty="0" err="1" smtClean="0">
                          <a:ln>
                            <a:noFill/>
                          </a:ln>
                          <a:solidFill>
                            <a:srgbClr val="FFFF00"/>
                          </a:solidFill>
                          <a:effectLst/>
                          <a:latin typeface="黑体" pitchFamily="49" charset="-122"/>
                          <a:ea typeface="黑体" pitchFamily="49" charset="-122"/>
                        </a:rPr>
                        <a:t>阶段</a:t>
                      </a:r>
                      <a:endParaRPr kumimoji="0" lang="zh-CN" altLang="en-US" sz="2200" b="0" i="0" u="none" strike="noStrike" cap="none" normalizeH="0" baseline="0" dirty="0" smtClean="0">
                        <a:ln>
                          <a:noFill/>
                        </a:ln>
                        <a:solidFill>
                          <a:srgbClr val="FFFF00"/>
                        </a:solidFill>
                        <a:effectLst/>
                        <a:latin typeface="黑体" pitchFamily="49" charset="-122"/>
                        <a:ea typeface="黑体" pitchFamily="49" charset="-122"/>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558ED5"/>
                    </a:solidFill>
                  </a:tcPr>
                </a:tc>
                <a:tc>
                  <a:txBody>
                    <a:bodyPr/>
                    <a:lstStyle/>
                    <a:p>
                      <a:pPr marL="0" marR="0" lvl="0" indent="0" algn="ctr" defTabSz="914400" rtl="0" eaLnBrk="1" fontAlgn="base" latinLnBrk="0" hangingPunct="1">
                        <a:lnSpc>
                          <a:spcPct val="130000"/>
                        </a:lnSpc>
                        <a:spcBef>
                          <a:spcPct val="20000"/>
                        </a:spcBef>
                        <a:spcAft>
                          <a:spcPct val="0"/>
                        </a:spcAft>
                        <a:buClrTx/>
                        <a:buSzTx/>
                        <a:buFont typeface="Arial" charset="0"/>
                        <a:buNone/>
                      </a:pPr>
                      <a:r>
                        <a:rPr kumimoji="0" lang="zh-CN" altLang="en-US" sz="2200" b="0" i="0" u="none" strike="noStrike" cap="none" normalizeH="0" baseline="0" dirty="0" smtClean="0">
                          <a:ln>
                            <a:noFill/>
                          </a:ln>
                          <a:solidFill>
                            <a:srgbClr val="FFFF00"/>
                          </a:solidFill>
                          <a:effectLst/>
                          <a:latin typeface="黑体" pitchFamily="49" charset="-122"/>
                          <a:ea typeface="黑体" pitchFamily="49" charset="-122"/>
                        </a:rPr>
                        <a:t>发展任务</a:t>
                      </a:r>
                      <a:endParaRPr kumimoji="0" lang="zh-CN" altLang="en-US" sz="2200" b="0" i="0" u="none" strike="noStrike" cap="none" normalizeH="0" baseline="0" dirty="0" smtClean="0">
                        <a:ln>
                          <a:noFill/>
                        </a:ln>
                        <a:solidFill>
                          <a:srgbClr val="FFFF00"/>
                        </a:solidFill>
                        <a:effectLst/>
                        <a:latin typeface="黑体" pitchFamily="49" charset="-122"/>
                        <a:ea typeface="黑体" pitchFamily="49" charset="-122"/>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558ED5"/>
                    </a:solidFill>
                  </a:tcPr>
                </a:tc>
                <a:tc>
                  <a:txBody>
                    <a:bodyPr/>
                    <a:lstStyle/>
                    <a:p>
                      <a:pPr marL="0" marR="0" lvl="0" indent="0" algn="ctr" defTabSz="914400" rtl="0" eaLnBrk="1" fontAlgn="base" latinLnBrk="0" hangingPunct="1">
                        <a:lnSpc>
                          <a:spcPct val="130000"/>
                        </a:lnSpc>
                        <a:spcBef>
                          <a:spcPct val="20000"/>
                        </a:spcBef>
                        <a:spcAft>
                          <a:spcPct val="0"/>
                        </a:spcAft>
                        <a:buClrTx/>
                        <a:buSzTx/>
                        <a:buFont typeface="Arial" charset="0"/>
                        <a:buNone/>
                      </a:pPr>
                      <a:r>
                        <a:rPr kumimoji="0" lang="en-US" sz="2200" b="0" i="0" u="none" strike="noStrike" cap="none" normalizeH="0" baseline="0" dirty="0" err="1" smtClean="0">
                          <a:ln>
                            <a:noFill/>
                          </a:ln>
                          <a:solidFill>
                            <a:srgbClr val="FFFF00"/>
                          </a:solidFill>
                          <a:effectLst/>
                          <a:latin typeface="黑体" pitchFamily="49" charset="-122"/>
                          <a:ea typeface="黑体" pitchFamily="49" charset="-122"/>
                        </a:rPr>
                        <a:t>积极解决危机</a:t>
                      </a:r>
                      <a:endParaRPr kumimoji="0" lang="zh-CN" altLang="en-US" sz="2200" b="0" i="0" u="none" strike="noStrike" cap="none" normalizeH="0" baseline="0" dirty="0" smtClean="0">
                        <a:ln>
                          <a:noFill/>
                        </a:ln>
                        <a:solidFill>
                          <a:srgbClr val="FFFF00"/>
                        </a:solidFill>
                        <a:effectLst/>
                        <a:latin typeface="黑体" pitchFamily="49" charset="-122"/>
                        <a:ea typeface="黑体" pitchFamily="49" charset="-122"/>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558ED5"/>
                    </a:solidFill>
                  </a:tcPr>
                </a:tc>
                <a:tc>
                  <a:txBody>
                    <a:bodyPr/>
                    <a:lstStyle/>
                    <a:p>
                      <a:pPr marL="0" marR="0" lvl="0" indent="0" algn="ctr" defTabSz="914400" rtl="0" eaLnBrk="1" fontAlgn="base" latinLnBrk="0" hangingPunct="1">
                        <a:lnSpc>
                          <a:spcPct val="130000"/>
                        </a:lnSpc>
                        <a:spcBef>
                          <a:spcPct val="20000"/>
                        </a:spcBef>
                        <a:spcAft>
                          <a:spcPct val="0"/>
                        </a:spcAft>
                        <a:buClrTx/>
                        <a:buSzTx/>
                        <a:buFont typeface="Arial" charset="0"/>
                        <a:buNone/>
                      </a:pPr>
                      <a:r>
                        <a:rPr kumimoji="0" lang="en-US" sz="2200" b="0" i="0" u="none" strike="noStrike" cap="none" normalizeH="0" baseline="0" smtClean="0">
                          <a:ln>
                            <a:noFill/>
                          </a:ln>
                          <a:solidFill>
                            <a:srgbClr val="FFFF00"/>
                          </a:solidFill>
                          <a:effectLst/>
                          <a:latin typeface="黑体" pitchFamily="49" charset="-122"/>
                          <a:ea typeface="黑体" pitchFamily="49" charset="-122"/>
                        </a:rPr>
                        <a:t>解决危机失败</a:t>
                      </a:r>
                      <a:endParaRPr kumimoji="0" lang="zh-CN" altLang="en-US" sz="2200" b="0" i="0" u="none" strike="noStrike" cap="none" normalizeH="0" baseline="0" smtClean="0">
                        <a:ln>
                          <a:noFill/>
                        </a:ln>
                        <a:solidFill>
                          <a:srgbClr val="FFFF00"/>
                        </a:solidFill>
                        <a:effectLst/>
                        <a:latin typeface="黑体" pitchFamily="49" charset="-122"/>
                        <a:ea typeface="黑体" pitchFamily="49" charset="-122"/>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558ED5"/>
                    </a:solidFill>
                  </a:tcPr>
                </a:tc>
              </a:tr>
              <a:tr h="795338">
                <a:tc>
                  <a:txBody>
                    <a:bodyPr/>
                    <a:lstStyle/>
                    <a:p>
                      <a:pPr marL="0" marR="0" lvl="0" indent="0" algn="ctr" defTabSz="914400" rtl="0" eaLnBrk="1" fontAlgn="base" latinLnBrk="0" hangingPunct="1">
                        <a:lnSpc>
                          <a:spcPct val="130000"/>
                        </a:lnSpc>
                        <a:spcBef>
                          <a:spcPct val="20000"/>
                        </a:spcBef>
                        <a:spcAft>
                          <a:spcPct val="0"/>
                        </a:spcAft>
                        <a:buClrTx/>
                        <a:buSzTx/>
                        <a:buFont typeface="Arial" charset="0"/>
                        <a:buNone/>
                      </a:pPr>
                      <a:r>
                        <a:rPr kumimoji="0" lang="en-US" sz="2200" b="0" i="0" u="none" strike="noStrike" cap="none" normalizeH="0" baseline="0" smtClean="0">
                          <a:ln>
                            <a:noFill/>
                          </a:ln>
                          <a:solidFill>
                            <a:schemeClr val="bg1"/>
                          </a:solidFill>
                          <a:effectLst/>
                          <a:latin typeface="黑体" pitchFamily="49" charset="-122"/>
                          <a:ea typeface="黑体" pitchFamily="49" charset="-122"/>
                        </a:rPr>
                        <a:t>4. 童年期</a:t>
                      </a:r>
                      <a:r>
                        <a:rPr kumimoji="0" lang="zh-CN" altLang="en-US" sz="2200" b="0" i="0" u="none" strike="noStrike" cap="none" normalizeH="0" baseline="0" smtClean="0">
                          <a:ln>
                            <a:noFill/>
                          </a:ln>
                          <a:solidFill>
                            <a:schemeClr val="bg1"/>
                          </a:solidFill>
                          <a:effectLst/>
                          <a:latin typeface="黑体" pitchFamily="49" charset="-122"/>
                          <a:ea typeface="黑体" pitchFamily="49" charset="-122"/>
                        </a:rPr>
                        <a:t>（</a:t>
                      </a:r>
                      <a:r>
                        <a:rPr kumimoji="0" lang="en-US" sz="2200" b="0" i="0" u="none" strike="noStrike" cap="none" normalizeH="0" baseline="0" smtClean="0">
                          <a:ln>
                            <a:noFill/>
                          </a:ln>
                          <a:solidFill>
                            <a:schemeClr val="bg1"/>
                          </a:solidFill>
                          <a:effectLst/>
                          <a:latin typeface="黑体" pitchFamily="49" charset="-122"/>
                          <a:ea typeface="黑体" pitchFamily="49" charset="-122"/>
                        </a:rPr>
                        <a:t>7-12</a:t>
                      </a:r>
                      <a:r>
                        <a:rPr kumimoji="0" lang="zh-CN" altLang="en-US" sz="2200" b="0" i="0" u="none" strike="noStrike" cap="none" normalizeH="0" baseline="0" smtClean="0">
                          <a:ln>
                            <a:noFill/>
                          </a:ln>
                          <a:solidFill>
                            <a:schemeClr val="bg1"/>
                          </a:solidFill>
                          <a:effectLst/>
                          <a:latin typeface="黑体" pitchFamily="49" charset="-122"/>
                          <a:ea typeface="黑体" pitchFamily="49" charset="-122"/>
                        </a:rPr>
                        <a:t>）</a:t>
                      </a:r>
                      <a:endParaRPr kumimoji="0" lang="zh-CN" altLang="en-US" sz="2200" b="0" i="0" u="none" strike="noStrike" cap="none" normalizeH="0" baseline="0" smtClean="0">
                        <a:ln>
                          <a:noFill/>
                        </a:ln>
                        <a:solidFill>
                          <a:schemeClr val="bg1"/>
                        </a:solidFill>
                        <a:effectLst/>
                        <a:latin typeface="黑体" pitchFamily="49" charset="-122"/>
                        <a:ea typeface="黑体" pitchFamily="49" charset="-122"/>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130000"/>
                        </a:lnSpc>
                        <a:spcBef>
                          <a:spcPct val="0"/>
                        </a:spcBef>
                        <a:spcAft>
                          <a:spcPct val="0"/>
                        </a:spcAft>
                        <a:buClrTx/>
                        <a:buSzTx/>
                        <a:buFont typeface="Arial" charset="0"/>
                        <a:buNone/>
                      </a:pPr>
                      <a:r>
                        <a:rPr kumimoji="0" lang="zh-CN" altLang="en-US" sz="2200" b="0" i="0" u="none" strike="noStrike" cap="none" normalizeH="0" baseline="0" dirty="0" smtClean="0">
                          <a:ln>
                            <a:noFill/>
                          </a:ln>
                          <a:solidFill>
                            <a:schemeClr val="accent1"/>
                          </a:solidFill>
                          <a:effectLst/>
                          <a:latin typeface="微软雅黑" pitchFamily="34" charset="-122"/>
                          <a:ea typeface="黑体" pitchFamily="49" charset="-122"/>
                          <a:sym typeface="Calibri" pitchFamily="34" charset="0"/>
                        </a:rPr>
                        <a:t>获得勤奋感，克服自卑感</a:t>
                      </a:r>
                      <a:endParaRPr kumimoji="0" lang="zh-CN" altLang="en-US" sz="2200" b="0" i="0" u="none" strike="noStrike" cap="none" normalizeH="0" baseline="0" dirty="0" smtClean="0">
                        <a:ln>
                          <a:noFill/>
                        </a:ln>
                        <a:solidFill>
                          <a:schemeClr val="accent1"/>
                        </a:solidFill>
                        <a:effectLst/>
                        <a:latin typeface="微软雅黑" pitchFamily="34" charset="-122"/>
                        <a:ea typeface="黑体" pitchFamily="49" charset="-122"/>
                        <a:sym typeface="Calibri" pitchFamily="34"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 typeface="Arial" charset="0"/>
                        <a:buNone/>
                      </a:pPr>
                      <a:r>
                        <a:rPr kumimoji="0" lang="en-US" sz="2200" b="0" i="0" u="none" strike="noStrike" cap="none" normalizeH="0" baseline="0" smtClean="0">
                          <a:ln>
                            <a:noFill/>
                          </a:ln>
                          <a:solidFill>
                            <a:schemeClr val="bg1"/>
                          </a:solidFill>
                          <a:effectLst/>
                          <a:latin typeface="黑体" pitchFamily="49" charset="-122"/>
                          <a:ea typeface="黑体" pitchFamily="49" charset="-122"/>
                        </a:rPr>
                        <a:t>能力</a:t>
                      </a:r>
                      <a:endParaRPr kumimoji="0" lang="zh-CN" altLang="en-US" sz="2200" b="0" i="0" u="none" strike="noStrike" cap="none" normalizeH="0" baseline="0" smtClean="0">
                        <a:ln>
                          <a:noFill/>
                        </a:ln>
                        <a:solidFill>
                          <a:schemeClr val="bg1"/>
                        </a:solidFill>
                        <a:effectLst/>
                        <a:latin typeface="黑体" pitchFamily="49" charset="-122"/>
                        <a:ea typeface="黑体" pitchFamily="49" charset="-122"/>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 typeface="Arial" charset="0"/>
                        <a:buNone/>
                      </a:pPr>
                      <a:r>
                        <a:rPr kumimoji="0" lang="en-US" sz="2200" b="0" i="0" u="none" strike="noStrike" cap="none" normalizeH="0" baseline="0" dirty="0" err="1" smtClean="0">
                          <a:ln>
                            <a:noFill/>
                          </a:ln>
                          <a:solidFill>
                            <a:schemeClr val="bg1"/>
                          </a:solidFill>
                          <a:effectLst/>
                          <a:latin typeface="黑体" pitchFamily="49" charset="-122"/>
                          <a:ea typeface="黑体" pitchFamily="49" charset="-122"/>
                        </a:rPr>
                        <a:t>无能</a:t>
                      </a:r>
                      <a:endParaRPr kumimoji="0" lang="zh-CN" altLang="en-US" sz="2200" b="0" i="0" u="none" strike="noStrike" cap="none" normalizeH="0" baseline="0" dirty="0" smtClean="0">
                        <a:ln>
                          <a:noFill/>
                        </a:ln>
                        <a:solidFill>
                          <a:schemeClr val="bg1"/>
                        </a:solidFill>
                        <a:effectLst/>
                        <a:latin typeface="黑体" pitchFamily="49" charset="-122"/>
                        <a:ea typeface="黑体" pitchFamily="49" charset="-122"/>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bl>
          </a:graphicData>
        </a:graphic>
      </p:graphicFrame>
      <p:pic>
        <p:nvPicPr>
          <p:cNvPr id="61458" name="Picture 25" descr="0340100020"/>
          <p:cNvPicPr>
            <a:picLocks noChangeAspect="1"/>
          </p:cNvPicPr>
          <p:nvPr/>
        </p:nvPicPr>
        <p:blipFill>
          <a:blip r:embed="rId1"/>
          <a:stretch>
            <a:fillRect/>
          </a:stretch>
        </p:blipFill>
        <p:spPr>
          <a:xfrm>
            <a:off x="4941888" y="3548063"/>
            <a:ext cx="3692525" cy="1889125"/>
          </a:xfrm>
          <a:prstGeom prst="rect">
            <a:avLst/>
          </a:prstGeom>
          <a:noFill/>
          <a:ln w="9525">
            <a:noFill/>
          </a:ln>
        </p:spPr>
      </p:pic>
      <p:pic>
        <p:nvPicPr>
          <p:cNvPr id="61459" name="Picture 26" descr="20071222165759824_2"/>
          <p:cNvPicPr>
            <a:picLocks noChangeAspect="1"/>
          </p:cNvPicPr>
          <p:nvPr/>
        </p:nvPicPr>
        <p:blipFill>
          <a:blip r:embed="rId2"/>
          <a:stretch>
            <a:fillRect/>
          </a:stretch>
        </p:blipFill>
        <p:spPr>
          <a:xfrm>
            <a:off x="1414463" y="3548063"/>
            <a:ext cx="3649662" cy="1889125"/>
          </a:xfrm>
          <a:prstGeom prst="rect">
            <a:avLst/>
          </a:prstGeom>
          <a:noFill/>
          <a:ln w="9525">
            <a:noFill/>
          </a:ln>
        </p:spPr>
      </p:pic>
      <p:pic>
        <p:nvPicPr>
          <p:cNvPr id="61460" name="Picture 28" descr="200841781247598_2"/>
          <p:cNvPicPr>
            <a:picLocks noChangeAspect="1"/>
          </p:cNvPicPr>
          <p:nvPr/>
        </p:nvPicPr>
        <p:blipFill>
          <a:blip r:embed="rId3"/>
          <a:stretch>
            <a:fillRect/>
          </a:stretch>
        </p:blipFill>
        <p:spPr>
          <a:xfrm>
            <a:off x="8634413" y="3551238"/>
            <a:ext cx="1809750" cy="1887537"/>
          </a:xfrm>
          <a:prstGeom prst="rect">
            <a:avLst/>
          </a:prstGeom>
          <a:noFill/>
          <a:ln w="9525">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57346" name="Group 2"/>
          <p:cNvGraphicFramePr>
            <a:graphicFrameLocks noGrp="1"/>
          </p:cNvGraphicFramePr>
          <p:nvPr>
            <p:ph idx="1"/>
          </p:nvPr>
        </p:nvGraphicFramePr>
        <p:xfrm>
          <a:off x="728663" y="957263"/>
          <a:ext cx="11287125" cy="1801813"/>
        </p:xfrm>
        <a:graphic>
          <a:graphicData uri="http://schemas.openxmlformats.org/drawingml/2006/table">
            <a:tbl>
              <a:tblPr/>
              <a:tblGrid>
                <a:gridCol w="3000356"/>
                <a:gridCol w="4336224"/>
                <a:gridCol w="2093196"/>
                <a:gridCol w="1857388"/>
              </a:tblGrid>
              <a:tr h="776288">
                <a:tc>
                  <a:txBody>
                    <a:bodyPr/>
                    <a:lstStyle/>
                    <a:p>
                      <a:pPr marL="0" marR="0" lvl="0" indent="0" algn="ctr" defTabSz="914400" rtl="0" eaLnBrk="1" fontAlgn="base" latinLnBrk="0" hangingPunct="1">
                        <a:lnSpc>
                          <a:spcPct val="130000"/>
                        </a:lnSpc>
                        <a:spcBef>
                          <a:spcPct val="20000"/>
                        </a:spcBef>
                        <a:spcAft>
                          <a:spcPct val="0"/>
                        </a:spcAft>
                        <a:buClrTx/>
                        <a:buSzTx/>
                        <a:buFont typeface="Arial" charset="0"/>
                        <a:buNone/>
                      </a:pPr>
                      <a:r>
                        <a:rPr kumimoji="0" lang="en-US" sz="2200" b="0" i="0" u="none" strike="noStrike" cap="none" normalizeH="0" baseline="0" dirty="0" err="1" smtClean="0">
                          <a:ln>
                            <a:noFill/>
                          </a:ln>
                          <a:solidFill>
                            <a:srgbClr val="FFFF00"/>
                          </a:solidFill>
                          <a:effectLst/>
                          <a:latin typeface="黑体" pitchFamily="49" charset="-122"/>
                          <a:ea typeface="黑体" pitchFamily="49" charset="-122"/>
                        </a:rPr>
                        <a:t>阶段</a:t>
                      </a:r>
                      <a:endParaRPr kumimoji="0" lang="zh-CN" altLang="en-US" sz="2200" b="0" i="0" u="none" strike="noStrike" cap="none" normalizeH="0" baseline="0" dirty="0" smtClean="0">
                        <a:ln>
                          <a:noFill/>
                        </a:ln>
                        <a:solidFill>
                          <a:srgbClr val="FFFF00"/>
                        </a:solidFill>
                        <a:effectLst/>
                        <a:latin typeface="黑体" pitchFamily="49" charset="-122"/>
                        <a:ea typeface="黑体" pitchFamily="49" charset="-122"/>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558ED5"/>
                    </a:solidFill>
                  </a:tcPr>
                </a:tc>
                <a:tc>
                  <a:txBody>
                    <a:bodyPr/>
                    <a:lstStyle/>
                    <a:p>
                      <a:pPr marL="0" marR="0" lvl="0" indent="0" algn="ctr" defTabSz="914400" rtl="0" eaLnBrk="1" fontAlgn="base" latinLnBrk="0" hangingPunct="1">
                        <a:lnSpc>
                          <a:spcPct val="130000"/>
                        </a:lnSpc>
                        <a:spcBef>
                          <a:spcPct val="20000"/>
                        </a:spcBef>
                        <a:spcAft>
                          <a:spcPct val="0"/>
                        </a:spcAft>
                        <a:buClrTx/>
                        <a:buSzTx/>
                        <a:buFont typeface="Arial" charset="0"/>
                        <a:buNone/>
                      </a:pPr>
                      <a:r>
                        <a:rPr kumimoji="0" lang="zh-CN" altLang="en-US" sz="2200" b="0" i="0" u="none" strike="noStrike" cap="none" normalizeH="0" baseline="0" dirty="0" smtClean="0">
                          <a:ln>
                            <a:noFill/>
                          </a:ln>
                          <a:solidFill>
                            <a:srgbClr val="FFFF00"/>
                          </a:solidFill>
                          <a:effectLst/>
                          <a:latin typeface="黑体" pitchFamily="49" charset="-122"/>
                          <a:ea typeface="黑体" pitchFamily="49" charset="-122"/>
                        </a:rPr>
                        <a:t>发展任务</a:t>
                      </a:r>
                      <a:endParaRPr kumimoji="0" lang="zh-CN" altLang="en-US" sz="2200" b="0" i="0" u="none" strike="noStrike" cap="none" normalizeH="0" baseline="0" dirty="0" smtClean="0">
                        <a:ln>
                          <a:noFill/>
                        </a:ln>
                        <a:solidFill>
                          <a:srgbClr val="FFFF00"/>
                        </a:solidFill>
                        <a:effectLst/>
                        <a:latin typeface="黑体" pitchFamily="49" charset="-122"/>
                        <a:ea typeface="黑体" pitchFamily="49" charset="-122"/>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558ED5"/>
                    </a:solidFill>
                  </a:tcPr>
                </a:tc>
                <a:tc>
                  <a:txBody>
                    <a:bodyPr/>
                    <a:lstStyle/>
                    <a:p>
                      <a:pPr marL="0" marR="0" lvl="0" indent="0" algn="ctr" defTabSz="914400" rtl="0" eaLnBrk="1" fontAlgn="base" latinLnBrk="0" hangingPunct="1">
                        <a:lnSpc>
                          <a:spcPct val="130000"/>
                        </a:lnSpc>
                        <a:spcBef>
                          <a:spcPct val="20000"/>
                        </a:spcBef>
                        <a:spcAft>
                          <a:spcPct val="0"/>
                        </a:spcAft>
                        <a:buClrTx/>
                        <a:buSzTx/>
                        <a:buFont typeface="Arial" charset="0"/>
                        <a:buNone/>
                      </a:pPr>
                      <a:r>
                        <a:rPr kumimoji="0" lang="en-US" sz="2200" b="0" i="0" u="none" strike="noStrike" cap="none" normalizeH="0" baseline="0" smtClean="0">
                          <a:ln>
                            <a:noFill/>
                          </a:ln>
                          <a:solidFill>
                            <a:srgbClr val="FFFF00"/>
                          </a:solidFill>
                          <a:effectLst/>
                          <a:latin typeface="黑体" pitchFamily="49" charset="-122"/>
                          <a:ea typeface="黑体" pitchFamily="49" charset="-122"/>
                        </a:rPr>
                        <a:t>积极解决危机</a:t>
                      </a:r>
                      <a:endParaRPr kumimoji="0" lang="zh-CN" altLang="en-US" sz="2200" b="0" i="0" u="none" strike="noStrike" cap="none" normalizeH="0" baseline="0" smtClean="0">
                        <a:ln>
                          <a:noFill/>
                        </a:ln>
                        <a:solidFill>
                          <a:srgbClr val="FFFF00"/>
                        </a:solidFill>
                        <a:effectLst/>
                        <a:latin typeface="黑体" pitchFamily="49" charset="-122"/>
                        <a:ea typeface="黑体" pitchFamily="49" charset="-122"/>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558ED5"/>
                    </a:solidFill>
                  </a:tcPr>
                </a:tc>
                <a:tc>
                  <a:txBody>
                    <a:bodyPr/>
                    <a:lstStyle/>
                    <a:p>
                      <a:pPr marL="0" marR="0" lvl="0" indent="0" algn="ctr" defTabSz="914400" rtl="0" eaLnBrk="1" fontAlgn="base" latinLnBrk="0" hangingPunct="1">
                        <a:lnSpc>
                          <a:spcPct val="130000"/>
                        </a:lnSpc>
                        <a:spcBef>
                          <a:spcPct val="20000"/>
                        </a:spcBef>
                        <a:spcAft>
                          <a:spcPct val="0"/>
                        </a:spcAft>
                        <a:buClrTx/>
                        <a:buSzTx/>
                        <a:buFont typeface="Arial" charset="0"/>
                        <a:buNone/>
                      </a:pPr>
                      <a:r>
                        <a:rPr kumimoji="0" lang="en-US" sz="2200" b="0" i="0" u="none" strike="noStrike" cap="none" normalizeH="0" baseline="0" smtClean="0">
                          <a:ln>
                            <a:noFill/>
                          </a:ln>
                          <a:solidFill>
                            <a:srgbClr val="FFFF00"/>
                          </a:solidFill>
                          <a:effectLst/>
                          <a:latin typeface="黑体" pitchFamily="49" charset="-122"/>
                          <a:ea typeface="黑体" pitchFamily="49" charset="-122"/>
                        </a:rPr>
                        <a:t>解决危机失败</a:t>
                      </a:r>
                      <a:endParaRPr kumimoji="0" lang="zh-CN" altLang="en-US" sz="2200" b="0" i="0" u="none" strike="noStrike" cap="none" normalizeH="0" baseline="0" smtClean="0">
                        <a:ln>
                          <a:noFill/>
                        </a:ln>
                        <a:solidFill>
                          <a:srgbClr val="FFFF00"/>
                        </a:solidFill>
                        <a:effectLst/>
                        <a:latin typeface="黑体" pitchFamily="49" charset="-122"/>
                        <a:ea typeface="黑体" pitchFamily="49" charset="-122"/>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558ED5"/>
                    </a:solidFill>
                  </a:tcPr>
                </a:tc>
              </a:tr>
              <a:tr h="1025525">
                <a:tc>
                  <a:txBody>
                    <a:bodyPr/>
                    <a:lstStyle/>
                    <a:p>
                      <a:pPr marL="533400" marR="0" lvl="0" indent="-533400" algn="ctr" defTabSz="914400" rtl="0" eaLnBrk="1" fontAlgn="base" latinLnBrk="0" hangingPunct="1">
                        <a:lnSpc>
                          <a:spcPct val="130000"/>
                        </a:lnSpc>
                        <a:spcBef>
                          <a:spcPct val="20000"/>
                        </a:spcBef>
                        <a:spcAft>
                          <a:spcPct val="0"/>
                        </a:spcAft>
                        <a:buClrTx/>
                        <a:buSzTx/>
                        <a:buFont typeface="Arial" charset="0"/>
                        <a:buNone/>
                      </a:pPr>
                      <a:r>
                        <a:rPr kumimoji="0" lang="en-US" sz="2200" b="0" i="0" u="none" strike="noStrike" cap="none" normalizeH="0" baseline="0" dirty="0" smtClean="0">
                          <a:ln>
                            <a:noFill/>
                          </a:ln>
                          <a:solidFill>
                            <a:schemeClr val="bg1"/>
                          </a:solidFill>
                          <a:effectLst/>
                          <a:latin typeface="黑体" pitchFamily="49" charset="-122"/>
                          <a:ea typeface="黑体" pitchFamily="49" charset="-122"/>
                        </a:rPr>
                        <a:t>5. </a:t>
                      </a:r>
                      <a:r>
                        <a:rPr kumimoji="0" lang="en-US" sz="2200" b="0" i="0" u="none" strike="noStrike" cap="none" normalizeH="0" baseline="0" dirty="0" err="1" smtClean="0">
                          <a:ln>
                            <a:noFill/>
                          </a:ln>
                          <a:solidFill>
                            <a:schemeClr val="bg1"/>
                          </a:solidFill>
                          <a:effectLst/>
                          <a:latin typeface="黑体" pitchFamily="49" charset="-122"/>
                          <a:ea typeface="黑体" pitchFamily="49" charset="-122"/>
                        </a:rPr>
                        <a:t>青少年期</a:t>
                      </a:r>
                      <a:r>
                        <a:rPr kumimoji="0" lang="zh-CN" altLang="en-US" sz="2200" b="0" i="0" u="none" strike="noStrike" cap="none" normalizeH="0" baseline="0" dirty="0" smtClean="0">
                          <a:ln>
                            <a:noFill/>
                          </a:ln>
                          <a:solidFill>
                            <a:schemeClr val="bg1"/>
                          </a:solidFill>
                          <a:effectLst/>
                          <a:latin typeface="黑体" pitchFamily="49" charset="-122"/>
                          <a:ea typeface="黑体" pitchFamily="49" charset="-122"/>
                        </a:rPr>
                        <a:t>（</a:t>
                      </a:r>
                      <a:r>
                        <a:rPr kumimoji="0" lang="en-US" sz="2200" b="0" i="0" u="none" strike="noStrike" cap="none" normalizeH="0" baseline="0" dirty="0" smtClean="0">
                          <a:ln>
                            <a:noFill/>
                          </a:ln>
                          <a:solidFill>
                            <a:schemeClr val="bg1"/>
                          </a:solidFill>
                          <a:effectLst/>
                          <a:latin typeface="黑体" pitchFamily="49" charset="-122"/>
                          <a:ea typeface="黑体" pitchFamily="49" charset="-122"/>
                        </a:rPr>
                        <a:t>12-18</a:t>
                      </a:r>
                      <a:r>
                        <a:rPr kumimoji="0" lang="zh-CN" altLang="en-US" sz="2200" b="0" i="0" u="none" strike="noStrike" cap="none" normalizeH="0" baseline="0" dirty="0" smtClean="0">
                          <a:ln>
                            <a:noFill/>
                          </a:ln>
                          <a:solidFill>
                            <a:schemeClr val="bg1"/>
                          </a:solidFill>
                          <a:effectLst/>
                          <a:latin typeface="黑体" pitchFamily="49" charset="-122"/>
                          <a:ea typeface="黑体" pitchFamily="49" charset="-122"/>
                        </a:rPr>
                        <a:t>）</a:t>
                      </a:r>
                      <a:endParaRPr kumimoji="0" lang="zh-CN" altLang="en-US" sz="2200" b="0" i="0" u="none" strike="noStrike" cap="none" normalizeH="0" baseline="0" dirty="0" smtClean="0">
                        <a:ln>
                          <a:noFill/>
                        </a:ln>
                        <a:solidFill>
                          <a:schemeClr val="bg1"/>
                        </a:solidFill>
                        <a:effectLst/>
                        <a:latin typeface="黑体" pitchFamily="49" charset="-122"/>
                        <a:ea typeface="黑体" pitchFamily="49" charset="-122"/>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342900" marR="0" lvl="0" indent="-167005" algn="l" defTabSz="914400" rtl="0" eaLnBrk="0" fontAlgn="base" latinLnBrk="0" hangingPunct="0">
                        <a:lnSpc>
                          <a:spcPct val="130000"/>
                        </a:lnSpc>
                        <a:spcBef>
                          <a:spcPct val="0"/>
                        </a:spcBef>
                        <a:spcAft>
                          <a:spcPct val="0"/>
                        </a:spcAft>
                        <a:buClrTx/>
                        <a:buSzTx/>
                        <a:buFont typeface="Arial" charset="0"/>
                        <a:buNone/>
                      </a:pPr>
                      <a:r>
                        <a:rPr kumimoji="0" lang="zh-CN" altLang="en-US" sz="2200" b="0" i="0" u="none" strike="noStrike" cap="none" normalizeH="0" baseline="0" dirty="0" smtClean="0">
                          <a:ln>
                            <a:noFill/>
                          </a:ln>
                          <a:solidFill>
                            <a:schemeClr val="accent1"/>
                          </a:solidFill>
                          <a:effectLst/>
                          <a:latin typeface="微软雅黑" pitchFamily="34" charset="-122"/>
                          <a:ea typeface="黑体" pitchFamily="49" charset="-122"/>
                          <a:sym typeface="Calibri" pitchFamily="34" charset="0"/>
                        </a:rPr>
                        <a:t>形成角色同一性，防止角色混乱</a:t>
                      </a:r>
                      <a:endParaRPr kumimoji="0" lang="zh-CN" altLang="en-US" sz="2200" b="0" i="0" u="none" strike="noStrike" cap="none" normalizeH="0" baseline="0" dirty="0" smtClean="0">
                        <a:ln>
                          <a:noFill/>
                        </a:ln>
                        <a:solidFill>
                          <a:schemeClr val="accent1"/>
                        </a:solidFill>
                        <a:effectLst/>
                        <a:latin typeface="微软雅黑" pitchFamily="34" charset="-122"/>
                        <a:ea typeface="黑体" pitchFamily="49" charset="-122"/>
                        <a:sym typeface="Calibri" pitchFamily="34"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 typeface="Arial" charset="0"/>
                        <a:buNone/>
                      </a:pPr>
                      <a:r>
                        <a:rPr kumimoji="0" lang="en-US" sz="2200" b="0" i="0" u="none" strike="noStrike" cap="none" normalizeH="0" baseline="0" smtClean="0">
                          <a:ln>
                            <a:noFill/>
                          </a:ln>
                          <a:solidFill>
                            <a:schemeClr val="bg1"/>
                          </a:solidFill>
                          <a:effectLst/>
                          <a:latin typeface="黑体" pitchFamily="49" charset="-122"/>
                          <a:ea typeface="黑体" pitchFamily="49" charset="-122"/>
                        </a:rPr>
                        <a:t>忠诚</a:t>
                      </a:r>
                      <a:endParaRPr kumimoji="0" lang="zh-CN" altLang="en-US" sz="2200" b="0" i="0" u="none" strike="noStrike" cap="none" normalizeH="0" baseline="0" smtClean="0">
                        <a:ln>
                          <a:noFill/>
                        </a:ln>
                        <a:solidFill>
                          <a:schemeClr val="bg1"/>
                        </a:solidFill>
                        <a:effectLst/>
                        <a:latin typeface="黑体" pitchFamily="49" charset="-122"/>
                        <a:ea typeface="黑体" pitchFamily="49" charset="-122"/>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 typeface="Arial" charset="0"/>
                        <a:buNone/>
                      </a:pPr>
                      <a:r>
                        <a:rPr kumimoji="0" lang="en-US" sz="2200" b="0" i="0" u="none" strike="noStrike" cap="none" normalizeH="0" baseline="0" dirty="0" err="1" smtClean="0">
                          <a:ln>
                            <a:noFill/>
                          </a:ln>
                          <a:solidFill>
                            <a:schemeClr val="bg1"/>
                          </a:solidFill>
                          <a:effectLst/>
                          <a:latin typeface="黑体" pitchFamily="49" charset="-122"/>
                          <a:ea typeface="黑体" pitchFamily="49" charset="-122"/>
                        </a:rPr>
                        <a:t>不确定感</a:t>
                      </a:r>
                      <a:endParaRPr kumimoji="0" lang="zh-CN" altLang="en-US" sz="2200" b="0" i="0" u="none" strike="noStrike" cap="none" normalizeH="0" baseline="0" dirty="0" smtClean="0">
                        <a:ln>
                          <a:noFill/>
                        </a:ln>
                        <a:solidFill>
                          <a:schemeClr val="bg1"/>
                        </a:solidFill>
                        <a:effectLst/>
                        <a:latin typeface="黑体" pitchFamily="49" charset="-122"/>
                        <a:ea typeface="黑体" pitchFamily="49" charset="-122"/>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bl>
          </a:graphicData>
        </a:graphic>
      </p:graphicFrame>
      <p:pic>
        <p:nvPicPr>
          <p:cNvPr id="63506" name="Picture 24" descr="0010420102"/>
          <p:cNvPicPr>
            <a:picLocks noChangeAspect="1"/>
          </p:cNvPicPr>
          <p:nvPr/>
        </p:nvPicPr>
        <p:blipFill>
          <a:blip r:embed="rId1"/>
          <a:stretch>
            <a:fillRect/>
          </a:stretch>
        </p:blipFill>
        <p:spPr>
          <a:xfrm>
            <a:off x="8201025" y="3529013"/>
            <a:ext cx="2886075" cy="1890712"/>
          </a:xfrm>
          <a:prstGeom prst="rect">
            <a:avLst/>
          </a:prstGeom>
          <a:noFill/>
          <a:ln w="9525">
            <a:noFill/>
          </a:ln>
        </p:spPr>
      </p:pic>
      <p:pic>
        <p:nvPicPr>
          <p:cNvPr id="63507" name="Picture 25" descr="0010420108"/>
          <p:cNvPicPr>
            <a:picLocks noChangeAspect="1"/>
          </p:cNvPicPr>
          <p:nvPr/>
        </p:nvPicPr>
        <p:blipFill>
          <a:blip r:embed="rId2"/>
          <a:stretch>
            <a:fillRect/>
          </a:stretch>
        </p:blipFill>
        <p:spPr>
          <a:xfrm>
            <a:off x="4670425" y="3529013"/>
            <a:ext cx="3603625" cy="1890712"/>
          </a:xfrm>
          <a:prstGeom prst="rect">
            <a:avLst/>
          </a:prstGeom>
          <a:noFill/>
          <a:ln w="9525">
            <a:noFill/>
          </a:ln>
        </p:spPr>
      </p:pic>
      <p:pic>
        <p:nvPicPr>
          <p:cNvPr id="63508" name="Picture 26" descr="0010200009"/>
          <p:cNvPicPr>
            <a:picLocks noChangeAspect="1"/>
          </p:cNvPicPr>
          <p:nvPr/>
        </p:nvPicPr>
        <p:blipFill>
          <a:blip r:embed="rId3"/>
          <a:stretch>
            <a:fillRect/>
          </a:stretch>
        </p:blipFill>
        <p:spPr>
          <a:xfrm>
            <a:off x="944563" y="3529013"/>
            <a:ext cx="3759200" cy="1890712"/>
          </a:xfrm>
          <a:prstGeom prst="rect">
            <a:avLst/>
          </a:prstGeom>
          <a:noFill/>
          <a:ln w="9525">
            <a:noFill/>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59394" name="Group 2"/>
          <p:cNvGraphicFramePr>
            <a:graphicFrameLocks noGrp="1"/>
          </p:cNvGraphicFramePr>
          <p:nvPr>
            <p:ph idx="1"/>
          </p:nvPr>
        </p:nvGraphicFramePr>
        <p:xfrm>
          <a:off x="1228725" y="1028700"/>
          <a:ext cx="10383838" cy="1897063"/>
        </p:xfrm>
        <a:graphic>
          <a:graphicData uri="http://schemas.openxmlformats.org/drawingml/2006/table">
            <a:tbl>
              <a:tblPr/>
              <a:tblGrid>
                <a:gridCol w="2928922"/>
                <a:gridCol w="3286148"/>
                <a:gridCol w="2081205"/>
                <a:gridCol w="2087563"/>
              </a:tblGrid>
              <a:tr h="855663">
                <a:tc>
                  <a:txBody>
                    <a:bodyPr/>
                    <a:lstStyle/>
                    <a:p>
                      <a:pPr marL="0" marR="0" lvl="0" indent="0" algn="ctr" defTabSz="914400" rtl="0" eaLnBrk="1" fontAlgn="base" latinLnBrk="0" hangingPunct="1">
                        <a:lnSpc>
                          <a:spcPct val="130000"/>
                        </a:lnSpc>
                        <a:spcBef>
                          <a:spcPct val="20000"/>
                        </a:spcBef>
                        <a:spcAft>
                          <a:spcPct val="0"/>
                        </a:spcAft>
                        <a:buClrTx/>
                        <a:buSzTx/>
                        <a:buFont typeface="Arial" charset="0"/>
                        <a:buNone/>
                      </a:pPr>
                      <a:r>
                        <a:rPr kumimoji="0" lang="en-US" sz="2200" b="0" i="0" u="none" strike="noStrike" cap="none" normalizeH="0" baseline="0" dirty="0" err="1" smtClean="0">
                          <a:ln>
                            <a:noFill/>
                          </a:ln>
                          <a:solidFill>
                            <a:srgbClr val="FFFF00"/>
                          </a:solidFill>
                          <a:effectLst/>
                          <a:latin typeface="黑体" pitchFamily="49" charset="-122"/>
                          <a:ea typeface="黑体" pitchFamily="49" charset="-122"/>
                        </a:rPr>
                        <a:t>阶段</a:t>
                      </a:r>
                      <a:endParaRPr kumimoji="0" lang="zh-CN" altLang="en-US" sz="2200" b="0" i="0" u="none" strike="noStrike" cap="none" normalizeH="0" baseline="0" dirty="0" smtClean="0">
                        <a:ln>
                          <a:noFill/>
                        </a:ln>
                        <a:solidFill>
                          <a:srgbClr val="FFFF00"/>
                        </a:solidFill>
                        <a:effectLst/>
                        <a:latin typeface="黑体" pitchFamily="49" charset="-122"/>
                        <a:ea typeface="黑体" pitchFamily="49" charset="-122"/>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558ED5"/>
                    </a:solidFill>
                  </a:tcPr>
                </a:tc>
                <a:tc>
                  <a:txBody>
                    <a:bodyPr/>
                    <a:lstStyle/>
                    <a:p>
                      <a:pPr marL="0" marR="0" lvl="0" indent="0" algn="ctr" defTabSz="914400" rtl="0" eaLnBrk="1" fontAlgn="base" latinLnBrk="0" hangingPunct="1">
                        <a:lnSpc>
                          <a:spcPct val="130000"/>
                        </a:lnSpc>
                        <a:spcBef>
                          <a:spcPct val="20000"/>
                        </a:spcBef>
                        <a:spcAft>
                          <a:spcPct val="0"/>
                        </a:spcAft>
                        <a:buClrTx/>
                        <a:buSzTx/>
                        <a:buFont typeface="Arial" charset="0"/>
                        <a:buNone/>
                      </a:pPr>
                      <a:r>
                        <a:rPr kumimoji="0" lang="zh-CN" altLang="en-US" sz="2200" b="0" i="0" u="none" strike="noStrike" cap="none" normalizeH="0" baseline="0" dirty="0" smtClean="0">
                          <a:ln>
                            <a:noFill/>
                          </a:ln>
                          <a:solidFill>
                            <a:srgbClr val="FFFF00"/>
                          </a:solidFill>
                          <a:effectLst/>
                          <a:latin typeface="黑体" pitchFamily="49" charset="-122"/>
                          <a:ea typeface="黑体" pitchFamily="49" charset="-122"/>
                        </a:rPr>
                        <a:t>发展任务</a:t>
                      </a:r>
                      <a:endParaRPr kumimoji="0" lang="zh-CN" altLang="en-US" sz="2200" b="0" i="0" u="none" strike="noStrike" cap="none" normalizeH="0" baseline="0" dirty="0" smtClean="0">
                        <a:ln>
                          <a:noFill/>
                        </a:ln>
                        <a:solidFill>
                          <a:srgbClr val="FFFF00"/>
                        </a:solidFill>
                        <a:effectLst/>
                        <a:latin typeface="黑体" pitchFamily="49" charset="-122"/>
                        <a:ea typeface="黑体" pitchFamily="49" charset="-122"/>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558ED5"/>
                    </a:solidFill>
                  </a:tcPr>
                </a:tc>
                <a:tc>
                  <a:txBody>
                    <a:bodyPr/>
                    <a:lstStyle/>
                    <a:p>
                      <a:pPr marL="0" marR="0" lvl="0" indent="0" algn="ctr" defTabSz="914400" rtl="0" eaLnBrk="1" fontAlgn="base" latinLnBrk="0" hangingPunct="1">
                        <a:lnSpc>
                          <a:spcPct val="130000"/>
                        </a:lnSpc>
                        <a:spcBef>
                          <a:spcPct val="20000"/>
                        </a:spcBef>
                        <a:spcAft>
                          <a:spcPct val="0"/>
                        </a:spcAft>
                        <a:buClrTx/>
                        <a:buSzTx/>
                        <a:buFont typeface="Arial" charset="0"/>
                        <a:buNone/>
                      </a:pPr>
                      <a:r>
                        <a:rPr kumimoji="0" lang="en-US" sz="2200" b="0" i="0" u="none" strike="noStrike" cap="none" normalizeH="0" baseline="0" smtClean="0">
                          <a:ln>
                            <a:noFill/>
                          </a:ln>
                          <a:solidFill>
                            <a:srgbClr val="FFFF00"/>
                          </a:solidFill>
                          <a:effectLst/>
                          <a:latin typeface="黑体" pitchFamily="49" charset="-122"/>
                          <a:ea typeface="黑体" pitchFamily="49" charset="-122"/>
                        </a:rPr>
                        <a:t>积极解决危机</a:t>
                      </a:r>
                      <a:endParaRPr kumimoji="0" lang="zh-CN" altLang="en-US" sz="2200" b="0" i="0" u="none" strike="noStrike" cap="none" normalizeH="0" baseline="0" smtClean="0">
                        <a:ln>
                          <a:noFill/>
                        </a:ln>
                        <a:solidFill>
                          <a:srgbClr val="FFFF00"/>
                        </a:solidFill>
                        <a:effectLst/>
                        <a:latin typeface="黑体" pitchFamily="49" charset="-122"/>
                        <a:ea typeface="黑体" pitchFamily="49" charset="-122"/>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558ED5"/>
                    </a:solidFill>
                  </a:tcPr>
                </a:tc>
                <a:tc>
                  <a:txBody>
                    <a:bodyPr/>
                    <a:lstStyle/>
                    <a:p>
                      <a:pPr marL="0" marR="0" lvl="0" indent="0" algn="ctr" defTabSz="914400" rtl="0" eaLnBrk="1" fontAlgn="base" latinLnBrk="0" hangingPunct="1">
                        <a:lnSpc>
                          <a:spcPct val="130000"/>
                        </a:lnSpc>
                        <a:spcBef>
                          <a:spcPct val="20000"/>
                        </a:spcBef>
                        <a:spcAft>
                          <a:spcPct val="0"/>
                        </a:spcAft>
                        <a:buClrTx/>
                        <a:buSzTx/>
                        <a:buFont typeface="Arial" charset="0"/>
                        <a:buNone/>
                      </a:pPr>
                      <a:r>
                        <a:rPr kumimoji="0" lang="en-US" sz="2200" b="0" i="0" u="none" strike="noStrike" cap="none" normalizeH="0" baseline="0" smtClean="0">
                          <a:ln>
                            <a:noFill/>
                          </a:ln>
                          <a:solidFill>
                            <a:srgbClr val="FFFF00"/>
                          </a:solidFill>
                          <a:effectLst/>
                          <a:latin typeface="黑体" pitchFamily="49" charset="-122"/>
                          <a:ea typeface="黑体" pitchFamily="49" charset="-122"/>
                        </a:rPr>
                        <a:t>解决危机失败</a:t>
                      </a:r>
                      <a:endParaRPr kumimoji="0" lang="zh-CN" altLang="en-US" sz="2200" b="0" i="0" u="none" strike="noStrike" cap="none" normalizeH="0" baseline="0" smtClean="0">
                        <a:ln>
                          <a:noFill/>
                        </a:ln>
                        <a:solidFill>
                          <a:srgbClr val="FFFF00"/>
                        </a:solidFill>
                        <a:effectLst/>
                        <a:latin typeface="黑体" pitchFamily="49" charset="-122"/>
                        <a:ea typeface="黑体" pitchFamily="49" charset="-122"/>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558ED5"/>
                    </a:solidFill>
                  </a:tcPr>
                </a:tc>
              </a:tr>
              <a:tr h="1041400">
                <a:tc>
                  <a:txBody>
                    <a:bodyPr/>
                    <a:lstStyle/>
                    <a:p>
                      <a:pPr marL="0" marR="0" lvl="0" indent="0" algn="ctr" defTabSz="914400" rtl="0" eaLnBrk="1" fontAlgn="base" latinLnBrk="0" hangingPunct="1">
                        <a:lnSpc>
                          <a:spcPct val="130000"/>
                        </a:lnSpc>
                        <a:spcBef>
                          <a:spcPct val="20000"/>
                        </a:spcBef>
                        <a:spcAft>
                          <a:spcPct val="0"/>
                        </a:spcAft>
                        <a:buClrTx/>
                        <a:buSzTx/>
                        <a:buFont typeface="Arial" charset="0"/>
                        <a:buNone/>
                      </a:pPr>
                      <a:r>
                        <a:rPr kumimoji="0" lang="en-US" sz="2200" b="0" i="0" u="none" strike="noStrike" cap="none" normalizeH="0" baseline="0" smtClean="0">
                          <a:ln>
                            <a:noFill/>
                          </a:ln>
                          <a:solidFill>
                            <a:schemeClr val="bg1"/>
                          </a:solidFill>
                          <a:effectLst/>
                          <a:latin typeface="黑体" pitchFamily="49" charset="-122"/>
                          <a:ea typeface="黑体" pitchFamily="49" charset="-122"/>
                        </a:rPr>
                        <a:t>6. 成年早期</a:t>
                      </a:r>
                      <a:r>
                        <a:rPr kumimoji="0" lang="zh-CN" altLang="en-US" sz="2200" b="0" i="0" u="none" strike="noStrike" cap="none" normalizeH="0" baseline="0" smtClean="0">
                          <a:ln>
                            <a:noFill/>
                          </a:ln>
                          <a:solidFill>
                            <a:schemeClr val="bg1"/>
                          </a:solidFill>
                          <a:effectLst/>
                          <a:latin typeface="黑体" pitchFamily="49" charset="-122"/>
                          <a:ea typeface="黑体" pitchFamily="49" charset="-122"/>
                        </a:rPr>
                        <a:t>（</a:t>
                      </a:r>
                      <a:r>
                        <a:rPr kumimoji="0" lang="en-US" sz="2200" b="0" i="0" u="none" strike="noStrike" cap="none" normalizeH="0" baseline="0" smtClean="0">
                          <a:ln>
                            <a:noFill/>
                          </a:ln>
                          <a:solidFill>
                            <a:schemeClr val="bg1"/>
                          </a:solidFill>
                          <a:effectLst/>
                          <a:latin typeface="黑体" pitchFamily="49" charset="-122"/>
                          <a:ea typeface="黑体" pitchFamily="49" charset="-122"/>
                        </a:rPr>
                        <a:t>18-25</a:t>
                      </a:r>
                      <a:r>
                        <a:rPr kumimoji="0" lang="zh-CN" altLang="en-US" sz="2200" b="0" i="0" u="none" strike="noStrike" cap="none" normalizeH="0" baseline="0" smtClean="0">
                          <a:ln>
                            <a:noFill/>
                          </a:ln>
                          <a:solidFill>
                            <a:schemeClr val="bg1"/>
                          </a:solidFill>
                          <a:effectLst/>
                          <a:latin typeface="黑体" pitchFamily="49" charset="-122"/>
                          <a:ea typeface="黑体" pitchFamily="49" charset="-122"/>
                        </a:rPr>
                        <a:t>）</a:t>
                      </a:r>
                      <a:endParaRPr kumimoji="0" lang="zh-CN" altLang="en-US" sz="2200" b="0" i="0" u="none" strike="noStrike" cap="none" normalizeH="0" baseline="0" smtClean="0">
                        <a:ln>
                          <a:noFill/>
                        </a:ln>
                        <a:solidFill>
                          <a:schemeClr val="bg1"/>
                        </a:solidFill>
                        <a:effectLst/>
                        <a:latin typeface="黑体" pitchFamily="49" charset="-122"/>
                        <a:ea typeface="黑体" pitchFamily="49" charset="-122"/>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130000"/>
                        </a:lnSpc>
                        <a:spcBef>
                          <a:spcPct val="0"/>
                        </a:spcBef>
                        <a:spcAft>
                          <a:spcPct val="0"/>
                        </a:spcAft>
                        <a:buClrTx/>
                        <a:buSzTx/>
                        <a:buFont typeface="Arial" charset="0"/>
                        <a:buNone/>
                      </a:pPr>
                      <a:r>
                        <a:rPr kumimoji="0" lang="zh-CN" altLang="en-US" sz="2200" b="0" i="0" u="none" strike="noStrike" cap="none" normalizeH="0" baseline="0" dirty="0" smtClean="0">
                          <a:ln>
                            <a:noFill/>
                          </a:ln>
                          <a:solidFill>
                            <a:schemeClr val="accent1"/>
                          </a:solidFill>
                          <a:effectLst/>
                          <a:latin typeface="微软雅黑" pitchFamily="34" charset="-122"/>
                          <a:ea typeface="黑体" pitchFamily="49" charset="-122"/>
                          <a:sym typeface="Calibri" pitchFamily="34" charset="0"/>
                        </a:rPr>
                        <a:t>获得亲密感，避免孤独感</a:t>
                      </a:r>
                      <a:endParaRPr kumimoji="0" lang="zh-CN" altLang="en-US" sz="2200" b="0" i="0" u="none" strike="noStrike" cap="none" normalizeH="0" baseline="0" dirty="0" smtClean="0">
                        <a:ln>
                          <a:noFill/>
                        </a:ln>
                        <a:solidFill>
                          <a:schemeClr val="accent1"/>
                        </a:solidFill>
                        <a:effectLst/>
                        <a:latin typeface="微软雅黑" pitchFamily="34" charset="-122"/>
                        <a:ea typeface="黑体" pitchFamily="49" charset="-122"/>
                        <a:sym typeface="Calibri" pitchFamily="34"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 typeface="Arial" charset="0"/>
                        <a:buNone/>
                      </a:pPr>
                      <a:r>
                        <a:rPr kumimoji="0" lang="en-US" sz="2200" b="0" i="0" u="none" strike="noStrike" cap="none" normalizeH="0" baseline="0" smtClean="0">
                          <a:ln>
                            <a:noFill/>
                          </a:ln>
                          <a:solidFill>
                            <a:schemeClr val="bg1"/>
                          </a:solidFill>
                          <a:effectLst/>
                          <a:latin typeface="黑体" pitchFamily="49" charset="-122"/>
                          <a:ea typeface="黑体" pitchFamily="49" charset="-122"/>
                        </a:rPr>
                        <a:t>爱</a:t>
                      </a:r>
                      <a:endParaRPr kumimoji="0" lang="zh-CN" altLang="en-US" sz="2200" b="0" i="0" u="none" strike="noStrike" cap="none" normalizeH="0" baseline="0" smtClean="0">
                        <a:ln>
                          <a:noFill/>
                        </a:ln>
                        <a:solidFill>
                          <a:schemeClr val="bg1"/>
                        </a:solidFill>
                        <a:effectLst/>
                        <a:latin typeface="黑体" pitchFamily="49" charset="-122"/>
                        <a:ea typeface="黑体" pitchFamily="49" charset="-122"/>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 typeface="Arial" charset="0"/>
                        <a:buNone/>
                      </a:pPr>
                      <a:r>
                        <a:rPr kumimoji="0" lang="en-US" sz="2200" b="0" i="0" u="none" strike="noStrike" cap="none" normalizeH="0" baseline="0" dirty="0" err="1" smtClean="0">
                          <a:ln>
                            <a:noFill/>
                          </a:ln>
                          <a:solidFill>
                            <a:schemeClr val="bg1"/>
                          </a:solidFill>
                          <a:effectLst/>
                          <a:latin typeface="黑体" pitchFamily="49" charset="-122"/>
                          <a:ea typeface="黑体" pitchFamily="49" charset="-122"/>
                        </a:rPr>
                        <a:t>泛爱</a:t>
                      </a:r>
                      <a:r>
                        <a:rPr kumimoji="0" lang="en-US" sz="2200" b="0" i="0" u="none" strike="noStrike" cap="none" normalizeH="0" baseline="0" dirty="0" smtClean="0">
                          <a:ln>
                            <a:noFill/>
                          </a:ln>
                          <a:solidFill>
                            <a:schemeClr val="bg1"/>
                          </a:solidFill>
                          <a:effectLst/>
                          <a:latin typeface="黑体" pitchFamily="49" charset="-122"/>
                          <a:ea typeface="黑体" pitchFamily="49" charset="-122"/>
                        </a:rPr>
                        <a:t>/</a:t>
                      </a:r>
                      <a:r>
                        <a:rPr kumimoji="0" lang="en-US" sz="2200" b="0" i="0" u="none" strike="noStrike" cap="none" normalizeH="0" baseline="0" dirty="0" err="1" smtClean="0">
                          <a:ln>
                            <a:noFill/>
                          </a:ln>
                          <a:solidFill>
                            <a:schemeClr val="bg1"/>
                          </a:solidFill>
                          <a:effectLst/>
                          <a:latin typeface="黑体" pitchFamily="49" charset="-122"/>
                          <a:ea typeface="黑体" pitchFamily="49" charset="-122"/>
                        </a:rPr>
                        <a:t>封闭</a:t>
                      </a:r>
                      <a:endParaRPr kumimoji="0" lang="zh-CN" altLang="en-US" sz="2200" b="0" i="0" u="none" strike="noStrike" cap="none" normalizeH="0" baseline="0" dirty="0" smtClean="0">
                        <a:ln>
                          <a:noFill/>
                        </a:ln>
                        <a:solidFill>
                          <a:schemeClr val="bg1"/>
                        </a:solidFill>
                        <a:effectLst/>
                        <a:latin typeface="黑体" pitchFamily="49" charset="-122"/>
                        <a:ea typeface="黑体" pitchFamily="49" charset="-122"/>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bl>
          </a:graphicData>
        </a:graphic>
      </p:graphicFrame>
      <p:pic>
        <p:nvPicPr>
          <p:cNvPr id="65554" name="Picture 34" descr="0630320151"/>
          <p:cNvPicPr>
            <a:picLocks noChangeAspect="1"/>
          </p:cNvPicPr>
          <p:nvPr/>
        </p:nvPicPr>
        <p:blipFill>
          <a:blip r:embed="rId1"/>
          <a:stretch>
            <a:fillRect/>
          </a:stretch>
        </p:blipFill>
        <p:spPr>
          <a:xfrm>
            <a:off x="6948488" y="3600450"/>
            <a:ext cx="3581400" cy="1889125"/>
          </a:xfrm>
          <a:prstGeom prst="rect">
            <a:avLst/>
          </a:prstGeom>
          <a:noFill/>
          <a:ln w="9525">
            <a:noFill/>
          </a:ln>
        </p:spPr>
      </p:pic>
      <p:pic>
        <p:nvPicPr>
          <p:cNvPr id="65555" name="Picture 35" descr="0690140017"/>
          <p:cNvPicPr>
            <a:picLocks noChangeAspect="1"/>
          </p:cNvPicPr>
          <p:nvPr/>
        </p:nvPicPr>
        <p:blipFill>
          <a:blip r:embed="rId2"/>
          <a:stretch>
            <a:fillRect/>
          </a:stretch>
        </p:blipFill>
        <p:spPr>
          <a:xfrm>
            <a:off x="5178425" y="3600450"/>
            <a:ext cx="1770063" cy="1889125"/>
          </a:xfrm>
          <a:prstGeom prst="rect">
            <a:avLst/>
          </a:prstGeom>
          <a:noFill/>
          <a:ln w="9525">
            <a:noFill/>
          </a:ln>
        </p:spPr>
      </p:pic>
      <p:pic>
        <p:nvPicPr>
          <p:cNvPr id="65556" name="Picture 36" descr="0330150040"/>
          <p:cNvPicPr>
            <a:picLocks noChangeAspect="1"/>
          </p:cNvPicPr>
          <p:nvPr/>
        </p:nvPicPr>
        <p:blipFill>
          <a:blip r:embed="rId3"/>
          <a:stretch>
            <a:fillRect/>
          </a:stretch>
        </p:blipFill>
        <p:spPr>
          <a:xfrm>
            <a:off x="1819275" y="3600450"/>
            <a:ext cx="3343275" cy="1890713"/>
          </a:xfrm>
          <a:prstGeom prst="rect">
            <a:avLst/>
          </a:prstGeom>
          <a:noFill/>
          <a:ln w="9525">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61442" name="Group 2"/>
          <p:cNvGraphicFramePr>
            <a:graphicFrameLocks noGrp="1"/>
          </p:cNvGraphicFramePr>
          <p:nvPr>
            <p:ph idx="1"/>
          </p:nvPr>
        </p:nvGraphicFramePr>
        <p:xfrm>
          <a:off x="1187450" y="1152525"/>
          <a:ext cx="9977438" cy="1943100"/>
        </p:xfrm>
        <a:graphic>
          <a:graphicData uri="http://schemas.openxmlformats.org/drawingml/2006/table">
            <a:tbl>
              <a:tblPr/>
              <a:tblGrid>
                <a:gridCol w="2827321"/>
                <a:gridCol w="3143272"/>
                <a:gridCol w="2214578"/>
                <a:gridCol w="1792267"/>
              </a:tblGrid>
              <a:tr h="863600">
                <a:tc>
                  <a:txBody>
                    <a:bodyPr/>
                    <a:lstStyle/>
                    <a:p>
                      <a:pPr marL="0" marR="0" lvl="0" indent="0" algn="ctr" defTabSz="914400" rtl="0" eaLnBrk="1" fontAlgn="base" latinLnBrk="0" hangingPunct="1">
                        <a:lnSpc>
                          <a:spcPct val="130000"/>
                        </a:lnSpc>
                        <a:spcBef>
                          <a:spcPct val="20000"/>
                        </a:spcBef>
                        <a:spcAft>
                          <a:spcPct val="0"/>
                        </a:spcAft>
                        <a:buClrTx/>
                        <a:buSzTx/>
                        <a:buFont typeface="Arial" charset="0"/>
                        <a:buNone/>
                      </a:pPr>
                      <a:r>
                        <a:rPr kumimoji="0" lang="en-US" sz="2200" b="0" i="0" u="none" strike="noStrike" cap="none" normalizeH="0" baseline="0" dirty="0" err="1" smtClean="0">
                          <a:ln>
                            <a:noFill/>
                          </a:ln>
                          <a:solidFill>
                            <a:srgbClr val="FFFF00"/>
                          </a:solidFill>
                          <a:effectLst/>
                          <a:latin typeface="黑体" pitchFamily="49" charset="-122"/>
                          <a:ea typeface="黑体" pitchFamily="49" charset="-122"/>
                        </a:rPr>
                        <a:t>阶段</a:t>
                      </a:r>
                      <a:endParaRPr kumimoji="0" lang="zh-CN" altLang="en-US" sz="2200" b="0" i="0" u="none" strike="noStrike" cap="none" normalizeH="0" baseline="0" dirty="0" smtClean="0">
                        <a:ln>
                          <a:noFill/>
                        </a:ln>
                        <a:solidFill>
                          <a:srgbClr val="FFFF00"/>
                        </a:solidFill>
                        <a:effectLst/>
                        <a:latin typeface="黑体" pitchFamily="49" charset="-122"/>
                        <a:ea typeface="黑体" pitchFamily="49" charset="-122"/>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558ED5"/>
                    </a:solidFill>
                  </a:tcPr>
                </a:tc>
                <a:tc>
                  <a:txBody>
                    <a:bodyPr/>
                    <a:lstStyle/>
                    <a:p>
                      <a:pPr marL="0" marR="0" lvl="0" indent="0" algn="ctr" defTabSz="914400" rtl="0" eaLnBrk="1" fontAlgn="base" latinLnBrk="0" hangingPunct="1">
                        <a:lnSpc>
                          <a:spcPct val="130000"/>
                        </a:lnSpc>
                        <a:spcBef>
                          <a:spcPct val="20000"/>
                        </a:spcBef>
                        <a:spcAft>
                          <a:spcPct val="0"/>
                        </a:spcAft>
                        <a:buClrTx/>
                        <a:buSzTx/>
                        <a:buFont typeface="Arial" charset="0"/>
                        <a:buNone/>
                      </a:pPr>
                      <a:r>
                        <a:rPr kumimoji="0" lang="zh-CN" altLang="en-US" sz="2200" b="0" i="0" u="none" strike="noStrike" cap="none" normalizeH="0" baseline="0" dirty="0" smtClean="0">
                          <a:ln>
                            <a:noFill/>
                          </a:ln>
                          <a:solidFill>
                            <a:srgbClr val="FFFF00"/>
                          </a:solidFill>
                          <a:effectLst/>
                          <a:latin typeface="黑体" pitchFamily="49" charset="-122"/>
                          <a:ea typeface="黑体" pitchFamily="49" charset="-122"/>
                        </a:rPr>
                        <a:t>发展任务</a:t>
                      </a:r>
                      <a:endParaRPr kumimoji="0" lang="zh-CN" altLang="en-US" sz="2200" b="0" i="0" u="none" strike="noStrike" cap="none" normalizeH="0" baseline="0" dirty="0" smtClean="0">
                        <a:ln>
                          <a:noFill/>
                        </a:ln>
                        <a:solidFill>
                          <a:srgbClr val="FFFF00"/>
                        </a:solidFill>
                        <a:effectLst/>
                        <a:latin typeface="黑体" pitchFamily="49" charset="-122"/>
                        <a:ea typeface="黑体" pitchFamily="49" charset="-122"/>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558ED5"/>
                    </a:solidFill>
                  </a:tcPr>
                </a:tc>
                <a:tc>
                  <a:txBody>
                    <a:bodyPr/>
                    <a:lstStyle/>
                    <a:p>
                      <a:pPr marL="0" marR="0" lvl="0" indent="0" algn="ctr" defTabSz="914400" rtl="0" eaLnBrk="1" fontAlgn="base" latinLnBrk="0" hangingPunct="1">
                        <a:lnSpc>
                          <a:spcPct val="130000"/>
                        </a:lnSpc>
                        <a:spcBef>
                          <a:spcPct val="20000"/>
                        </a:spcBef>
                        <a:spcAft>
                          <a:spcPct val="0"/>
                        </a:spcAft>
                        <a:buClrTx/>
                        <a:buSzTx/>
                        <a:buFont typeface="Arial" charset="0"/>
                        <a:buNone/>
                      </a:pPr>
                      <a:r>
                        <a:rPr kumimoji="0" lang="en-US" sz="2200" b="0" i="0" u="none" strike="noStrike" cap="none" normalizeH="0" baseline="0" smtClean="0">
                          <a:ln>
                            <a:noFill/>
                          </a:ln>
                          <a:solidFill>
                            <a:srgbClr val="FFFF00"/>
                          </a:solidFill>
                          <a:effectLst/>
                          <a:latin typeface="黑体" pitchFamily="49" charset="-122"/>
                          <a:ea typeface="黑体" pitchFamily="49" charset="-122"/>
                        </a:rPr>
                        <a:t>积极解决危机</a:t>
                      </a:r>
                      <a:endParaRPr kumimoji="0" lang="zh-CN" altLang="en-US" sz="2200" b="0" i="0" u="none" strike="noStrike" cap="none" normalizeH="0" baseline="0" smtClean="0">
                        <a:ln>
                          <a:noFill/>
                        </a:ln>
                        <a:solidFill>
                          <a:srgbClr val="FFFF00"/>
                        </a:solidFill>
                        <a:effectLst/>
                        <a:latin typeface="黑体" pitchFamily="49" charset="-122"/>
                        <a:ea typeface="黑体" pitchFamily="49" charset="-122"/>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558ED5"/>
                    </a:solidFill>
                  </a:tcPr>
                </a:tc>
                <a:tc>
                  <a:txBody>
                    <a:bodyPr/>
                    <a:lstStyle/>
                    <a:p>
                      <a:pPr marL="0" marR="0" lvl="0" indent="0" algn="ctr" defTabSz="914400" rtl="0" eaLnBrk="1" fontAlgn="base" latinLnBrk="0" hangingPunct="1">
                        <a:lnSpc>
                          <a:spcPct val="130000"/>
                        </a:lnSpc>
                        <a:spcBef>
                          <a:spcPct val="20000"/>
                        </a:spcBef>
                        <a:spcAft>
                          <a:spcPct val="0"/>
                        </a:spcAft>
                        <a:buClrTx/>
                        <a:buSzTx/>
                        <a:buFont typeface="Arial" charset="0"/>
                        <a:buNone/>
                      </a:pPr>
                      <a:r>
                        <a:rPr kumimoji="0" lang="en-US" sz="2200" b="0" i="0" u="none" strike="noStrike" cap="none" normalizeH="0" baseline="0" smtClean="0">
                          <a:ln>
                            <a:noFill/>
                          </a:ln>
                          <a:solidFill>
                            <a:srgbClr val="FFFF00"/>
                          </a:solidFill>
                          <a:effectLst/>
                          <a:latin typeface="黑体" pitchFamily="49" charset="-122"/>
                          <a:ea typeface="黑体" pitchFamily="49" charset="-122"/>
                        </a:rPr>
                        <a:t>解决危机失败</a:t>
                      </a:r>
                      <a:endParaRPr kumimoji="0" lang="zh-CN" altLang="en-US" sz="2200" b="0" i="0" u="none" strike="noStrike" cap="none" normalizeH="0" baseline="0" smtClean="0">
                        <a:ln>
                          <a:noFill/>
                        </a:ln>
                        <a:solidFill>
                          <a:srgbClr val="FFFF00"/>
                        </a:solidFill>
                        <a:effectLst/>
                        <a:latin typeface="黑体" pitchFamily="49" charset="-122"/>
                        <a:ea typeface="黑体" pitchFamily="49" charset="-122"/>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558ED5"/>
                    </a:solidFill>
                  </a:tcPr>
                </a:tc>
              </a:tr>
              <a:tr h="1079500">
                <a:tc>
                  <a:txBody>
                    <a:bodyPr/>
                    <a:lstStyle/>
                    <a:p>
                      <a:pPr marL="0" marR="0" lvl="0" indent="0" algn="ctr" defTabSz="914400" rtl="0" eaLnBrk="1" fontAlgn="base" latinLnBrk="0" hangingPunct="1">
                        <a:lnSpc>
                          <a:spcPct val="130000"/>
                        </a:lnSpc>
                        <a:spcBef>
                          <a:spcPct val="20000"/>
                        </a:spcBef>
                        <a:spcAft>
                          <a:spcPct val="0"/>
                        </a:spcAft>
                        <a:buClrTx/>
                        <a:buSzTx/>
                        <a:buFont typeface="Arial" charset="0"/>
                        <a:buNone/>
                      </a:pPr>
                      <a:r>
                        <a:rPr kumimoji="0" lang="en-US" sz="2200" b="0" i="0" u="none" strike="noStrike" cap="none" normalizeH="0" baseline="0" smtClean="0">
                          <a:ln>
                            <a:noFill/>
                          </a:ln>
                          <a:solidFill>
                            <a:schemeClr val="bg1"/>
                          </a:solidFill>
                          <a:effectLst/>
                          <a:latin typeface="黑体" pitchFamily="49" charset="-122"/>
                          <a:ea typeface="黑体" pitchFamily="49" charset="-122"/>
                        </a:rPr>
                        <a:t>7. 成年中期</a:t>
                      </a:r>
                      <a:r>
                        <a:rPr kumimoji="0" lang="zh-CN" altLang="en-US" sz="2200" b="0" i="0" u="none" strike="noStrike" cap="none" normalizeH="0" baseline="0" smtClean="0">
                          <a:ln>
                            <a:noFill/>
                          </a:ln>
                          <a:solidFill>
                            <a:schemeClr val="bg1"/>
                          </a:solidFill>
                          <a:effectLst/>
                          <a:latin typeface="黑体" pitchFamily="49" charset="-122"/>
                          <a:ea typeface="黑体" pitchFamily="49" charset="-122"/>
                        </a:rPr>
                        <a:t>（</a:t>
                      </a:r>
                      <a:r>
                        <a:rPr kumimoji="0" lang="en-US" sz="2200" b="0" i="0" u="none" strike="noStrike" cap="none" normalizeH="0" baseline="0" smtClean="0">
                          <a:ln>
                            <a:noFill/>
                          </a:ln>
                          <a:solidFill>
                            <a:schemeClr val="bg1"/>
                          </a:solidFill>
                          <a:effectLst/>
                          <a:latin typeface="黑体" pitchFamily="49" charset="-122"/>
                          <a:ea typeface="黑体" pitchFamily="49" charset="-122"/>
                        </a:rPr>
                        <a:t>25-50</a:t>
                      </a:r>
                      <a:r>
                        <a:rPr kumimoji="0" lang="zh-CN" altLang="en-US" sz="2200" b="0" i="0" u="none" strike="noStrike" cap="none" normalizeH="0" baseline="0" smtClean="0">
                          <a:ln>
                            <a:noFill/>
                          </a:ln>
                          <a:solidFill>
                            <a:schemeClr val="bg1"/>
                          </a:solidFill>
                          <a:effectLst/>
                          <a:latin typeface="黑体" pitchFamily="49" charset="-122"/>
                          <a:ea typeface="黑体" pitchFamily="49" charset="-122"/>
                        </a:rPr>
                        <a:t>）</a:t>
                      </a:r>
                      <a:endParaRPr kumimoji="0" lang="zh-CN" altLang="en-US" sz="2200" b="0" i="0" u="none" strike="noStrike" cap="none" normalizeH="0" baseline="0" smtClean="0">
                        <a:ln>
                          <a:noFill/>
                        </a:ln>
                        <a:solidFill>
                          <a:schemeClr val="bg1"/>
                        </a:solidFill>
                        <a:effectLst/>
                        <a:latin typeface="黑体" pitchFamily="49" charset="-122"/>
                        <a:ea typeface="黑体" pitchFamily="49" charset="-122"/>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0" fontAlgn="base" latinLnBrk="0" hangingPunct="0">
                        <a:lnSpc>
                          <a:spcPct val="130000"/>
                        </a:lnSpc>
                        <a:spcBef>
                          <a:spcPct val="0"/>
                        </a:spcBef>
                        <a:spcAft>
                          <a:spcPct val="0"/>
                        </a:spcAft>
                        <a:buClrTx/>
                        <a:buSzTx/>
                        <a:buFont typeface="Arial" charset="0"/>
                        <a:buNone/>
                      </a:pPr>
                      <a:r>
                        <a:rPr kumimoji="0" lang="zh-CN" altLang="en-US" sz="2200" b="0" i="0" u="none" strike="noStrike" cap="none" normalizeH="0" baseline="0" dirty="0" smtClean="0">
                          <a:ln>
                            <a:noFill/>
                          </a:ln>
                          <a:solidFill>
                            <a:schemeClr val="accent1"/>
                          </a:solidFill>
                          <a:effectLst/>
                          <a:latin typeface="微软雅黑" pitchFamily="34" charset="-122"/>
                          <a:ea typeface="黑体" pitchFamily="49" charset="-122"/>
                          <a:sym typeface="Calibri" pitchFamily="34" charset="0"/>
                        </a:rPr>
                        <a:t>获得繁衍感，避免停滞感</a:t>
                      </a:r>
                      <a:endParaRPr kumimoji="0" lang="zh-CN" altLang="en-US" sz="2200" b="0" i="0" u="none" strike="noStrike" cap="none" normalizeH="0" baseline="0" dirty="0" smtClean="0">
                        <a:ln>
                          <a:noFill/>
                        </a:ln>
                        <a:solidFill>
                          <a:schemeClr val="accent1"/>
                        </a:solidFill>
                        <a:effectLst/>
                        <a:latin typeface="微软雅黑" pitchFamily="34" charset="-122"/>
                        <a:ea typeface="黑体" pitchFamily="49" charset="-122"/>
                        <a:sym typeface="Calibri" pitchFamily="34"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 typeface="Arial" charset="0"/>
                        <a:buNone/>
                      </a:pPr>
                      <a:r>
                        <a:rPr kumimoji="0" lang="en-US" sz="2200" b="0" i="0" u="none" strike="noStrike" cap="none" normalizeH="0" baseline="0" smtClean="0">
                          <a:ln>
                            <a:noFill/>
                          </a:ln>
                          <a:solidFill>
                            <a:schemeClr val="bg1"/>
                          </a:solidFill>
                          <a:effectLst/>
                          <a:latin typeface="黑体" pitchFamily="49" charset="-122"/>
                          <a:ea typeface="黑体" pitchFamily="49" charset="-122"/>
                        </a:rPr>
                        <a:t>关心他人</a:t>
                      </a:r>
                      <a:endParaRPr kumimoji="0" lang="zh-CN" altLang="en-US" sz="2200" b="0" i="0" u="none" strike="noStrike" cap="none" normalizeH="0" baseline="0" smtClean="0">
                        <a:ln>
                          <a:noFill/>
                        </a:ln>
                        <a:solidFill>
                          <a:schemeClr val="bg1"/>
                        </a:solidFill>
                        <a:effectLst/>
                        <a:latin typeface="黑体" pitchFamily="49" charset="-122"/>
                        <a:ea typeface="黑体" pitchFamily="49" charset="-122"/>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 typeface="Arial" charset="0"/>
                        <a:buNone/>
                      </a:pPr>
                      <a:r>
                        <a:rPr kumimoji="0" lang="en-US" sz="2200" b="0" i="0" u="none" strike="noStrike" cap="none" normalizeH="0" baseline="0" dirty="0" err="1" smtClean="0">
                          <a:ln>
                            <a:noFill/>
                          </a:ln>
                          <a:solidFill>
                            <a:schemeClr val="bg1"/>
                          </a:solidFill>
                          <a:effectLst/>
                          <a:latin typeface="黑体" pitchFamily="49" charset="-122"/>
                          <a:ea typeface="黑体" pitchFamily="49" charset="-122"/>
                        </a:rPr>
                        <a:t>自私自利</a:t>
                      </a:r>
                      <a:endParaRPr kumimoji="0" lang="zh-CN" altLang="en-US" sz="2200" b="0" i="0" u="none" strike="noStrike" cap="none" normalizeH="0" baseline="0" dirty="0" smtClean="0">
                        <a:ln>
                          <a:noFill/>
                        </a:ln>
                        <a:solidFill>
                          <a:schemeClr val="bg1"/>
                        </a:solidFill>
                        <a:effectLst/>
                        <a:latin typeface="黑体" pitchFamily="49" charset="-122"/>
                        <a:ea typeface="黑体" pitchFamily="49" charset="-122"/>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bl>
          </a:graphicData>
        </a:graphic>
      </p:graphicFrame>
      <p:pic>
        <p:nvPicPr>
          <p:cNvPr id="67602" name="Picture 24" descr="20081013103131_19806"/>
          <p:cNvPicPr>
            <a:picLocks noChangeAspect="1"/>
          </p:cNvPicPr>
          <p:nvPr/>
        </p:nvPicPr>
        <p:blipFill>
          <a:blip r:embed="rId1"/>
          <a:stretch>
            <a:fillRect/>
          </a:stretch>
        </p:blipFill>
        <p:spPr>
          <a:xfrm>
            <a:off x="8110538" y="3600450"/>
            <a:ext cx="2976562" cy="1890713"/>
          </a:xfrm>
          <a:prstGeom prst="rect">
            <a:avLst/>
          </a:prstGeom>
          <a:noFill/>
          <a:ln w="9525">
            <a:noFill/>
          </a:ln>
        </p:spPr>
      </p:pic>
      <p:pic>
        <p:nvPicPr>
          <p:cNvPr id="67603" name="Picture 25" descr="20090416191948640"/>
          <p:cNvPicPr>
            <a:picLocks noChangeAspect="1"/>
          </p:cNvPicPr>
          <p:nvPr/>
        </p:nvPicPr>
        <p:blipFill>
          <a:blip r:embed="rId2"/>
          <a:stretch>
            <a:fillRect/>
          </a:stretch>
        </p:blipFill>
        <p:spPr>
          <a:xfrm>
            <a:off x="5064125" y="3600450"/>
            <a:ext cx="3046413" cy="1890713"/>
          </a:xfrm>
          <a:prstGeom prst="rect">
            <a:avLst/>
          </a:prstGeom>
          <a:noFill/>
          <a:ln w="9525">
            <a:noFill/>
          </a:ln>
        </p:spPr>
      </p:pic>
      <p:pic>
        <p:nvPicPr>
          <p:cNvPr id="67604" name="Picture 26" descr="1240371920486"/>
          <p:cNvPicPr>
            <a:picLocks noChangeAspect="1"/>
          </p:cNvPicPr>
          <p:nvPr/>
        </p:nvPicPr>
        <p:blipFill>
          <a:blip r:embed="rId3"/>
          <a:stretch>
            <a:fillRect/>
          </a:stretch>
        </p:blipFill>
        <p:spPr>
          <a:xfrm>
            <a:off x="1343025" y="3627438"/>
            <a:ext cx="3721100" cy="1890712"/>
          </a:xfrm>
          <a:prstGeom prst="rect">
            <a:avLst/>
          </a:prstGeom>
          <a:noFill/>
          <a:ln w="9525">
            <a:noFill/>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63490" name="Group 2"/>
          <p:cNvGraphicFramePr>
            <a:graphicFrameLocks noGrp="1"/>
          </p:cNvGraphicFramePr>
          <p:nvPr>
            <p:ph idx="1"/>
          </p:nvPr>
        </p:nvGraphicFramePr>
        <p:xfrm>
          <a:off x="657225" y="1171575"/>
          <a:ext cx="11012488" cy="1800225"/>
        </p:xfrm>
        <a:graphic>
          <a:graphicData uri="http://schemas.openxmlformats.org/drawingml/2006/table">
            <a:tbl>
              <a:tblPr/>
              <a:tblGrid>
                <a:gridCol w="2965767"/>
                <a:gridCol w="4320910"/>
                <a:gridCol w="1928826"/>
                <a:gridCol w="1797026"/>
              </a:tblGrid>
              <a:tr h="782638">
                <a:tc>
                  <a:txBody>
                    <a:bodyPr/>
                    <a:lstStyle/>
                    <a:p>
                      <a:pPr marL="0" marR="0" lvl="0" indent="0" algn="ctr" defTabSz="914400" rtl="0" eaLnBrk="1" fontAlgn="base" latinLnBrk="0" hangingPunct="1">
                        <a:lnSpc>
                          <a:spcPct val="130000"/>
                        </a:lnSpc>
                        <a:spcBef>
                          <a:spcPct val="20000"/>
                        </a:spcBef>
                        <a:spcAft>
                          <a:spcPct val="0"/>
                        </a:spcAft>
                        <a:buClrTx/>
                        <a:buSzTx/>
                        <a:buFont typeface="Arial" charset="0"/>
                        <a:buNone/>
                      </a:pPr>
                      <a:r>
                        <a:rPr kumimoji="0" lang="en-US" sz="2200" b="0" i="0" u="none" strike="noStrike" cap="none" normalizeH="0" baseline="0" dirty="0" smtClean="0">
                          <a:ln>
                            <a:noFill/>
                          </a:ln>
                          <a:solidFill>
                            <a:srgbClr val="FFFF00"/>
                          </a:solidFill>
                          <a:effectLst/>
                          <a:latin typeface="黑体" pitchFamily="49" charset="-122"/>
                          <a:ea typeface="黑体" pitchFamily="49" charset="-122"/>
                        </a:rPr>
                        <a:t>阶 段</a:t>
                      </a:r>
                      <a:endParaRPr kumimoji="0" lang="zh-CN" altLang="en-US" sz="2200" b="0" i="0" u="none" strike="noStrike" cap="none" normalizeH="0" baseline="0" dirty="0" smtClean="0">
                        <a:ln>
                          <a:noFill/>
                        </a:ln>
                        <a:solidFill>
                          <a:srgbClr val="FFFF00"/>
                        </a:solidFill>
                        <a:effectLst/>
                        <a:latin typeface="黑体" pitchFamily="49" charset="-122"/>
                        <a:ea typeface="黑体" pitchFamily="49" charset="-122"/>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558ED5"/>
                    </a:solidFill>
                  </a:tcPr>
                </a:tc>
                <a:tc>
                  <a:txBody>
                    <a:bodyPr/>
                    <a:lstStyle/>
                    <a:p>
                      <a:pPr marL="0" marR="0" lvl="0" indent="0" algn="ctr" defTabSz="914400" rtl="0" eaLnBrk="1" fontAlgn="base" latinLnBrk="0" hangingPunct="1">
                        <a:lnSpc>
                          <a:spcPct val="130000"/>
                        </a:lnSpc>
                        <a:spcBef>
                          <a:spcPct val="20000"/>
                        </a:spcBef>
                        <a:spcAft>
                          <a:spcPct val="0"/>
                        </a:spcAft>
                        <a:buClrTx/>
                        <a:buSzTx/>
                        <a:buFont typeface="Arial" charset="0"/>
                        <a:buNone/>
                      </a:pPr>
                      <a:r>
                        <a:rPr kumimoji="0" lang="zh-CN" altLang="en-US" sz="2200" b="0" i="0" u="none" strike="noStrike" cap="none" normalizeH="0" baseline="0" dirty="0" smtClean="0">
                          <a:ln>
                            <a:noFill/>
                          </a:ln>
                          <a:solidFill>
                            <a:srgbClr val="FFFF00"/>
                          </a:solidFill>
                          <a:effectLst/>
                          <a:latin typeface="黑体" pitchFamily="49" charset="-122"/>
                          <a:ea typeface="黑体" pitchFamily="49" charset="-122"/>
                        </a:rPr>
                        <a:t>发展任务</a:t>
                      </a:r>
                      <a:endParaRPr kumimoji="0" lang="zh-CN" altLang="en-US" sz="2200" b="0" i="0" u="none" strike="noStrike" cap="none" normalizeH="0" baseline="0" dirty="0" smtClean="0">
                        <a:ln>
                          <a:noFill/>
                        </a:ln>
                        <a:solidFill>
                          <a:srgbClr val="FFFF00"/>
                        </a:solidFill>
                        <a:effectLst/>
                        <a:latin typeface="黑体" pitchFamily="49" charset="-122"/>
                        <a:ea typeface="黑体" pitchFamily="49" charset="-122"/>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558ED5"/>
                    </a:solidFill>
                  </a:tcPr>
                </a:tc>
                <a:tc>
                  <a:txBody>
                    <a:bodyPr/>
                    <a:lstStyle/>
                    <a:p>
                      <a:pPr marL="0" marR="0" lvl="0" indent="0" algn="ctr" defTabSz="914400" rtl="0" eaLnBrk="1" fontAlgn="base" latinLnBrk="0" hangingPunct="1">
                        <a:lnSpc>
                          <a:spcPct val="130000"/>
                        </a:lnSpc>
                        <a:spcBef>
                          <a:spcPct val="20000"/>
                        </a:spcBef>
                        <a:spcAft>
                          <a:spcPct val="0"/>
                        </a:spcAft>
                        <a:buClrTx/>
                        <a:buSzTx/>
                        <a:buFont typeface="Arial" charset="0"/>
                        <a:buNone/>
                      </a:pPr>
                      <a:r>
                        <a:rPr kumimoji="0" lang="en-US" sz="2200" b="0" i="0" u="none" strike="noStrike" cap="none" normalizeH="0" baseline="0" dirty="0" err="1" smtClean="0">
                          <a:ln>
                            <a:noFill/>
                          </a:ln>
                          <a:solidFill>
                            <a:srgbClr val="FFFF00"/>
                          </a:solidFill>
                          <a:effectLst/>
                          <a:latin typeface="黑体" pitchFamily="49" charset="-122"/>
                          <a:ea typeface="黑体" pitchFamily="49" charset="-122"/>
                        </a:rPr>
                        <a:t>积极解决危机</a:t>
                      </a:r>
                      <a:endParaRPr kumimoji="0" lang="zh-CN" altLang="en-US" sz="2200" b="0" i="0" u="none" strike="noStrike" cap="none" normalizeH="0" baseline="0" dirty="0" smtClean="0">
                        <a:ln>
                          <a:noFill/>
                        </a:ln>
                        <a:solidFill>
                          <a:srgbClr val="FFFF00"/>
                        </a:solidFill>
                        <a:effectLst/>
                        <a:latin typeface="黑体" pitchFamily="49" charset="-122"/>
                        <a:ea typeface="黑体" pitchFamily="49" charset="-122"/>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558ED5"/>
                    </a:solidFill>
                  </a:tcPr>
                </a:tc>
                <a:tc>
                  <a:txBody>
                    <a:bodyPr/>
                    <a:lstStyle/>
                    <a:p>
                      <a:pPr marL="0" marR="0" lvl="0" indent="0" algn="ctr" defTabSz="914400" rtl="0" eaLnBrk="1" fontAlgn="base" latinLnBrk="0" hangingPunct="1">
                        <a:lnSpc>
                          <a:spcPct val="130000"/>
                        </a:lnSpc>
                        <a:spcBef>
                          <a:spcPct val="20000"/>
                        </a:spcBef>
                        <a:spcAft>
                          <a:spcPct val="0"/>
                        </a:spcAft>
                        <a:buClrTx/>
                        <a:buSzTx/>
                        <a:buFont typeface="Arial" charset="0"/>
                        <a:buNone/>
                      </a:pPr>
                      <a:r>
                        <a:rPr kumimoji="0" lang="en-US" sz="2200" b="0" i="0" u="none" strike="noStrike" cap="none" normalizeH="0" baseline="0" smtClean="0">
                          <a:ln>
                            <a:noFill/>
                          </a:ln>
                          <a:solidFill>
                            <a:srgbClr val="FFFF00"/>
                          </a:solidFill>
                          <a:effectLst/>
                          <a:latin typeface="黑体" pitchFamily="49" charset="-122"/>
                          <a:ea typeface="黑体" pitchFamily="49" charset="-122"/>
                        </a:rPr>
                        <a:t>解决危机失败</a:t>
                      </a:r>
                      <a:endParaRPr kumimoji="0" lang="zh-CN" altLang="en-US" sz="2200" b="0" i="0" u="none" strike="noStrike" cap="none" normalizeH="0" baseline="0" smtClean="0">
                        <a:ln>
                          <a:noFill/>
                        </a:ln>
                        <a:solidFill>
                          <a:srgbClr val="FFFF00"/>
                        </a:solidFill>
                        <a:effectLst/>
                        <a:latin typeface="黑体" pitchFamily="49" charset="-122"/>
                        <a:ea typeface="黑体" pitchFamily="49" charset="-122"/>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558ED5"/>
                    </a:solidFill>
                  </a:tcPr>
                </a:tc>
              </a:tr>
              <a:tr h="1017588">
                <a:tc>
                  <a:txBody>
                    <a:bodyPr/>
                    <a:lstStyle/>
                    <a:p>
                      <a:pPr marL="0" marR="0" lvl="0" indent="0" algn="ctr" defTabSz="914400" rtl="0" eaLnBrk="1" fontAlgn="base" latinLnBrk="0" hangingPunct="1">
                        <a:lnSpc>
                          <a:spcPct val="130000"/>
                        </a:lnSpc>
                        <a:spcBef>
                          <a:spcPct val="20000"/>
                        </a:spcBef>
                        <a:spcAft>
                          <a:spcPct val="0"/>
                        </a:spcAft>
                        <a:buClrTx/>
                        <a:buSzTx/>
                        <a:buFont typeface="Arial" charset="0"/>
                        <a:buNone/>
                      </a:pPr>
                      <a:r>
                        <a:rPr kumimoji="0" lang="en-US" sz="2200" b="0" i="0" u="none" strike="noStrike" cap="none" normalizeH="0" baseline="0" smtClean="0">
                          <a:ln>
                            <a:noFill/>
                          </a:ln>
                          <a:solidFill>
                            <a:schemeClr val="bg1"/>
                          </a:solidFill>
                          <a:effectLst/>
                          <a:latin typeface="黑体" pitchFamily="49" charset="-122"/>
                          <a:ea typeface="黑体" pitchFamily="49" charset="-122"/>
                        </a:rPr>
                        <a:t>8. 成年后期</a:t>
                      </a:r>
                      <a:r>
                        <a:rPr kumimoji="0" lang="zh-CN" altLang="en-US" sz="2200" b="0" i="0" u="none" strike="noStrike" cap="none" normalizeH="0" baseline="0" smtClean="0">
                          <a:ln>
                            <a:noFill/>
                          </a:ln>
                          <a:solidFill>
                            <a:schemeClr val="bg1"/>
                          </a:solidFill>
                          <a:effectLst/>
                          <a:latin typeface="黑体" pitchFamily="49" charset="-122"/>
                          <a:ea typeface="黑体" pitchFamily="49" charset="-122"/>
                        </a:rPr>
                        <a:t> （</a:t>
                      </a:r>
                      <a:r>
                        <a:rPr kumimoji="0" lang="en-US" sz="2200" b="0" i="0" u="none" strike="noStrike" cap="none" normalizeH="0" baseline="0" smtClean="0">
                          <a:ln>
                            <a:noFill/>
                          </a:ln>
                          <a:solidFill>
                            <a:schemeClr val="bg1"/>
                          </a:solidFill>
                          <a:effectLst/>
                          <a:latin typeface="黑体" pitchFamily="49" charset="-122"/>
                          <a:ea typeface="黑体" pitchFamily="49" charset="-122"/>
                        </a:rPr>
                        <a:t>50后</a:t>
                      </a:r>
                      <a:r>
                        <a:rPr kumimoji="0" lang="zh-CN" altLang="en-US" sz="2200" b="0" i="0" u="none" strike="noStrike" cap="none" normalizeH="0" baseline="0" smtClean="0">
                          <a:ln>
                            <a:noFill/>
                          </a:ln>
                          <a:solidFill>
                            <a:schemeClr val="bg1"/>
                          </a:solidFill>
                          <a:effectLst/>
                          <a:latin typeface="黑体" pitchFamily="49" charset="-122"/>
                          <a:ea typeface="黑体" pitchFamily="49" charset="-122"/>
                        </a:rPr>
                        <a:t>）</a:t>
                      </a:r>
                      <a:endParaRPr kumimoji="0" lang="zh-CN" altLang="en-US" sz="2200" b="0" i="0" u="none" strike="noStrike" cap="none" normalizeH="0" baseline="0" smtClean="0">
                        <a:ln>
                          <a:noFill/>
                        </a:ln>
                        <a:solidFill>
                          <a:schemeClr val="bg1"/>
                        </a:solidFill>
                        <a:effectLst/>
                        <a:latin typeface="黑体" pitchFamily="49" charset="-122"/>
                        <a:ea typeface="黑体" pitchFamily="49" charset="-122"/>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 typeface="Arial" charset="0"/>
                        <a:buNone/>
                        <a:defRPr/>
                      </a:pPr>
                      <a:r>
                        <a:rPr kumimoji="0" lang="zh-CN" altLang="en-US" sz="2200" b="0" i="0" u="none" strike="noStrike" cap="none" normalizeH="0" baseline="0" dirty="0" smtClean="0">
                          <a:ln>
                            <a:noFill/>
                          </a:ln>
                          <a:solidFill>
                            <a:schemeClr val="accent1"/>
                          </a:solidFill>
                          <a:effectLst/>
                          <a:latin typeface="微软雅黑" pitchFamily="34" charset="-122"/>
                          <a:ea typeface="黑体" pitchFamily="49" charset="-122"/>
                          <a:sym typeface="Calibri" pitchFamily="34" charset="0"/>
                        </a:rPr>
                        <a:t>获得完善感，避免失望或厌恶感</a:t>
                      </a:r>
                      <a:r>
                        <a:rPr kumimoji="0" lang="en-US" sz="2200" b="0" i="0" u="none" strike="noStrike" cap="none" normalizeH="0" baseline="0" dirty="0" smtClean="0">
                          <a:ln>
                            <a:noFill/>
                          </a:ln>
                          <a:solidFill>
                            <a:schemeClr val="bg1"/>
                          </a:solidFill>
                          <a:effectLst/>
                          <a:latin typeface="黑体" pitchFamily="49" charset="-122"/>
                          <a:ea typeface="黑体" pitchFamily="49" charset="-122"/>
                        </a:rPr>
                        <a:t>望</a:t>
                      </a:r>
                      <a:endParaRPr kumimoji="0" lang="zh-CN" altLang="en-US" sz="2200" b="0" i="0" u="none" strike="noStrike" cap="none" normalizeH="0" baseline="0" dirty="0" smtClean="0">
                        <a:ln>
                          <a:noFill/>
                        </a:ln>
                        <a:solidFill>
                          <a:schemeClr val="bg1"/>
                        </a:solidFill>
                        <a:effectLst/>
                        <a:latin typeface="黑体" pitchFamily="49" charset="-122"/>
                        <a:ea typeface="黑体" pitchFamily="49" charset="-122"/>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 typeface="Arial" charset="0"/>
                        <a:buNone/>
                      </a:pPr>
                      <a:r>
                        <a:rPr kumimoji="0" lang="en-US" sz="2200" b="0" i="0" u="none" strike="noStrike" cap="none" normalizeH="0" baseline="0" smtClean="0">
                          <a:ln>
                            <a:noFill/>
                          </a:ln>
                          <a:solidFill>
                            <a:schemeClr val="bg1"/>
                          </a:solidFill>
                          <a:effectLst/>
                          <a:latin typeface="黑体" pitchFamily="49" charset="-122"/>
                          <a:ea typeface="黑体" pitchFamily="49" charset="-122"/>
                        </a:rPr>
                        <a:t>智慧</a:t>
                      </a:r>
                      <a:endParaRPr kumimoji="0" lang="zh-CN" altLang="en-US" sz="2200" b="0" i="0" u="none" strike="noStrike" cap="none" normalizeH="0" baseline="0" smtClean="0">
                        <a:ln>
                          <a:noFill/>
                        </a:ln>
                        <a:solidFill>
                          <a:schemeClr val="bg1"/>
                        </a:solidFill>
                        <a:effectLst/>
                        <a:latin typeface="黑体" pitchFamily="49" charset="-122"/>
                        <a:ea typeface="黑体" pitchFamily="49" charset="-122"/>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 typeface="Arial" charset="0"/>
                        <a:buNone/>
                      </a:pPr>
                      <a:r>
                        <a:rPr kumimoji="0" lang="en-US" sz="2200" b="0" i="0" u="none" strike="noStrike" cap="none" normalizeH="0" baseline="0" dirty="0" err="1" smtClean="0">
                          <a:ln>
                            <a:noFill/>
                          </a:ln>
                          <a:solidFill>
                            <a:schemeClr val="bg1"/>
                          </a:solidFill>
                          <a:effectLst/>
                          <a:latin typeface="黑体" pitchFamily="49" charset="-122"/>
                          <a:ea typeface="黑体" pitchFamily="49" charset="-122"/>
                        </a:rPr>
                        <a:t>失望</a:t>
                      </a:r>
                      <a:r>
                        <a:rPr kumimoji="0" lang="en-US" sz="2200" b="0" i="0" u="none" strike="noStrike" cap="none" normalizeH="0" baseline="0" dirty="0" smtClean="0">
                          <a:ln>
                            <a:noFill/>
                          </a:ln>
                          <a:solidFill>
                            <a:schemeClr val="bg1"/>
                          </a:solidFill>
                          <a:effectLst/>
                          <a:latin typeface="黑体" pitchFamily="49" charset="-122"/>
                          <a:ea typeface="黑体" pitchFamily="49" charset="-122"/>
                        </a:rPr>
                        <a:t>/</a:t>
                      </a:r>
                      <a:r>
                        <a:rPr kumimoji="0" lang="zh-CN" altLang="en-US" sz="2200" b="0" i="0" u="none" strike="noStrike" cap="none" normalizeH="0" baseline="0" dirty="0" smtClean="0">
                          <a:ln>
                            <a:noFill/>
                          </a:ln>
                          <a:solidFill>
                            <a:schemeClr val="bg1"/>
                          </a:solidFill>
                          <a:effectLst/>
                          <a:latin typeface="黑体" pitchFamily="49" charset="-122"/>
                          <a:ea typeface="黑体" pitchFamily="49" charset="-122"/>
                        </a:rPr>
                        <a:t>厌恶</a:t>
                      </a:r>
                      <a:r>
                        <a:rPr kumimoji="0" lang="en-US" sz="2200" b="0" i="0" u="none" strike="noStrike" cap="none" normalizeH="0" baseline="0" dirty="0" smtClean="0">
                          <a:ln>
                            <a:noFill/>
                          </a:ln>
                          <a:solidFill>
                            <a:schemeClr val="bg1"/>
                          </a:solidFill>
                          <a:effectLst/>
                          <a:latin typeface="黑体" pitchFamily="49" charset="-122"/>
                          <a:ea typeface="黑体" pitchFamily="49" charset="-122"/>
                        </a:rPr>
                        <a:t>感</a:t>
                      </a:r>
                      <a:endParaRPr kumimoji="0" lang="zh-CN" altLang="en-US" sz="2200" b="0" i="0" u="none" strike="noStrike" cap="none" normalizeH="0" baseline="0" dirty="0" smtClean="0">
                        <a:ln>
                          <a:noFill/>
                        </a:ln>
                        <a:solidFill>
                          <a:schemeClr val="bg1"/>
                        </a:solidFill>
                        <a:effectLst/>
                        <a:latin typeface="黑体" pitchFamily="49" charset="-122"/>
                        <a:ea typeface="黑体" pitchFamily="49" charset="-122"/>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bl>
          </a:graphicData>
        </a:graphic>
      </p:graphicFrame>
      <p:pic>
        <p:nvPicPr>
          <p:cNvPr id="69650" name="Picture 25" descr="0020100033"/>
          <p:cNvPicPr>
            <a:picLocks noChangeAspect="1"/>
          </p:cNvPicPr>
          <p:nvPr/>
        </p:nvPicPr>
        <p:blipFill>
          <a:blip r:embed="rId1"/>
          <a:stretch>
            <a:fillRect/>
          </a:stretch>
        </p:blipFill>
        <p:spPr>
          <a:xfrm>
            <a:off x="1571625" y="3529013"/>
            <a:ext cx="2878138" cy="1889125"/>
          </a:xfrm>
          <a:prstGeom prst="rect">
            <a:avLst/>
          </a:prstGeom>
          <a:noFill/>
          <a:ln w="9525">
            <a:noFill/>
          </a:ln>
        </p:spPr>
      </p:pic>
      <p:pic>
        <p:nvPicPr>
          <p:cNvPr id="69651" name="Picture 26" descr="0020350197"/>
          <p:cNvPicPr>
            <a:picLocks noChangeAspect="1"/>
          </p:cNvPicPr>
          <p:nvPr/>
        </p:nvPicPr>
        <p:blipFill>
          <a:blip r:embed="rId2"/>
          <a:stretch>
            <a:fillRect/>
          </a:stretch>
        </p:blipFill>
        <p:spPr>
          <a:xfrm>
            <a:off x="4343400" y="3529013"/>
            <a:ext cx="3711575" cy="1889125"/>
          </a:xfrm>
          <a:prstGeom prst="rect">
            <a:avLst/>
          </a:prstGeom>
          <a:noFill/>
          <a:ln w="9525">
            <a:noFill/>
          </a:ln>
        </p:spPr>
      </p:pic>
      <p:pic>
        <p:nvPicPr>
          <p:cNvPr id="69652" name="Picture 27" descr="0020370031"/>
          <p:cNvPicPr>
            <a:picLocks noChangeAspect="1"/>
          </p:cNvPicPr>
          <p:nvPr/>
        </p:nvPicPr>
        <p:blipFill>
          <a:blip r:embed="rId3"/>
          <a:stretch>
            <a:fillRect/>
          </a:stretch>
        </p:blipFill>
        <p:spPr>
          <a:xfrm>
            <a:off x="8020050" y="3529013"/>
            <a:ext cx="1638300" cy="1889125"/>
          </a:xfrm>
          <a:prstGeom prst="rect">
            <a:avLst/>
          </a:prstGeom>
          <a:noFill/>
          <a:ln w="9525">
            <a:noFill/>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1" name="内容占位符 2"/>
          <p:cNvSpPr>
            <a14:cpLocks xmlns:a14="http://schemas.microsoft.com/office/drawing/2010/main" noGrp="1"/>
          </p:cNvSpPr>
          <p:nvPr>
            <p:ph idx="1"/>
          </p:nvPr>
        </p:nvSpPr>
        <p:spPr>
          <a:xfrm>
            <a:off x="585788" y="385763"/>
            <a:ext cx="10869612" cy="4570412"/>
          </a:xfrm>
          <a:ln/>
        </p:spPr>
        <p:txBody>
          <a:bodyPr wrap="square" lIns="91440" tIns="45720" rIns="91440" bIns="45720" anchor="t"/>
          <a:p>
            <a:pPr>
              <a:buNone/>
            </a:pPr>
            <a:r>
              <a:rPr lang="en-US" altLang="zh-CN" dirty="0">
                <a:solidFill>
                  <a:srgbClr val="66FFFF"/>
                </a:solidFill>
              </a:rPr>
              <a:t>[</a:t>
            </a:r>
            <a:r>
              <a:rPr lang="zh-CN" altLang="en-US" dirty="0">
                <a:solidFill>
                  <a:srgbClr val="66FFFF"/>
                </a:solidFill>
              </a:rPr>
              <a:t>真题练习</a:t>
            </a:r>
            <a:r>
              <a:rPr lang="en-US" altLang="zh-CN" dirty="0">
                <a:solidFill>
                  <a:srgbClr val="66FFFF"/>
                </a:solidFill>
              </a:rPr>
              <a:t>]</a:t>
            </a:r>
            <a:endParaRPr lang="en-US" altLang="zh-CN" dirty="0">
              <a:solidFill>
                <a:srgbClr val="66FFFF"/>
              </a:solidFill>
            </a:endParaRPr>
          </a:p>
          <a:p>
            <a:pPr>
              <a:buNone/>
            </a:pPr>
            <a:r>
              <a:rPr lang="en-US" altLang="zh-CN" dirty="0"/>
              <a:t>47</a:t>
            </a:r>
            <a:r>
              <a:rPr lang="zh-CN" altLang="en-US" dirty="0"/>
              <a:t>、艾里克森认为，心理社会危机的产生是因为</a:t>
            </a:r>
            <a:r>
              <a:rPr lang="en-US" altLang="zh-CN" dirty="0"/>
              <a:t>(       )</a:t>
            </a:r>
            <a:r>
              <a:rPr lang="zh-CN" altLang="en-US" dirty="0"/>
              <a:t>不相适应。（</a:t>
            </a:r>
            <a:r>
              <a:rPr lang="en-US" altLang="zh-CN" dirty="0"/>
              <a:t>2012</a:t>
            </a:r>
            <a:r>
              <a:rPr lang="zh-CN" altLang="en-US" dirty="0"/>
              <a:t>年</a:t>
            </a:r>
            <a:r>
              <a:rPr lang="en-US" altLang="zh-CN" dirty="0"/>
              <a:t>11</a:t>
            </a:r>
            <a:r>
              <a:rPr lang="zh-CN" altLang="en-US" dirty="0"/>
              <a:t>月二）</a:t>
            </a:r>
            <a:endParaRPr lang="zh-CN" altLang="en-US" dirty="0"/>
          </a:p>
          <a:p>
            <a:pPr>
              <a:buNone/>
            </a:pPr>
            <a:r>
              <a:rPr lang="en-US" altLang="x-none" dirty="0"/>
              <a:t>        </a:t>
            </a:r>
            <a:r>
              <a:rPr lang="en-US" altLang="zh-CN" dirty="0"/>
              <a:t>(A)</a:t>
            </a:r>
            <a:r>
              <a:rPr lang="zh-CN" altLang="en-US" dirty="0"/>
              <a:t>个人需要与社会需求</a:t>
            </a:r>
            <a:r>
              <a:rPr lang="en-US" altLang="x-none" dirty="0"/>
              <a:t>    </a:t>
            </a:r>
            <a:r>
              <a:rPr lang="en-US" altLang="zh-CN" dirty="0"/>
              <a:t>(B)</a:t>
            </a:r>
            <a:r>
              <a:rPr lang="zh-CN" altLang="en-US" dirty="0"/>
              <a:t>社会文化与社会规则</a:t>
            </a:r>
            <a:r>
              <a:rPr lang="en-US" altLang="x-none" dirty="0"/>
              <a:t>   </a:t>
            </a:r>
            <a:endParaRPr lang="en-US" altLang="x-none" dirty="0"/>
          </a:p>
          <a:p>
            <a:pPr>
              <a:buNone/>
            </a:pPr>
            <a:r>
              <a:rPr lang="en-US" altLang="x-none" dirty="0"/>
              <a:t>        </a:t>
            </a:r>
            <a:r>
              <a:rPr lang="en-US" altLang="zh-CN" dirty="0"/>
              <a:t>(C)</a:t>
            </a:r>
            <a:r>
              <a:rPr lang="zh-CN" altLang="en-US" dirty="0"/>
              <a:t>个人的各种需要之间</a:t>
            </a:r>
            <a:r>
              <a:rPr lang="en-US" altLang="x-none" dirty="0"/>
              <a:t>    </a:t>
            </a:r>
            <a:r>
              <a:rPr lang="en-US" altLang="zh-CN" dirty="0"/>
              <a:t>(D)</a:t>
            </a:r>
            <a:r>
              <a:rPr lang="zh-CN" altLang="en-US" dirty="0"/>
              <a:t>社会的各种规则之间</a:t>
            </a:r>
            <a:endParaRPr lang="en-US" altLang="zh-CN" dirty="0"/>
          </a:p>
          <a:p>
            <a:pPr>
              <a:buNone/>
            </a:pPr>
            <a:r>
              <a:rPr lang="en-US" altLang="zh-CN" dirty="0"/>
              <a:t>         [</a:t>
            </a:r>
            <a:r>
              <a:rPr lang="zh-CN" altLang="en-US" dirty="0"/>
              <a:t>答案</a:t>
            </a:r>
            <a:r>
              <a:rPr lang="en-US" altLang="zh-CN" dirty="0"/>
              <a:t>]A</a:t>
            </a:r>
            <a:endParaRPr lang="zh-CN" altLang="zh-CN" dirty="0"/>
          </a:p>
          <a:p>
            <a:pPr>
              <a:buNone/>
            </a:pPr>
            <a:r>
              <a:rPr lang="en-US" altLang="zh-CN" dirty="0"/>
              <a:t>47</a:t>
            </a:r>
            <a:r>
              <a:rPr lang="zh-CN" altLang="en-US" dirty="0"/>
              <a:t>、用“心理社会危机”来划分人格发展阶段的学者是</a:t>
            </a:r>
            <a:r>
              <a:rPr lang="en-US" altLang="zh-CN" dirty="0"/>
              <a:t>(         )</a:t>
            </a:r>
            <a:r>
              <a:rPr lang="zh-CN" altLang="en-US" dirty="0"/>
              <a:t>。</a:t>
            </a:r>
            <a:r>
              <a:rPr lang="en-US" altLang="zh-CN" dirty="0"/>
              <a:t>(2013</a:t>
            </a:r>
            <a:r>
              <a:rPr lang="zh-CN" altLang="en-US" dirty="0"/>
              <a:t>年</a:t>
            </a:r>
            <a:r>
              <a:rPr lang="en-US" altLang="zh-CN" dirty="0"/>
              <a:t>11</a:t>
            </a:r>
            <a:r>
              <a:rPr lang="zh-CN" altLang="en-US" dirty="0"/>
              <a:t>月</a:t>
            </a:r>
            <a:r>
              <a:rPr lang="en-US" altLang="zh-CN" dirty="0"/>
              <a:t>)</a:t>
            </a:r>
            <a:endParaRPr lang="zh-CN" altLang="zh-CN" dirty="0"/>
          </a:p>
          <a:p>
            <a:pPr>
              <a:buNone/>
            </a:pPr>
            <a:r>
              <a:rPr lang="en-US" altLang="zh-CN" dirty="0"/>
              <a:t>        (A)</a:t>
            </a:r>
            <a:r>
              <a:rPr lang="zh-CN" altLang="en-US" dirty="0"/>
              <a:t>弗洛伊德</a:t>
            </a:r>
            <a:r>
              <a:rPr lang="en-US" altLang="zh-CN" dirty="0"/>
              <a:t>       (B)</a:t>
            </a:r>
            <a:r>
              <a:rPr lang="zh-CN" altLang="en-US" dirty="0"/>
              <a:t>皮亚杰</a:t>
            </a:r>
            <a:r>
              <a:rPr lang="en-US" altLang="zh-CN" dirty="0"/>
              <a:t>     </a:t>
            </a:r>
            <a:r>
              <a:rPr lang="en-US" altLang="x-none" dirty="0"/>
              <a:t> </a:t>
            </a:r>
            <a:r>
              <a:rPr lang="en-US" altLang="zh-CN" dirty="0"/>
              <a:t>(C)</a:t>
            </a:r>
            <a:r>
              <a:rPr lang="zh-CN" altLang="en-US" dirty="0"/>
              <a:t>艾里克森</a:t>
            </a:r>
            <a:r>
              <a:rPr lang="en-US" altLang="zh-CN" dirty="0"/>
              <a:t>       (D)</a:t>
            </a:r>
            <a:r>
              <a:rPr lang="zh-CN" altLang="en-US" dirty="0"/>
              <a:t>罗杰斯</a:t>
            </a:r>
            <a:endParaRPr lang="en-US" altLang="zh-CN" dirty="0"/>
          </a:p>
          <a:p>
            <a:pPr>
              <a:buNone/>
            </a:pPr>
            <a:r>
              <a:rPr lang="en-US" altLang="zh-CN" dirty="0"/>
              <a:t>         [</a:t>
            </a:r>
            <a:r>
              <a:rPr lang="zh-CN" altLang="en-US" dirty="0"/>
              <a:t>答案</a:t>
            </a:r>
            <a:r>
              <a:rPr lang="en-US" altLang="zh-CN" dirty="0"/>
              <a:t>]C</a:t>
            </a:r>
            <a:endParaRPr lang="en-US" altLang="zh-CN" dirty="0"/>
          </a:p>
          <a:p>
            <a:pPr>
              <a:buNone/>
            </a:pPr>
            <a:r>
              <a:rPr lang="en-US" altLang="zh-CN" dirty="0"/>
              <a:t>44</a:t>
            </a:r>
            <a:r>
              <a:rPr lang="zh-CN" altLang="en-US" dirty="0"/>
              <a:t>、艾里克森认为青少年期良好的人格特征是</a:t>
            </a:r>
            <a:r>
              <a:rPr lang="en-US" altLang="zh-CN" dirty="0"/>
              <a:t>(        )</a:t>
            </a:r>
            <a:r>
              <a:rPr lang="zh-CN" altLang="en-US" dirty="0"/>
              <a:t>。</a:t>
            </a:r>
            <a:r>
              <a:rPr lang="en-US" altLang="zh-CN" dirty="0"/>
              <a:t>(2014</a:t>
            </a:r>
            <a:r>
              <a:rPr lang="zh-CN" altLang="en-US" dirty="0"/>
              <a:t>年</a:t>
            </a:r>
            <a:r>
              <a:rPr lang="en-US" altLang="zh-CN" dirty="0"/>
              <a:t>5</a:t>
            </a:r>
            <a:r>
              <a:rPr lang="zh-CN" altLang="en-US" dirty="0"/>
              <a:t>月</a:t>
            </a:r>
            <a:r>
              <a:rPr lang="en-US" altLang="zh-CN" dirty="0"/>
              <a:t>)</a:t>
            </a:r>
            <a:endParaRPr lang="zh-CN" altLang="zh-CN" dirty="0"/>
          </a:p>
          <a:p>
            <a:pPr>
              <a:buNone/>
            </a:pPr>
            <a:r>
              <a:rPr lang="en-US" altLang="zh-CN" dirty="0"/>
              <a:t>         (A)</a:t>
            </a:r>
            <a:r>
              <a:rPr lang="zh-CN" altLang="en-US" dirty="0"/>
              <a:t>诚实品质</a:t>
            </a:r>
            <a:r>
              <a:rPr lang="en-US" altLang="x-none" dirty="0"/>
              <a:t>    </a:t>
            </a:r>
            <a:r>
              <a:rPr lang="en-US" altLang="zh-CN" dirty="0"/>
              <a:t>(B)</a:t>
            </a:r>
            <a:r>
              <a:rPr lang="zh-CN" altLang="en-US" dirty="0"/>
              <a:t>爱的品质</a:t>
            </a:r>
            <a:r>
              <a:rPr lang="en-US" altLang="zh-CN" dirty="0"/>
              <a:t>    </a:t>
            </a:r>
            <a:r>
              <a:rPr lang="en-US" altLang="x-none" dirty="0"/>
              <a:t>  </a:t>
            </a:r>
            <a:r>
              <a:rPr lang="en-US" altLang="zh-CN" dirty="0"/>
              <a:t>(C)</a:t>
            </a:r>
            <a:r>
              <a:rPr lang="zh-CN" altLang="en-US" dirty="0"/>
              <a:t>关心品质</a:t>
            </a:r>
            <a:r>
              <a:rPr lang="en-US" altLang="x-none" dirty="0"/>
              <a:t>    </a:t>
            </a:r>
            <a:r>
              <a:rPr lang="en-US" altLang="zh-CN" dirty="0"/>
              <a:t>(D)</a:t>
            </a:r>
            <a:r>
              <a:rPr lang="zh-CN" altLang="en-US" dirty="0"/>
              <a:t>智慧品质</a:t>
            </a:r>
            <a:endParaRPr lang="en-US" altLang="zh-CN" dirty="0"/>
          </a:p>
          <a:p>
            <a:pPr>
              <a:buNone/>
            </a:pPr>
            <a:r>
              <a:rPr lang="en-US" altLang="zh-CN" dirty="0"/>
              <a:t>         [</a:t>
            </a:r>
            <a:r>
              <a:rPr lang="zh-CN" altLang="en-US" dirty="0"/>
              <a:t>答案</a:t>
            </a:r>
            <a:r>
              <a:rPr lang="en-US" altLang="zh-CN" dirty="0"/>
              <a:t>]A</a:t>
            </a:r>
            <a:endParaRPr lang="zh-CN" altLang="zh-CN" dirty="0"/>
          </a:p>
          <a:p>
            <a:pPr>
              <a:buNone/>
            </a:pPr>
            <a:endParaRPr lang="en-US" altLang="zh-CN" dirty="0"/>
          </a:p>
          <a:p>
            <a:pPr>
              <a:buNone/>
            </a:pPr>
            <a:r>
              <a:rPr lang="en-US" altLang="zh-CN" dirty="0"/>
              <a:t>      </a:t>
            </a:r>
            <a:endParaRPr lang="zh-CN" altLang="zh-CN" dirty="0"/>
          </a:p>
          <a:p>
            <a:pPr>
              <a:buNone/>
            </a:pPr>
            <a:endParaRPr lang="en-US" altLang="zh-CN" dirty="0">
              <a:solidFill>
                <a:srgbClr val="00FFCC"/>
              </a:solidFill>
            </a:endParaRPr>
          </a:p>
          <a:p>
            <a:pPr>
              <a:buNone/>
            </a:pPr>
            <a:r>
              <a:rPr lang="en-US" altLang="zh-CN" dirty="0"/>
              <a:t>  </a:t>
            </a:r>
            <a:endParaRPr lang="zh-CN" alt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5" name="标题 2"/>
          <p:cNvSpPr>
            <a14:cpLocks xmlns:a14="http://schemas.microsoft.com/office/drawing/2010/main" noGrp="1"/>
          </p:cNvSpPr>
          <p:nvPr>
            <p:ph type="title"/>
          </p:nvPr>
        </p:nvSpPr>
        <p:spPr>
          <a:xfrm>
            <a:off x="1514475" y="600075"/>
            <a:ext cx="9847263" cy="841375"/>
          </a:xfrm>
          <a:ln/>
        </p:spPr>
        <p:txBody>
          <a:bodyPr wrap="square" lIns="113157" tIns="56579" rIns="113157" bIns="56579" anchor="b"/>
          <a:p>
            <a:pPr lvl="0" algn="l"/>
            <a:r>
              <a:rPr lang="zh-CN" altLang="en-US" b="1" dirty="0">
                <a:solidFill>
                  <a:srgbClr val="FFFF00"/>
                </a:solidFill>
              </a:rPr>
              <a:t>第五单元 心理发展的内动力与外动力的关系</a:t>
            </a:r>
            <a:endParaRPr lang="zh-CN" altLang="en-US" b="1" dirty="0">
              <a:solidFill>
                <a:srgbClr val="FFFF00"/>
              </a:solidFill>
            </a:endParaRPr>
          </a:p>
        </p:txBody>
      </p:sp>
      <p:sp>
        <p:nvSpPr>
          <p:cNvPr id="58371" name="内容占位符 3"/>
          <p:cNvSpPr>
            <a14:cpLocks xmlns:a14="http://schemas.microsoft.com/office/drawing/2010/main" noGrp="1"/>
          </p:cNvSpPr>
          <p:nvPr>
            <p:ph idx="1"/>
          </p:nvPr>
        </p:nvSpPr>
        <p:spPr>
          <a:xfrm>
            <a:off x="1692275" y="1728788"/>
            <a:ext cx="8894763" cy="4752975"/>
          </a:xfrm>
          <a:ln>
            <a:miter/>
          </a:ln>
        </p:spPr>
        <p:txBody>
          <a:bodyPr vert="horz" wrap="square" lIns="113157" tIns="56579" rIns="113157" bIns="56579" numCol="1" anchor="t" anchorCtr="0" compatLnSpc="1"/>
          <a:lstStyle/>
          <a:p>
            <a:pPr marL="469900" marR="0" lvl="0" indent="-469900" algn="l" defTabSz="914400" rtl="0" eaLnBrk="1" fontAlgn="base" latinLnBrk="0" hangingPunct="1">
              <a:lnSpc>
                <a:spcPct val="130000"/>
              </a:lnSpc>
              <a:spcBef>
                <a:spcPct val="20000"/>
              </a:spcBef>
              <a:spcAft>
                <a:spcPct val="0"/>
              </a:spcAft>
              <a:buClrTx/>
              <a:buSzTx/>
              <a:buFont typeface="Arial" charset="0"/>
              <a:buNone/>
              <a:defRPr/>
            </a:pPr>
            <a:r>
              <a:rPr kumimoji="0" lang="zh-CN" altLang="en-US" sz="2200" b="0" i="0" u="none" strike="noStrike" kern="0" cap="none" spc="0" normalizeH="0" baseline="0" noProof="0" dirty="0" smtClean="0">
                <a:ln>
                  <a:noFill/>
                </a:ln>
                <a:solidFill>
                  <a:srgbClr val="66FFFF"/>
                </a:solidFill>
                <a:effectLst/>
                <a:uLnTx/>
                <a:uFillTx/>
                <a:latin typeface="黑体" pitchFamily="49" charset="-122"/>
                <a:ea typeface="+mn-ea"/>
                <a:cs typeface="+mn-cs"/>
              </a:rPr>
              <a:t>内动力</a:t>
            </a:r>
            <a:r>
              <a:rPr kumimoji="0" lang="zh-CN" altLang="en-US" sz="2200" b="0" i="0" u="none" strike="noStrike" kern="0" cap="none" spc="0" normalizeH="0" baseline="0" noProof="0" dirty="0" smtClean="0">
                <a:ln>
                  <a:noFill/>
                </a:ln>
                <a:solidFill>
                  <a:schemeClr val="bg1"/>
                </a:solidFill>
                <a:effectLst/>
                <a:uLnTx/>
                <a:uFillTx/>
                <a:latin typeface="黑体" pitchFamily="49" charset="-122"/>
                <a:ea typeface="+mn-ea"/>
                <a:cs typeface="+mn-cs"/>
              </a:rPr>
              <a:t>：人类所具有的自生成、自发展的心理动力。</a:t>
            </a:r>
            <a:endParaRPr kumimoji="0" lang="en-US" sz="2200" b="0" i="0" u="none" strike="noStrike" kern="0" cap="none" spc="0" normalizeH="0" baseline="0" noProof="0" dirty="0" smtClean="0">
              <a:ln>
                <a:noFill/>
              </a:ln>
              <a:solidFill>
                <a:schemeClr val="bg1"/>
              </a:solidFill>
              <a:effectLst/>
              <a:uLnTx/>
              <a:uFillTx/>
              <a:latin typeface="黑体" pitchFamily="49" charset="-122"/>
              <a:ea typeface="+mn-ea"/>
              <a:cs typeface="+mn-cs"/>
            </a:endParaRPr>
          </a:p>
          <a:p>
            <a:pPr marL="469900" marR="0" lvl="0" indent="-469900" algn="l" defTabSz="914400" rtl="0" eaLnBrk="1" fontAlgn="base" latinLnBrk="0" hangingPunct="1">
              <a:lnSpc>
                <a:spcPct val="130000"/>
              </a:lnSpc>
              <a:spcBef>
                <a:spcPct val="20000"/>
              </a:spcBef>
              <a:spcAft>
                <a:spcPct val="0"/>
              </a:spcAft>
              <a:buClrTx/>
              <a:buSzTx/>
              <a:buFont typeface="Arial" charset="0"/>
              <a:buNone/>
              <a:defRPr/>
            </a:pPr>
            <a:r>
              <a:rPr kumimoji="0" lang="zh-CN" altLang="en-US" sz="2200" b="0" i="0" u="none" strike="noStrike" kern="0" cap="none" spc="0" normalizeH="0" baseline="0" noProof="0" dirty="0" smtClean="0">
                <a:ln>
                  <a:noFill/>
                </a:ln>
                <a:solidFill>
                  <a:srgbClr val="66FFFF"/>
                </a:solidFill>
                <a:effectLst/>
                <a:uLnTx/>
                <a:uFillTx/>
                <a:latin typeface="黑体" pitchFamily="49" charset="-122"/>
                <a:ea typeface="+mn-ea"/>
                <a:cs typeface="+mn-cs"/>
              </a:rPr>
              <a:t>外动力</a:t>
            </a:r>
            <a:r>
              <a:rPr kumimoji="0" lang="zh-CN" altLang="en-US" sz="2200" b="0" i="0" u="none" strike="noStrike" kern="0" cap="none" spc="0" normalizeH="0" baseline="0" noProof="0" dirty="0" smtClean="0">
                <a:ln>
                  <a:noFill/>
                </a:ln>
                <a:solidFill>
                  <a:schemeClr val="bg1"/>
                </a:solidFill>
                <a:effectLst/>
                <a:uLnTx/>
                <a:uFillTx/>
                <a:latin typeface="黑体" pitchFamily="49" charset="-122"/>
                <a:ea typeface="+mn-ea"/>
                <a:cs typeface="+mn-cs"/>
              </a:rPr>
              <a:t>：家庭和社会文化环境对儿童的影响和教育作用（导向作用）。</a:t>
            </a:r>
            <a:endParaRPr kumimoji="0" lang="en-US" sz="2200" b="0" i="0" u="none" strike="noStrike" kern="0" cap="none" spc="0" normalizeH="0" baseline="0" noProof="0" dirty="0" smtClean="0">
              <a:ln>
                <a:noFill/>
              </a:ln>
              <a:solidFill>
                <a:schemeClr val="bg1"/>
              </a:solidFill>
              <a:effectLst/>
              <a:uLnTx/>
              <a:uFillTx/>
              <a:latin typeface="黑体" pitchFamily="49" charset="-122"/>
              <a:ea typeface="+mn-ea"/>
              <a:cs typeface="+mn-cs"/>
            </a:endParaRPr>
          </a:p>
          <a:p>
            <a:pPr marL="0" marR="0" lvl="0" indent="0" algn="l" defTabSz="914400" rtl="0" eaLnBrk="1" fontAlgn="base" latinLnBrk="0" hangingPunct="1">
              <a:lnSpc>
                <a:spcPct val="130000"/>
              </a:lnSpc>
              <a:spcBef>
                <a:spcPct val="20000"/>
              </a:spcBef>
              <a:spcAft>
                <a:spcPct val="0"/>
              </a:spcAft>
              <a:buClrTx/>
              <a:buSzTx/>
              <a:buFont typeface="Arial" charset="0"/>
              <a:buNone/>
              <a:defRPr/>
            </a:pPr>
            <a:r>
              <a:rPr kumimoji="0" lang="zh-CN" altLang="en-US" sz="2200" b="0" i="0" u="none" strike="noStrike" kern="0" cap="none" spc="0" normalizeH="0" baseline="0" noProof="0" dirty="0" smtClean="0">
                <a:ln>
                  <a:noFill/>
                </a:ln>
                <a:solidFill>
                  <a:schemeClr val="bg1"/>
                </a:solidFill>
                <a:effectLst/>
                <a:uLnTx/>
                <a:uFillTx/>
                <a:latin typeface="黑体" pitchFamily="49" charset="-122"/>
                <a:ea typeface="+mn-ea"/>
                <a:cs typeface="+mn-cs"/>
              </a:rPr>
              <a:t>    内动力是发展的原动力，外在的环境和教育要通过内在动力发挥导向的作用。 儿童心理发展是在内动力和外动力的相互作用下展开的，内动力和外动力良性互动的结果形成具有新质的发展动力，这才是制约并促进儿童心理发展的真正动因。</a:t>
            </a:r>
            <a:endParaRPr kumimoji="0" lang="zh-CN" altLang="en-US" sz="2200" b="0" i="0" u="none" strike="noStrike" kern="0" cap="none" spc="0" normalizeH="0" baseline="0" noProof="0" dirty="0" smtClean="0">
              <a:ln>
                <a:noFill/>
              </a:ln>
              <a:solidFill>
                <a:schemeClr val="bg1"/>
              </a:solidFill>
              <a:effectLst/>
              <a:uLnTx/>
              <a:uFillTx/>
              <a:latin typeface="黑体" pitchFamily="49" charset="-122"/>
              <a:ea typeface="+mn-ea"/>
              <a:cs typeface="+mn-cs"/>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29" name="Rectangle 2"/>
          <p:cNvSpPr>
            <a14:cpLocks xmlns:a14="http://schemas.microsoft.com/office/drawing/2010/main" noGrp="1"/>
          </p:cNvSpPr>
          <p:nvPr>
            <p:ph type="title"/>
          </p:nvPr>
        </p:nvSpPr>
        <p:spPr>
          <a:xfrm>
            <a:off x="1514475" y="457200"/>
            <a:ext cx="8478838" cy="841375"/>
          </a:xfrm>
          <a:ln/>
        </p:spPr>
        <p:txBody>
          <a:bodyPr wrap="square" lIns="113157" tIns="56579" rIns="113157" bIns="56579" anchor="b"/>
          <a:p>
            <a:pPr lvl="0" algn="l" eaLnBrk="1" hangingPunct="1"/>
            <a:r>
              <a:rPr lang="zh-CN" altLang="en-US" b="1" dirty="0">
                <a:solidFill>
                  <a:srgbClr val="FFFF00"/>
                </a:solidFill>
              </a:rPr>
              <a:t>第六单元 儿童早期心理发展的关键期</a:t>
            </a:r>
            <a:endParaRPr lang="zh-CN" altLang="en-US" b="1" dirty="0">
              <a:solidFill>
                <a:srgbClr val="FFFF00"/>
              </a:solidFill>
            </a:endParaRPr>
          </a:p>
        </p:txBody>
      </p:sp>
      <p:sp>
        <p:nvSpPr>
          <p:cNvPr id="73730" name="Rectangle 3"/>
          <p:cNvSpPr>
            <a14:cpLocks xmlns:a14="http://schemas.microsoft.com/office/drawing/2010/main" noGrp="1"/>
          </p:cNvSpPr>
          <p:nvPr>
            <p:ph type="body"/>
          </p:nvPr>
        </p:nvSpPr>
        <p:spPr>
          <a:xfrm>
            <a:off x="1443038" y="1528763"/>
            <a:ext cx="9775825" cy="4752975"/>
          </a:xfrm>
          <a:ln/>
        </p:spPr>
        <p:txBody>
          <a:bodyPr wrap="square" lIns="113157" tIns="56579" rIns="113157" bIns="56579" anchor="t"/>
          <a:p>
            <a:pPr marL="469900" lvl="0" indent="-469900" eaLnBrk="1" hangingPunct="1">
              <a:lnSpc>
                <a:spcPct val="130000"/>
              </a:lnSpc>
              <a:buNone/>
            </a:pPr>
            <a:r>
              <a:rPr lang="zh-CN" altLang="en-US" dirty="0">
                <a:solidFill>
                  <a:srgbClr val="66FFFF"/>
                </a:solidFill>
                <a:latin typeface="黑体" pitchFamily="49" charset="-122"/>
              </a:rPr>
              <a:t>一、儿童早期发展对毕生发展的关键意义</a:t>
            </a:r>
            <a:endParaRPr lang="en-US" altLang="zh-CN" dirty="0">
              <a:solidFill>
                <a:srgbClr val="66FFFF"/>
              </a:solidFill>
              <a:latin typeface="黑体" pitchFamily="49" charset="-122"/>
            </a:endParaRPr>
          </a:p>
          <a:p>
            <a:pPr marL="469900" lvl="0" indent="-469900" eaLnBrk="1" hangingPunct="1">
              <a:lnSpc>
                <a:spcPct val="130000"/>
              </a:lnSpc>
              <a:buNone/>
            </a:pPr>
            <a:r>
              <a:rPr lang="en-US" altLang="zh-CN" dirty="0">
                <a:solidFill>
                  <a:srgbClr val="66FFFF"/>
                </a:solidFill>
                <a:latin typeface="黑体" pitchFamily="49" charset="-122"/>
              </a:rPr>
              <a:t>  </a:t>
            </a:r>
            <a:r>
              <a:rPr lang="zh-CN" altLang="en-US" dirty="0">
                <a:latin typeface="黑体" pitchFamily="49" charset="-122"/>
              </a:rPr>
              <a:t>第一，个体早期发展的优劣，对毕生心理发展的质量有重要影响。</a:t>
            </a:r>
            <a:endParaRPr lang="en-US" altLang="zh-CN" dirty="0">
              <a:latin typeface="黑体" pitchFamily="49" charset="-122"/>
            </a:endParaRPr>
          </a:p>
          <a:p>
            <a:pPr marL="469900" lvl="0" indent="-469900" eaLnBrk="1" hangingPunct="1">
              <a:lnSpc>
                <a:spcPct val="130000"/>
              </a:lnSpc>
              <a:buNone/>
            </a:pPr>
            <a:r>
              <a:rPr lang="en-US" altLang="zh-CN" dirty="0">
                <a:latin typeface="黑体" pitchFamily="49" charset="-122"/>
              </a:rPr>
              <a:t>  </a:t>
            </a:r>
            <a:r>
              <a:rPr lang="zh-CN" altLang="en-US" dirty="0">
                <a:latin typeface="黑体" pitchFamily="49" charset="-122"/>
              </a:rPr>
              <a:t>第二，儿童早期是独特的发展时期，儿童的身心、个性、社会性都经历了特有的发展里程。</a:t>
            </a:r>
            <a:endParaRPr lang="en-US" altLang="zh-CN" dirty="0">
              <a:latin typeface="黑体" pitchFamily="49" charset="-122"/>
            </a:endParaRPr>
          </a:p>
          <a:p>
            <a:pPr marL="469900" lvl="0" indent="-469900" eaLnBrk="1" hangingPunct="1">
              <a:lnSpc>
                <a:spcPct val="130000"/>
              </a:lnSpc>
              <a:buNone/>
            </a:pPr>
            <a:r>
              <a:rPr lang="en-US" altLang="zh-CN" dirty="0">
                <a:latin typeface="黑体" pitchFamily="49" charset="-122"/>
              </a:rPr>
              <a:t>  </a:t>
            </a:r>
            <a:r>
              <a:rPr lang="zh-CN" altLang="en-US" dirty="0">
                <a:latin typeface="黑体" pitchFamily="49" charset="-122"/>
              </a:rPr>
              <a:t>第三，儿童早期的发展变化既迅速又显著。这些变化是个体获得动作、交流、游戏和学习能力的标志。</a:t>
            </a:r>
            <a:endParaRPr lang="en-US" altLang="zh-CN" dirty="0">
              <a:latin typeface="黑体" pitchFamily="49" charset="-122"/>
            </a:endParaRPr>
          </a:p>
          <a:p>
            <a:pPr marL="469900" lvl="0" indent="-469900" eaLnBrk="1" hangingPunct="1">
              <a:lnSpc>
                <a:spcPct val="130000"/>
              </a:lnSpc>
              <a:buNone/>
            </a:pPr>
            <a:r>
              <a:rPr lang="en-US" altLang="zh-CN" dirty="0">
                <a:latin typeface="黑体" pitchFamily="49" charset="-122"/>
              </a:rPr>
              <a:t>  </a:t>
            </a:r>
            <a:r>
              <a:rPr lang="zh-CN" altLang="en-US" dirty="0">
                <a:latin typeface="黑体" pitchFamily="49" charset="-122"/>
              </a:rPr>
              <a:t>第四，个体发展的早期对环境改善和负面影响（如营养不良、情感剥夺）最为敏感。</a:t>
            </a:r>
            <a:endParaRPr lang="zh-CN" altLang="en-US" dirty="0">
              <a:latin typeface="黑体" pitchFamily="49" charset="-122"/>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9" name="Rectangle 3"/>
          <p:cNvSpPr>
            <a14:cpLocks xmlns:a14="http://schemas.microsoft.com/office/drawing/2010/main" noGrp="1" noChangeArrowheads="1"/>
          </p:cNvSpPr>
          <p:nvPr>
            <p:ph type="body" idx="1"/>
          </p:nvPr>
        </p:nvSpPr>
        <p:spPr>
          <a:xfrm>
            <a:off x="1585913" y="1028700"/>
            <a:ext cx="9775825" cy="4752975"/>
          </a:xfrm>
          <a:ln>
            <a:miter/>
          </a:ln>
        </p:spPr>
        <p:txBody>
          <a:bodyPr vert="horz" wrap="square" lIns="113157" tIns="56579" rIns="113157" bIns="56579" numCol="1" anchor="t" anchorCtr="0" compatLnSpc="1"/>
          <a:lstStyle/>
          <a:p>
            <a:pPr marL="469900" marR="0" lvl="0" indent="-469900" algn="l" defTabSz="914400" rtl="0" eaLnBrk="1" fontAlgn="base" latinLnBrk="0" hangingPunct="1">
              <a:lnSpc>
                <a:spcPct val="130000"/>
              </a:lnSpc>
              <a:spcBef>
                <a:spcPct val="20000"/>
              </a:spcBef>
              <a:spcAft>
                <a:spcPct val="0"/>
              </a:spcAft>
              <a:buClrTx/>
              <a:buSzTx/>
              <a:buFont typeface="Arial" charset="0"/>
              <a:buNone/>
              <a:defRPr/>
            </a:pPr>
            <a:r>
              <a:rPr kumimoji="0" lang="zh-CN" altLang="en-US" sz="2200" b="0" i="0" u="none" strike="noStrike" kern="0" cap="none" spc="0" normalizeH="0" baseline="0" noProof="0" dirty="0" smtClean="0">
                <a:ln>
                  <a:noFill/>
                </a:ln>
                <a:solidFill>
                  <a:srgbClr val="66FFFF"/>
                </a:solidFill>
                <a:effectLst/>
                <a:uLnTx/>
                <a:uFillTx/>
                <a:latin typeface="黑体" pitchFamily="49" charset="-122"/>
                <a:ea typeface="+mn-ea"/>
                <a:cs typeface="+mn-cs"/>
              </a:rPr>
              <a:t>二、关键期与敏感期</a:t>
            </a:r>
            <a:endParaRPr kumimoji="0" lang="en-US" altLang="zh-CN" sz="2200" b="0" i="0" u="none" strike="noStrike" kern="0" cap="none" spc="0" normalizeH="0" baseline="0" noProof="0" dirty="0" smtClean="0">
              <a:ln>
                <a:noFill/>
              </a:ln>
              <a:solidFill>
                <a:srgbClr val="66FFFF"/>
              </a:solidFill>
              <a:effectLst/>
              <a:uLnTx/>
              <a:uFillTx/>
              <a:latin typeface="黑体" pitchFamily="49" charset="-122"/>
              <a:ea typeface="+mn-ea"/>
              <a:cs typeface="+mn-cs"/>
            </a:endParaRPr>
          </a:p>
          <a:p>
            <a:pPr marL="469900" marR="0" lvl="0" indent="-469900" algn="l" defTabSz="914400" rtl="0" eaLnBrk="1" fontAlgn="base" latinLnBrk="0" hangingPunct="1">
              <a:lnSpc>
                <a:spcPct val="130000"/>
              </a:lnSpc>
              <a:spcBef>
                <a:spcPct val="20000"/>
              </a:spcBef>
              <a:spcAft>
                <a:spcPct val="0"/>
              </a:spcAft>
              <a:buClrTx/>
              <a:buSzTx/>
              <a:buFont typeface="Arial" charset="0"/>
              <a:buNone/>
              <a:defRPr/>
            </a:pPr>
            <a:r>
              <a:rPr kumimoji="0" lang="zh-CN" altLang="en-US" sz="2200" b="0" i="0" u="none" strike="noStrike" kern="0" cap="none" spc="0" normalizeH="0" baseline="0" noProof="0" dirty="0" smtClean="0">
                <a:ln>
                  <a:noFill/>
                </a:ln>
                <a:solidFill>
                  <a:srgbClr val="66FFFF"/>
                </a:solidFill>
                <a:effectLst/>
                <a:uLnTx/>
                <a:uFillTx/>
                <a:latin typeface="黑体" pitchFamily="49" charset="-122"/>
                <a:ea typeface="+mn-ea"/>
                <a:cs typeface="+mn-cs"/>
              </a:rPr>
              <a:t>关键期</a:t>
            </a:r>
            <a:endParaRPr kumimoji="0" lang="zh-CN" altLang="en-US" sz="2200" b="0" i="0" u="none" strike="noStrike" kern="0" cap="none" spc="0" normalizeH="0" baseline="0" noProof="0" dirty="0" smtClean="0">
              <a:ln>
                <a:noFill/>
              </a:ln>
              <a:solidFill>
                <a:srgbClr val="66FFFF"/>
              </a:solidFill>
              <a:effectLst/>
              <a:uLnTx/>
              <a:uFillTx/>
              <a:latin typeface="黑体" pitchFamily="49" charset="-122"/>
              <a:ea typeface="+mn-ea"/>
              <a:cs typeface="+mn-cs"/>
            </a:endParaRPr>
          </a:p>
          <a:p>
            <a:pPr marL="273050" marR="0" lvl="1" indent="0" algn="l" defTabSz="914400" rtl="0" eaLnBrk="1" fontAlgn="base" latinLnBrk="0" hangingPunct="1">
              <a:lnSpc>
                <a:spcPct val="130000"/>
              </a:lnSpc>
              <a:spcBef>
                <a:spcPct val="20000"/>
              </a:spcBef>
              <a:spcAft>
                <a:spcPct val="0"/>
              </a:spcAft>
              <a:buClrTx/>
              <a:buSzTx/>
              <a:buFont typeface="Arial" charset="0"/>
              <a:buNone/>
              <a:defRPr/>
            </a:pPr>
            <a:r>
              <a:rPr kumimoji="0" lang="zh-CN" altLang="en-US" sz="2200" b="0" i="0" u="none" strike="noStrike" kern="0" cap="none" spc="0" normalizeH="0" baseline="0" noProof="0" dirty="0" smtClean="0">
                <a:ln>
                  <a:noFill/>
                </a:ln>
                <a:solidFill>
                  <a:schemeClr val="bg1"/>
                </a:solidFill>
                <a:effectLst/>
                <a:uLnTx/>
                <a:uFillTx/>
                <a:latin typeface="黑体" pitchFamily="49" charset="-122"/>
                <a:ea typeface="+mn-ea"/>
              </a:rPr>
              <a:t>  儿童在某个时期最容易习得某种知识和技能，或形成某种心理特征，过了这个时期有关方面的发展会出现障碍，且难以弥补。近来，多用于生理特征和生理功能的发育和形成方面。</a:t>
            </a:r>
            <a:endParaRPr kumimoji="0" lang="en-US" sz="2200" b="0" i="0" u="none" strike="noStrike" kern="0" cap="none" spc="0" normalizeH="0" baseline="0" noProof="0" dirty="0" smtClean="0">
              <a:ln>
                <a:noFill/>
              </a:ln>
              <a:solidFill>
                <a:schemeClr val="bg1"/>
              </a:solidFill>
              <a:effectLst/>
              <a:uLnTx/>
              <a:uFillTx/>
              <a:latin typeface="黑体" pitchFamily="49" charset="-122"/>
              <a:ea typeface="+mn-ea"/>
            </a:endParaRPr>
          </a:p>
          <a:p>
            <a:pPr marL="469900" marR="0" lvl="0" indent="-469900" algn="l" defTabSz="914400" rtl="0" eaLnBrk="1" fontAlgn="base" latinLnBrk="0" hangingPunct="1">
              <a:lnSpc>
                <a:spcPct val="130000"/>
              </a:lnSpc>
              <a:spcBef>
                <a:spcPct val="20000"/>
              </a:spcBef>
              <a:spcAft>
                <a:spcPct val="0"/>
              </a:spcAft>
              <a:buClrTx/>
              <a:buSzTx/>
              <a:buFont typeface="Arial" charset="0"/>
              <a:buNone/>
              <a:defRPr/>
            </a:pPr>
            <a:r>
              <a:rPr kumimoji="0" lang="zh-CN" altLang="en-US" sz="2200" b="0" i="0" u="none" strike="noStrike" kern="0" cap="none" spc="0" normalizeH="0" baseline="0" noProof="0" dirty="0" smtClean="0">
                <a:ln>
                  <a:noFill/>
                </a:ln>
                <a:solidFill>
                  <a:srgbClr val="66FFFF"/>
                </a:solidFill>
                <a:effectLst/>
                <a:uLnTx/>
                <a:uFillTx/>
                <a:latin typeface="黑体" pitchFamily="49" charset="-122"/>
                <a:ea typeface="+mn-ea"/>
                <a:cs typeface="+mn-cs"/>
              </a:rPr>
              <a:t>敏感期</a:t>
            </a:r>
            <a:endParaRPr kumimoji="0" lang="zh-CN" altLang="en-US" sz="2200" b="0" i="0" u="none" strike="noStrike" kern="0" cap="none" spc="0" normalizeH="0" baseline="0" noProof="0" dirty="0" smtClean="0">
              <a:ln>
                <a:noFill/>
              </a:ln>
              <a:solidFill>
                <a:srgbClr val="66FFFF"/>
              </a:solidFill>
              <a:effectLst/>
              <a:uLnTx/>
              <a:uFillTx/>
              <a:latin typeface="黑体" pitchFamily="49" charset="-122"/>
              <a:ea typeface="+mn-ea"/>
              <a:cs typeface="+mn-cs"/>
            </a:endParaRPr>
          </a:p>
          <a:p>
            <a:pPr marL="352425" marR="0" lvl="1" indent="119380" algn="l" defTabSz="914400" rtl="0" eaLnBrk="1" fontAlgn="base" latinLnBrk="0" hangingPunct="1">
              <a:lnSpc>
                <a:spcPct val="130000"/>
              </a:lnSpc>
              <a:spcBef>
                <a:spcPct val="20000"/>
              </a:spcBef>
              <a:spcAft>
                <a:spcPct val="0"/>
              </a:spcAft>
              <a:buClrTx/>
              <a:buSzTx/>
              <a:buFont typeface="Arial" charset="0"/>
              <a:buNone/>
              <a:defRPr/>
            </a:pPr>
            <a:r>
              <a:rPr kumimoji="0" lang="zh-CN" altLang="en-US" sz="2200" b="0" i="0" u="none" strike="noStrike" kern="0" cap="none" spc="0" normalizeH="0" baseline="0" noProof="0" dirty="0" smtClean="0">
                <a:ln>
                  <a:noFill/>
                </a:ln>
                <a:solidFill>
                  <a:schemeClr val="bg1"/>
                </a:solidFill>
                <a:effectLst/>
                <a:uLnTx/>
                <a:uFillTx/>
                <a:latin typeface="黑体" pitchFamily="49" charset="-122"/>
                <a:ea typeface="+mn-ea"/>
              </a:rPr>
              <a:t>在这段时间，儿童学习某种知识和行为比较容易，儿童心理某些方面发展迅速的时期。如果错过了敏感期，学习起来比较困难，发展比较缓慢。</a:t>
            </a:r>
            <a:endParaRPr kumimoji="0" lang="zh-CN" altLang="en-US" sz="2200" b="0" i="0" u="none" strike="noStrike" kern="0" cap="none" spc="0" normalizeH="0" baseline="0" noProof="0" dirty="0" smtClean="0">
              <a:ln>
                <a:noFill/>
              </a:ln>
              <a:solidFill>
                <a:schemeClr val="bg1"/>
              </a:solidFill>
              <a:effectLst/>
              <a:uLnTx/>
              <a:uFillTx/>
              <a:latin typeface="黑体" pitchFamily="49" charset="-122"/>
              <a:ea typeface="+mn-ea"/>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7" name="TextBox 4"/>
          <p:cNvSpPr txBox="1"/>
          <p:nvPr/>
        </p:nvSpPr>
        <p:spPr>
          <a:xfrm>
            <a:off x="1041400" y="4305300"/>
            <a:ext cx="2746375" cy="1473200"/>
          </a:xfrm>
          <a:prstGeom prst="rect">
            <a:avLst/>
          </a:prstGeom>
          <a:noFill/>
          <a:ln w="9525">
            <a:noFill/>
          </a:ln>
        </p:spPr>
        <p:txBody>
          <a:bodyPr lIns="114062" tIns="57031" rIns="114062" bIns="57031" anchor="t">
            <a:spAutoFit/>
          </a:bodyPr>
          <a:p>
            <a:pPr lvl="0"/>
            <a:r>
              <a:rPr lang="en-US" altLang="zh-CN" sz="8700" dirty="0">
                <a:solidFill>
                  <a:srgbClr val="FFFFFF"/>
                </a:solidFill>
                <a:latin typeface="DFPYeaSong-B5" pitchFamily="2" charset="-120"/>
                <a:ea typeface="DFPYeaSong-B5" pitchFamily="2" charset="-120"/>
              </a:rPr>
              <a:t>E</a:t>
            </a:r>
            <a:r>
              <a:rPr lang="en-US" altLang="zh-CN" sz="8700" dirty="0">
                <a:solidFill>
                  <a:srgbClr val="FFC000"/>
                </a:solidFill>
                <a:latin typeface="DFPYeaSong-B5" pitchFamily="2" charset="-120"/>
                <a:ea typeface="DFPYeaSong-B5" pitchFamily="2" charset="-120"/>
              </a:rPr>
              <a:t>N</a:t>
            </a:r>
            <a:r>
              <a:rPr lang="en-US" altLang="zh-CN" sz="8700" dirty="0">
                <a:solidFill>
                  <a:srgbClr val="FFFFFF"/>
                </a:solidFill>
                <a:latin typeface="DFPYeaSong-B5" pitchFamily="2" charset="-120"/>
                <a:ea typeface="DFPYeaSong-B5" pitchFamily="2" charset="-120"/>
              </a:rPr>
              <a:t>D</a:t>
            </a:r>
            <a:endParaRPr lang="zh-CN" altLang="en-US" sz="8700" dirty="0">
              <a:solidFill>
                <a:srgbClr val="FFFFFF"/>
              </a:solidFill>
              <a:latin typeface="DFPYeaSong-B5" pitchFamily="2" charset="-120"/>
              <a:ea typeface="DFPYeaSong-B5" pitchFamily="2" charset="-120"/>
            </a:endParaRPr>
          </a:p>
        </p:txBody>
      </p:sp>
      <p:sp>
        <p:nvSpPr>
          <p:cNvPr id="75778" name="TextBox 5"/>
          <p:cNvSpPr txBox="1"/>
          <p:nvPr/>
        </p:nvSpPr>
        <p:spPr>
          <a:xfrm>
            <a:off x="1041400" y="5454650"/>
            <a:ext cx="2746375" cy="654050"/>
          </a:xfrm>
          <a:prstGeom prst="rect">
            <a:avLst/>
          </a:prstGeom>
          <a:noFill/>
          <a:ln w="9525">
            <a:noFill/>
          </a:ln>
        </p:spPr>
        <p:txBody>
          <a:bodyPr lIns="114062" tIns="57031" rIns="114062" bIns="57031" anchor="t">
            <a:spAutoFit/>
          </a:bodyPr>
          <a:p>
            <a:pPr lvl="0"/>
            <a:r>
              <a:rPr lang="en-US" altLang="zh-CN" sz="3500" dirty="0">
                <a:solidFill>
                  <a:srgbClr val="FFC000"/>
                </a:solidFill>
                <a:latin typeface="微软雅黑" pitchFamily="34" charset="-122"/>
                <a:ea typeface="微软雅黑" pitchFamily="34" charset="-122"/>
              </a:rPr>
              <a:t>Thanks </a:t>
            </a:r>
            <a:endParaRPr lang="zh-CN" altLang="en-US" sz="3500" dirty="0">
              <a:solidFill>
                <a:srgbClr val="FFFFFF"/>
              </a:solidFill>
              <a:latin typeface="微软雅黑" pitchFamily="34" charset="-122"/>
              <a:ea typeface="微软雅黑" pitchFamily="34" charset="-122"/>
            </a:endParaRPr>
          </a:p>
        </p:txBody>
      </p:sp>
      <p:sp>
        <p:nvSpPr>
          <p:cNvPr id="75779" name="矩形 5"/>
          <p:cNvSpPr/>
          <p:nvPr/>
        </p:nvSpPr>
        <p:spPr>
          <a:xfrm>
            <a:off x="928688" y="4392613"/>
            <a:ext cx="2773362" cy="1760537"/>
          </a:xfrm>
          <a:prstGeom prst="rect">
            <a:avLst/>
          </a:prstGeom>
          <a:noFill/>
          <a:ln w="25400" cap="flat" cmpd="sng">
            <a:solidFill>
              <a:srgbClr val="FFC000"/>
            </a:solidFill>
            <a:prstDash val="solid"/>
            <a:miter/>
            <a:headEnd type="none" w="med" len="med"/>
            <a:tailEnd type="none" w="med" len="med"/>
          </a:ln>
        </p:spPr>
        <p:txBody>
          <a:bodyPr lIns="114062" tIns="57031" rIns="114062" bIns="57031" anchor="ctr"/>
          <a:p>
            <a:pPr lvl="0" algn="ctr"/>
            <a:endParaRPr lang="zh-CN" altLang="en-US" dirty="0">
              <a:solidFill>
                <a:srgbClr val="FFFFFF"/>
              </a:solidFill>
              <a:latin typeface="Calibri" pitchFamily="34" charset="0"/>
              <a:ea typeface="宋体" charset="-122"/>
            </a:endParaRPr>
          </a:p>
        </p:txBody>
      </p:sp>
    </p:spTree>
  </p:cSld>
  <p:clrMapOvr>
    <a:masterClrMapping/>
  </p:clrMapOvr>
</p:sld>
</file>

<file path=ppt/theme/theme1.xml><?xml version="1.0" encoding="utf-8"?>
<a:theme xmlns:a="http://schemas.openxmlformats.org/drawingml/2006/main" name="2_环球网校讲义内容模块">
  <a:themeElements>
    <a:clrScheme name="2_环球网校讲义内容模块 1">
      <a:dk1>
        <a:srgbClr val="000000"/>
      </a:dk1>
      <a:lt1>
        <a:srgbClr val="FFFFFF"/>
      </a:lt1>
      <a:dk2>
        <a:srgbClr val="1F497D"/>
      </a:dk2>
      <a:lt2>
        <a:srgbClr val="EEECE1"/>
      </a:lt2>
      <a:accent1>
        <a:srgbClr val="FFFFFF"/>
      </a:accent1>
      <a:accent2>
        <a:srgbClr val="FFFFFF"/>
      </a:accent2>
      <a:accent3>
        <a:srgbClr val="FFFFFF"/>
      </a:accent3>
      <a:accent4>
        <a:srgbClr val="000000"/>
      </a:accent4>
      <a:accent5>
        <a:srgbClr val="FFFFFF"/>
      </a:accent5>
      <a:accent6>
        <a:srgbClr val="E7E7E7"/>
      </a:accent6>
      <a:hlink>
        <a:srgbClr val="0000FF"/>
      </a:hlink>
      <a:folHlink>
        <a:srgbClr val="800080"/>
      </a:folHlink>
    </a:clrScheme>
    <a:fontScheme name="2_环球网校讲义内容模块">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t" anchorCtr="0" compatLnSpc="1"/>
      <a:lstStyle>
        <a:defPPr marL="0" marR="0" indent="0" algn="l" defTabSz="1130300" rtl="0" eaLnBrk="1" fontAlgn="base" latinLnBrk="0" hangingPunct="1">
          <a:lnSpc>
            <a:spcPct val="100000"/>
          </a:lnSpc>
          <a:spcBef>
            <a:spcPct val="0"/>
          </a:spcBef>
          <a:spcAft>
            <a:spcPct val="0"/>
          </a:spcAft>
          <a:buClrTx/>
          <a:buSzTx/>
          <a:buFont typeface="Arial" charset="0"/>
          <a:buNone/>
          <a:defRPr kumimoji="0" lang="zh-CN" sz="2200" b="0" i="0" u="none" strike="noStrike" cap="none" normalizeH="0" baseline="0" smtClean="0">
            <a:ln>
              <a:noFill/>
            </a:ln>
            <a:solidFill>
              <a:schemeClr val="tx1"/>
            </a:solidFill>
            <a:effectLst/>
            <a:latin typeface="Arial" charset="0"/>
            <a:ea typeface="宋体"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t" anchorCtr="0" compatLnSpc="1"/>
      <a:lstStyle>
        <a:defPPr marL="0" marR="0" indent="0" algn="l" defTabSz="1130300" rtl="0" eaLnBrk="1" fontAlgn="base" latinLnBrk="0" hangingPunct="1">
          <a:lnSpc>
            <a:spcPct val="100000"/>
          </a:lnSpc>
          <a:spcBef>
            <a:spcPct val="0"/>
          </a:spcBef>
          <a:spcAft>
            <a:spcPct val="0"/>
          </a:spcAft>
          <a:buClrTx/>
          <a:buSzTx/>
          <a:buFont typeface="Arial" charset="0"/>
          <a:buNone/>
          <a:defRPr kumimoji="0" lang="zh-CN" sz="2200" b="0" i="0" u="none" strike="noStrike" cap="none" normalizeH="0" baseline="0" smtClean="0">
            <a:ln>
              <a:noFill/>
            </a:ln>
            <a:solidFill>
              <a:schemeClr val="tx1"/>
            </a:solidFill>
            <a:effectLst/>
            <a:latin typeface="Arial" charset="0"/>
            <a:ea typeface="宋体" charset="-122"/>
          </a:defRPr>
        </a:defPPr>
      </a:lstStyle>
    </a:lnDef>
  </a:objectDefaults>
  <a:extraClrSchemeLst>
    <a:extraClrScheme>
      <a:clrScheme name="2_环球网校讲义内容模块 1">
        <a:dk1>
          <a:srgbClr val="000000"/>
        </a:dk1>
        <a:lt1>
          <a:srgbClr val="FFFFFF"/>
        </a:lt1>
        <a:dk2>
          <a:srgbClr val="1F497D"/>
        </a:dk2>
        <a:lt2>
          <a:srgbClr val="EEECE1"/>
        </a:lt2>
        <a:accent1>
          <a:srgbClr val="FFFFFF"/>
        </a:accent1>
        <a:accent2>
          <a:srgbClr val="FFFFFF"/>
        </a:accent2>
        <a:accent3>
          <a:srgbClr val="FFFFFF"/>
        </a:accent3>
        <a:accent4>
          <a:srgbClr val="000000"/>
        </a:accent4>
        <a:accent5>
          <a:srgbClr val="FFFFFF"/>
        </a:accent5>
        <a:accent6>
          <a:srgbClr val="E7E7E7"/>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环球网校讲义内容模块">
  <a:themeElements>
    <a:clrScheme name="3_环球网校讲义内容模块 1">
      <a:dk1>
        <a:srgbClr val="000000"/>
      </a:dk1>
      <a:lt1>
        <a:srgbClr val="FFFFFF"/>
      </a:lt1>
      <a:dk2>
        <a:srgbClr val="1F497D"/>
      </a:dk2>
      <a:lt2>
        <a:srgbClr val="EEECE1"/>
      </a:lt2>
      <a:accent1>
        <a:srgbClr val="FFFFFF"/>
      </a:accent1>
      <a:accent2>
        <a:srgbClr val="FFFFFF"/>
      </a:accent2>
      <a:accent3>
        <a:srgbClr val="FFFFFF"/>
      </a:accent3>
      <a:accent4>
        <a:srgbClr val="000000"/>
      </a:accent4>
      <a:accent5>
        <a:srgbClr val="FFFFFF"/>
      </a:accent5>
      <a:accent6>
        <a:srgbClr val="E7E7E7"/>
      </a:accent6>
      <a:hlink>
        <a:srgbClr val="0000FF"/>
      </a:hlink>
      <a:folHlink>
        <a:srgbClr val="800080"/>
      </a:folHlink>
    </a:clrScheme>
    <a:fontScheme name="3_环球网校讲义内容模块">
      <a:majorFont>
        <a:latin typeface="Calibri"/>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t" anchorCtr="0" compatLnSpc="1"/>
      <a:lstStyle>
        <a:defPPr marL="0" marR="0" indent="0" algn="l" defTabSz="1130300" rtl="0" eaLnBrk="1" fontAlgn="base" latinLnBrk="0" hangingPunct="1">
          <a:lnSpc>
            <a:spcPct val="100000"/>
          </a:lnSpc>
          <a:spcBef>
            <a:spcPct val="0"/>
          </a:spcBef>
          <a:spcAft>
            <a:spcPct val="0"/>
          </a:spcAft>
          <a:buClrTx/>
          <a:buSzTx/>
          <a:buFont typeface="Arial" charset="0"/>
          <a:buNone/>
          <a:defRPr kumimoji="0" lang="zh-CN" sz="2200" b="0" i="0" u="none" strike="noStrike" cap="none" normalizeH="0" baseline="0" smtClean="0">
            <a:ln>
              <a:noFill/>
            </a:ln>
            <a:solidFill>
              <a:schemeClr val="tx1"/>
            </a:solidFill>
            <a:effectLst/>
            <a:latin typeface="Arial" charset="0"/>
            <a:ea typeface="宋体"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t" anchorCtr="0" compatLnSpc="1"/>
      <a:lstStyle>
        <a:defPPr marL="0" marR="0" indent="0" algn="l" defTabSz="1130300" rtl="0" eaLnBrk="1" fontAlgn="base" latinLnBrk="0" hangingPunct="1">
          <a:lnSpc>
            <a:spcPct val="100000"/>
          </a:lnSpc>
          <a:spcBef>
            <a:spcPct val="0"/>
          </a:spcBef>
          <a:spcAft>
            <a:spcPct val="0"/>
          </a:spcAft>
          <a:buClrTx/>
          <a:buSzTx/>
          <a:buFont typeface="Arial" charset="0"/>
          <a:buNone/>
          <a:defRPr kumimoji="0" lang="zh-CN" sz="2200" b="0" i="0" u="none" strike="noStrike" cap="none" normalizeH="0" baseline="0" smtClean="0">
            <a:ln>
              <a:noFill/>
            </a:ln>
            <a:solidFill>
              <a:schemeClr val="tx1"/>
            </a:solidFill>
            <a:effectLst/>
            <a:latin typeface="Arial" charset="0"/>
            <a:ea typeface="宋体" charset="-122"/>
          </a:defRPr>
        </a:defPPr>
      </a:lstStyle>
    </a:lnDef>
  </a:objectDefaults>
  <a:extraClrSchemeLst>
    <a:extraClrScheme>
      <a:clrScheme name="3_环球网校讲义内容模块 1">
        <a:dk1>
          <a:srgbClr val="000000"/>
        </a:dk1>
        <a:lt1>
          <a:srgbClr val="FFFFFF"/>
        </a:lt1>
        <a:dk2>
          <a:srgbClr val="1F497D"/>
        </a:dk2>
        <a:lt2>
          <a:srgbClr val="EEECE1"/>
        </a:lt2>
        <a:accent1>
          <a:srgbClr val="FFFFFF"/>
        </a:accent1>
        <a:accent2>
          <a:srgbClr val="FFFFFF"/>
        </a:accent2>
        <a:accent3>
          <a:srgbClr val="FFFFFF"/>
        </a:accent3>
        <a:accent4>
          <a:srgbClr val="000000"/>
        </a:accent4>
        <a:accent5>
          <a:srgbClr val="FFFFFF"/>
        </a:accent5>
        <a:accent6>
          <a:srgbClr val="E7E7E7"/>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4_环球网校讲义内容模块">
  <a:themeElements>
    <a:clrScheme name="4_环球网校讲义内容模块 1">
      <a:dk1>
        <a:srgbClr val="000000"/>
      </a:dk1>
      <a:lt1>
        <a:srgbClr val="FFFFFF"/>
      </a:lt1>
      <a:dk2>
        <a:srgbClr val="1F497D"/>
      </a:dk2>
      <a:lt2>
        <a:srgbClr val="EEECE1"/>
      </a:lt2>
      <a:accent1>
        <a:srgbClr val="FFFFFF"/>
      </a:accent1>
      <a:accent2>
        <a:srgbClr val="FFFFFF"/>
      </a:accent2>
      <a:accent3>
        <a:srgbClr val="FFFFFF"/>
      </a:accent3>
      <a:accent4>
        <a:srgbClr val="000000"/>
      </a:accent4>
      <a:accent5>
        <a:srgbClr val="FFFFFF"/>
      </a:accent5>
      <a:accent6>
        <a:srgbClr val="E7E7E7"/>
      </a:accent6>
      <a:hlink>
        <a:srgbClr val="0000FF"/>
      </a:hlink>
      <a:folHlink>
        <a:srgbClr val="800080"/>
      </a:folHlink>
    </a:clrScheme>
    <a:fontScheme name="4_环球网校讲义内容模块">
      <a:majorFont>
        <a:latin typeface="Calibri"/>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t" anchorCtr="0" compatLnSpc="1"/>
      <a:lstStyle>
        <a:defPPr marL="0" marR="0" indent="0" algn="l" defTabSz="1130300" rtl="0" eaLnBrk="1" fontAlgn="base" latinLnBrk="0" hangingPunct="1">
          <a:lnSpc>
            <a:spcPct val="100000"/>
          </a:lnSpc>
          <a:spcBef>
            <a:spcPct val="0"/>
          </a:spcBef>
          <a:spcAft>
            <a:spcPct val="0"/>
          </a:spcAft>
          <a:buClrTx/>
          <a:buSzTx/>
          <a:buFont typeface="Arial" charset="0"/>
          <a:buNone/>
          <a:defRPr kumimoji="0" lang="zh-CN" sz="2200" b="0" i="0" u="none" strike="noStrike" cap="none" normalizeH="0" baseline="0" smtClean="0">
            <a:ln>
              <a:noFill/>
            </a:ln>
            <a:solidFill>
              <a:schemeClr val="tx1"/>
            </a:solidFill>
            <a:effectLst/>
            <a:latin typeface="Arial" charset="0"/>
            <a:ea typeface="宋体"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t" anchorCtr="0" compatLnSpc="1"/>
      <a:lstStyle>
        <a:defPPr marL="0" marR="0" indent="0" algn="l" defTabSz="1130300" rtl="0" eaLnBrk="1" fontAlgn="base" latinLnBrk="0" hangingPunct="1">
          <a:lnSpc>
            <a:spcPct val="100000"/>
          </a:lnSpc>
          <a:spcBef>
            <a:spcPct val="0"/>
          </a:spcBef>
          <a:spcAft>
            <a:spcPct val="0"/>
          </a:spcAft>
          <a:buClrTx/>
          <a:buSzTx/>
          <a:buFont typeface="Arial" charset="0"/>
          <a:buNone/>
          <a:defRPr kumimoji="0" lang="zh-CN" sz="2200" b="0" i="0" u="none" strike="noStrike" cap="none" normalizeH="0" baseline="0" smtClean="0">
            <a:ln>
              <a:noFill/>
            </a:ln>
            <a:solidFill>
              <a:schemeClr val="tx1"/>
            </a:solidFill>
            <a:effectLst/>
            <a:latin typeface="Arial" charset="0"/>
            <a:ea typeface="宋体" charset="-122"/>
          </a:defRPr>
        </a:defPPr>
      </a:lstStyle>
    </a:lnDef>
  </a:objectDefaults>
  <a:extraClrSchemeLst>
    <a:extraClrScheme>
      <a:clrScheme name="4_环球网校讲义内容模块 1">
        <a:dk1>
          <a:srgbClr val="000000"/>
        </a:dk1>
        <a:lt1>
          <a:srgbClr val="FFFFFF"/>
        </a:lt1>
        <a:dk2>
          <a:srgbClr val="1F497D"/>
        </a:dk2>
        <a:lt2>
          <a:srgbClr val="EEECE1"/>
        </a:lt2>
        <a:accent1>
          <a:srgbClr val="FFFFFF"/>
        </a:accent1>
        <a:accent2>
          <a:srgbClr val="FFFFFF"/>
        </a:accent2>
        <a:accent3>
          <a:srgbClr val="FFFFFF"/>
        </a:accent3>
        <a:accent4>
          <a:srgbClr val="000000"/>
        </a:accent4>
        <a:accent5>
          <a:srgbClr val="FFFFFF"/>
        </a:accent5>
        <a:accent6>
          <a:srgbClr val="E7E7E7"/>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7310</Words>
  <Application/>
  <PresentationFormat>自定义</PresentationFormat>
  <Paragraphs>699</Paragraphs>
  <Slides>0</Slides>
  <Notes>12</Notes>
  <HiddenSlides>0</HiddenSlides>
  <MMClips>0</MMClips>
  <ScaleCrop>false</ScaleCrop>
  <HeadingPairs>
    <vt:vector size="6" baseType="variant">
      <vt:variant>
        <vt:lpstr>已用的字体</vt:lpstr>
      </vt:variant>
      <vt:variant>
        <vt:i4>13</vt:i4>
      </vt:variant>
      <vt:variant>
        <vt:lpstr>主题</vt:lpstr>
      </vt:variant>
      <vt:variant>
        <vt:i4>3</vt:i4>
      </vt:variant>
      <vt:variant>
        <vt:lpstr>幻灯片标题</vt:lpstr>
      </vt:variant>
      <vt:variant>
        <vt:i4>57</vt:i4>
      </vt:variant>
    </vt:vector>
  </HeadingPairs>
  <TitlesOfParts>
    <vt:vector size="73" baseType="lpstr">
      <vt:lpstr>Arial</vt:lpstr>
      <vt:lpstr>宋体</vt:lpstr>
      <vt:lpstr>Wingdings</vt:lpstr>
      <vt:lpstr>Calibri</vt:lpstr>
      <vt:lpstr>黑体</vt:lpstr>
      <vt:lpstr>Verdana</vt:lpstr>
      <vt:lpstr>Wingdings 2</vt:lpstr>
      <vt:lpstr>楷体_GB2312</vt:lpstr>
      <vt:lpstr>Times New Roman</vt:lpstr>
      <vt:lpstr>微软雅黑</vt:lpstr>
      <vt:lpstr>DFPYeaSong-B5</vt:lpstr>
      <vt:lpstr>新宋体</vt:lpstr>
      <vt:lpstr>MingLiU</vt:lpstr>
      <vt:lpstr>2_环球网校讲义内容模块</vt:lpstr>
      <vt:lpstr>3_环球网校讲义内容模块</vt:lpstr>
      <vt:lpstr>4_环球网校讲义内容模块</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Administrator</dc:creator>
  <cp:lastModifiedBy>iPhone</cp:lastModifiedBy>
  <cp:revision>284</cp:revision>
  <dcterms:created xsi:type="dcterms:W3CDTF">1900-01-01T00:00:00Z</dcterms:created>
  <dcterms:modified xsi:type="dcterms:W3CDTF">1900-01-01T00:00:00Z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2052-12.30.0</vt:lpwstr>
  </property>
  <property fmtid="{D5CDD505-2E9C-101B-9397-08002B2CF9AE}" pid="3" name="ICV">
    <vt:lpwstr>8135AAD72DDF4ACE0B0E94688C72F1D5_33</vt:lpwstr>
  </property>
</Properties>
</file>