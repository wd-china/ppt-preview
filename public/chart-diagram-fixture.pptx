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diagrams/data1.xml" ContentType="application/vnd.openxmlformats-officedocument.drawingml.diagramData+xml"/>
  <Override PartName="/ppt/diagrams/data2.xml" ContentType="application/vnd.openxmlformats-officedocument.drawingml.diagramData+xml"/>
  <Override PartName="/ppt/diagrams/layout1.xml" ContentType="application/vnd.openxmlformats-officedocument.drawingml.diagramLayout+xml"/>
  <Override PartName="/ppt/diagrams/layout2.xml" ContentType="application/vnd.openxmlformats-officedocument.drawingml.diagramLayout+xml"/>
  <Override PartName="/ppt/diagrams/colors1.xml" ContentType="application/vnd.openxmlformats-officedocument.drawingml.diagramColors+xml"/>
  <Override PartName="/ppt/diagrams/quickStyle1.xml" ContentType="application/vnd.openxmlformats-officedocument.drawingml.diagramStyle+xml"/>
  <Override PartName="/ppt/diagrams/drawing1.xml" ContentType="application/vnd.openxmlformats-officedocument.drawingml.diagramDrawing+xml"/>
  <Override PartName="/ppt/diagrams/drawing2.xml" ContentType="application/vnd.openxmlformats-officedocument.drawingml.diagramDrawing+xml"/>
</Types>
</file>

<file path=ppt/presentation.xml><?xml version="1.0" encoding="utf-8"?>
<p:presentation xmlns:p="http://schemas.openxmlformats.org/presentationml/2006/main" xmlns:r="http://schemas.openxmlformats.org/officeDocument/2006/relationships">
  <p:sldSz cx="9144000" cy="6858000"/>
  <p:sldIdLst>
    <p:sldId id="256" r:id="rId1"/>
    <p:sldId id="257" r:id="rId2"/>
    <p:sldId id="258" r:id="rId3"/>
    <p:sldId id="259" r:id="rId4"/>
    <p:sldId id="260" r:id="rId5"/>
    <p:sldId id="261" r:id="rId6"/>
    <p:sldId id="262" r:id="rId7"/>
  </p:sldIdLst>
  <p:defaultTextStyle/>
</p:presentation>
</file>

<file path=ppt/tableStyles.xml><?xml version="1.0" encoding="utf-8"?>
<a:tblStyleLst xmlns:a="http://schemas.openxmlformats.org/drawingml/2006/main" def="tableStyleId"/>
</file>

<file path=ppt/_rels/presentation.xml.rels><?xml version="1.0" encoding="UTF-8"?>
  <Relationships xmlns="http://schemas.openxmlformats.org/package/2006/relationships">
    <Relationship Id="rId1" Type="http://schemas.openxmlformats.org/officeDocument/2006/relationships/slide" Target="slides/slide1.xml"/>
    <Relationship Id="rId2" Type="http://schemas.openxmlformats.org/officeDocument/2006/relationships/slide" Target="slides/slide2.xml"/>
    <Relationship Id="rId3" Type="http://schemas.openxmlformats.org/officeDocument/2006/relationships/slide" Target="slides/slide3.xml"/>
    <Relationship Id="rId4" Type="http://schemas.openxmlformats.org/officeDocument/2006/relationships/slide" Target="slides/slide4.xml"/>
    <Relationship Id="rId5" Type="http://schemas.openxmlformats.org/officeDocument/2006/relationships/slide" Target="slides/slide5.xml"/>
    <Relationship Id="rId6" Type="http://schemas.openxmlformats.org/officeDocument/2006/relationships/slide" Target="slides/slide6.xml"/>
    <Relationship Id="rId7" Type="http://schemas.openxmlformats.org/officeDocument/2006/relationships/slide" Target="slides/slide7.xml"/>
    <Relationship Id="rIdTheme" Type="http://schemas.openxmlformats.org/officeDocument/2006/relationships/theme" Target="theme/theme1.xml"/>
  </Relationships>
</file>

<file path=ppt/charts/chart1.xml><?xml version="1.0" encoding="utf-8"?>
<c:chartSpace xmlns:c="http://schemas.openxmlformats.org/drawingml/2006/chart" xmlns:a="http://schemas.openxmlformats.org/drawingml/2006/main">
  <c:chart>
    <c:title>
      <c:tx>
        <c:rich>
          <a:bodyPr/>
          <a:lstStyle/>
          <a:p>
            <a:r>
              <a:t>Revenue</a:t>
            </a:r>
          </a:p>
        </c:rich>
      </c:tx>
    </c:title>
    <c:plotArea>
      <c:barChart>
        <c:barDir val="col"/>
        <c:grouping val="clustered"/>
        <c:varyColors val="1"/>
        <c:gapWidth val="219"/>
        <c:overlap val="-27"/>
        <c:ser>
          <c:idx val="0"/>
          <c:order val="1"/>
          <c:tx>
            <c:strRef>
              <c:strCache>
                <c:pt idx="0">
                  <c:v>Series 1</c:v>
                </c:pt>
              </c:strCache>
            </c:strRef>
          </c:tx>
          <c:cat>
            <c:strRef>
              <c:strCache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numCache>
                <c:pt idx="0">
                  <c:v>10</c:v>
                </c:pt>
                <c:pt idx="1">
                  <c:v>20</c:v>
                </c:pt>
              </c:numCache>
            </c:numRef>
          </c:val>
          <c:spPr>
            <a:solidFill>
              <a:srgbClr val="3366CC"/>
            </a:solidFill>
          </c:spPr>
        </c:ser>
        <c:ser>
          <c:idx val="1"/>
          <c:order val="0"/>
          <c:tx>
            <c:strRef>
              <c:strCache>
                <c:pt idx="0">
                  <c:v>Series 2</c:v>
                </c:pt>
              </c:strCache>
            </c:strRef>
          </c:tx>
          <c:cat>
            <c:strRef>
              <c:strCache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numCache>
                <c:pt idx="0">
                  <c:v>30</c:v>
                </c:pt>
                <c:pt idx="1">
                  <c:v>40</c:v>
                </c:pt>
              </c:numCache>
            </c:numRef>
          </c:val>
          <c:spPr>
            <a:solidFill>
              <a:srgbClr val="DC3912"/>
            </a:solidFill>
          </c:spPr>
        </c:ser>
        <c:dLbls>
          <c:dLblPos val="outEnd"/>
          <c:showVal val="1"/>
          <c:showCatName val="1"/>
        </c:dLbls>
      </c:barChart>
      <c:catAx>
        <c:axId val="10"/>
        <c:scaling>
          <c:orientation val="maxMin"/>
        </c:scaling>
        <c:axPos val="b"/>
        <c:crosses val="autoZero"/>
        <c:title>
          <c:tx>
            <c:rich>
              <a:bodyPr/>
              <a:lstStyle/>
              <a:p>
                <a:r>
                  <a:t>Quarter</a:t>
                </a:r>
              </a:p>
            </c:rich>
          </c:tx>
        </c:title>
        <c:majorGridlines/>
      </c:catAx>
      <c:valAx>
        <c:axId val="20"/>
        <c:scaling>
          <c:orientation val="minMax"/>
        </c:scaling>
        <c:axPos val="l"/>
        <c:title>
          <c:tx>
            <c:rich>
              <a:bodyPr/>
              <a:lstStyle/>
              <a:p>
                <a:r>
                  <a:t>Amount</a:t>
                </a:r>
              </a:p>
            </c:rich>
          </c:tx>
        </c:title>
        <c:minorGridlines/>
      </c:valAx>
    </c:plotArea>
    <c:legend>
      <c:legendPos val="r"/>
      <c:overlay val="0"/>
    </c:legend>
  </c:chart>
</c:chartSpace>
</file>

<file path=ppt/charts/chart2.xml><?xml version="1.0" encoding="utf-8"?>
<c:chartSpace xmlns:c="http://schemas.openxmlformats.org/drawingml/2006/chart" xmlns:a="http://schemas.openxmlformats.org/drawingml/2006/main">
  <c:chart>
    <c:title>
      <c:tx>
        <c:rich>
          <a:bodyPr/>
          <a:lstStyle/>
          <a:p>
            <a:r>
              <a:t>Share</a:t>
            </a:r>
          </a:p>
        </c:rich>
      </c:tx>
    </c:title>
    <c:plotArea>
      <c:pieChart>
        <c:varyColors val="1"/>
        <c:ser>
          <c:idx val="0"/>
          <c:order val="0"/>
          <c:tx>
            <c:strRef>
              <c:strCache>
                <c:pt idx="0">
                  <c:v>Share</c:v>
                </c:pt>
              </c:strCache>
            </c:strRef>
          </c:tx>
          <c:cat>
            <c:strRef>
              <c:strCache>
                <c:pt idx="0">
                  <c:v>A</c:v>
                </c:pt>
                <c:pt idx="1">
                  <c:v>B</c:v>
                </c:pt>
              </c:strCache>
            </c:strRef>
          </c:cat>
          <c:val>
            <c:numRef>
              <c:numCache>
                <c:pt idx="0">
                  <c:v>60</c:v>
                </c:pt>
                <c:pt idx="1">
                  <c:v>40</c:v>
                </c:pt>
              </c:numCache>
            </c:numRef>
          </c:val>
          <c:dPt>
            <c:idx val="0"/>
            <c:spPr>
              <a:solidFill>
                <a:srgbClr val="3366CC"/>
              </a:solidFill>
            </c:spPr>
          </c:dPt>
          <c:dPt>
            <c:idx val="1"/>
            <c:spPr>
              <a:solidFill>
                <a:srgbClr val="DC3912"/>
              </a:solidFill>
            </c:spPr>
          </c:dPt>
        </c:ser>
      </c:pieChart>
    </c:plotArea>
    <c:legend>
      <c:legendPos val="r"/>
      <c:overlay val="0"/>
    </c:legend>
  </c:chart>
</c:chartSpace>
</file>

<file path=ppt/charts/chart3.xml><?xml version="1.0" encoding="utf-8"?>
<c:chartSpace xmlns:c="http://schemas.openxmlformats.org/drawingml/2006/chart" xmlns:a="http://schemas.openxmlformats.org/drawingml/2006/main">
  <c:chart>
    <c:title>
      <c:tx>
        <c:rich>
          <a:bodyPr/>
          <a:lstStyle/>
          <a:p>
            <a:r>
              <a:t>Series XY</a:t>
            </a:r>
          </a:p>
        </c:rich>
      </c:tx>
    </c:title>
    <c:plotArea>
      <c:scatterChart>
        <c:scatterStyle val="lineMarker"/>
        <c:ser>
          <c:idx val="0"/>
          <c:order val="0"/>
          <c:tx>
            <c:strRef>
              <c:strCache>
                <c:pt idx="0">
                  <c:v>Series XY</c:v>
                </c:pt>
              </c:strCache>
            </c:strRef>
          </c:tx>
          <c:xVal>
            <c:numRef>
              <c:numCache>
                <c:pt idx="0">
                  <c:v>1</c:v>
                </c:pt>
                <c:pt idx="1">
                  <c:v>2</c:v>
                </c:pt>
              </c:numCache>
            </c:numRef>
          </c:xVal>
          <c:yVal>
            <c:numRef>
              <c:numCache>
                <c:pt idx="0">
                  <c:v>10</c:v>
                </c:pt>
                <c:pt idx="1">
                  <c:v>20</c:v>
                </c:pt>
              </c:numCache>
            </c:numRef>
          </c:yVal>
          <c:spPr>
            <a:solidFill>
              <a:srgbClr val="3366CC"/>
            </a:solidFill>
          </c:spPr>
        </c:ser>
      </c:scatterChart>
    </c:plotArea>
    <c:legend>
      <c:legendPos val="r"/>
      <c:overlay val="0"/>
    </c:legend>
  </c:chart>
</c:chartSpace>
</file>

<file path=ppt/charts/chart4.xml><?xml version="1.0" encoding="utf-8"?>
<c:chartSpace xmlns:c="http://schemas.openxmlformats.org/drawingml/2006/chart" xmlns:a="http://schemas.openxmlformats.org/drawingml/2006/main">
  <c:chart>
    <c:title>
      <c:tx>
        <c:rich>
          <a:bodyPr/>
          <a:lstStyle/>
          <a:p>
            <a:r>
              <a:t>Trend</a:t>
            </a:r>
          </a:p>
        </c:rich>
      </c:tx>
    </c:title>
    <c:plotArea>
      <c:lineChart>
        <c:grouping val="standard"/>
        <c:marker val="1"/>
        <c:ser>
          <c:idx val="0"/>
          <c:order val="0"/>
          <c:tx>
            <c:strRef>
              <c:strCache>
                <c:pt idx="0">
                  <c:v>North</c:v>
                </c:pt>
              </c:strCache>
            </c:strRef>
          </c:tx>
          <c:cat>
            <c:strRef>
              <c:strCache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</c:strCache>
            </c:strRef>
          </c:cat>
          <c:val>
            <c:numRef>
              <c:numCache>
                <c:pt idx="0">
                  <c:v>10</c:v>
                </c:pt>
                <c:pt idx="1">
                  <c:v>20</c:v>
                </c:pt>
                <c:pt idx="2">
                  <c:v>15</c:v>
                </c:pt>
              </c:numCache>
            </c:numRef>
          </c:val>
          <c:spPr>
            <a:solidFill>
              <a:srgbClr val="3366CC"/>
            </a:solidFill>
          </c:spPr>
        </c:ser>
        <c:ser>
          <c:idx val="1"/>
          <c:order val="1"/>
          <c:tx>
            <c:strRef>
              <c:strCache>
                <c:pt idx="0">
                  <c:v>South</c:v>
                </c:pt>
              </c:strCache>
            </c:strRef>
          </c:tx>
          <c:cat>
            <c:strRef>
              <c:strCache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</c:strCache>
            </c:strRef>
          </c:cat>
          <c:val>
            <c:numRef>
              <c:numCache>
                <c:pt idx="0">
                  <c:v>5</c:v>
                </c:pt>
                <c:pt idx="1">
                  <c:v>12</c:v>
                </c:pt>
                <c:pt idx="2">
                  <c:v>18</c:v>
                </c:pt>
              </c:numCache>
            </c:numRef>
          </c:val>
          <c:spPr>
            <a:solidFill>
              <a:srgbClr val="DC3912"/>
            </a:solidFill>
          </c:spPr>
        </c:ser>
      </c:lineChart>
      <c:catAx>
        <c:axId val="30"/>
        <c:scaling>
          <c:orientation val="minMax"/>
        </c:scaling>
        <c:axPos val="b"/>
        <c:crosses val="autoZero"/>
        <c:title>
          <c:tx>
            <c:rich>
              <a:bodyPr/>
              <a:lstStyle/>
              <a:p>
                <a:r>
                  <a:t>Month</a:t>
                </a:r>
              </a:p>
            </c:rich>
          </c:tx>
        </c:title>
      </c:catAx>
      <c:valAx>
        <c:axId val="40"/>
        <c:scaling>
          <c:orientation val="minMax"/>
        </c:scaling>
        <c:axPos val="l"/>
        <c:title>
          <c:tx>
            <c:rich>
              <a:bodyPr/>
              <a:lstStyle/>
              <a:p>
                <a:r>
                  <a:t>Score</a:t>
                </a:r>
              </a:p>
            </c:rich>
          </c:tx>
        </c:title>
      </c:valAx>
    </c:plotArea>
    <c:legend>
      <c:legendPos val="r"/>
      <c:overlay val="0"/>
    </c:legend>
  </c:chart>
</c:chartSpace>
</file>

<file path=ppt/charts/chart5.xml><?xml version="1.0" encoding="utf-8"?>
<c:chartSpace xmlns:c="http://schemas.openxmlformats.org/drawingml/2006/chart" xmlns:a="http://schemas.openxmlformats.org/drawingml/2006/main">
  <c:chart>
    <c:title>
      <c:tx>
        <c:rich>
          <a:bodyPr/>
          <a:lstStyle/>
          <a:p>
            <a:r>
              <a:t>Coverage</a:t>
            </a:r>
          </a:p>
        </c:rich>
      </c:tx>
    </c:title>
    <c:plotArea>
      <c:areaChart>
        <c:grouping val="standard"/>
        <c:ser>
          <c:idx val="0"/>
          <c:order val="0"/>
          <c:tx>
            <c:strRef>
              <c:strCache>
                <c:pt idx="0">
                  <c:v>Coverage</c:v>
                </c:pt>
              </c:strCache>
            </c:strRef>
          </c:tx>
          <c:cat>
            <c:strRef>
              <c:strCache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numCache>
                <c:pt idx="0">
                  <c:v>40</c:v>
                </c:pt>
                <c:pt idx="1">
                  <c:v>60</c:v>
                </c:pt>
              </c:numCache>
            </c:numRef>
          </c:val>
          <c:spPr>
            <a:solidFill>
              <a:srgbClr val="3366CC"/>
            </a:solidFill>
          </c:spPr>
        </c:ser>
      </c:areaChart>
      <c:catAx>
        <c:axId val="50"/>
        <c:scaling>
          <c:orientation val="minMax"/>
        </c:scaling>
        <c:axPos val="b"/>
        <c:crosses val="autoZero"/>
      </c:catAx>
      <c:valAx>
        <c:axId val="60"/>
        <c:scaling>
          <c:orientation val="minMax"/>
        </c:scaling>
        <c:axPos val="l"/>
      </c:valAx>
    </c:plotArea>
    <c:legend>
      <c:legendPos val="r"/>
      <c:overlay val="0"/>
    </c:legend>
  </c:chart>
</c:chartSpace>
</file>

<file path=ppt/diagrams/_rels/drawing1.xml.rels><?xml version="1.0" encoding="UTF-8"?><Relationships xmlns="http://schemas.openxmlformats.org/package/2006/relationships"/>
</file>

<file path=ppt/diagrams/_rels/drawing2.xml.rels><?xml version="1.0" encoding="UTF-8"?><Relationships xmlns="http://schemas.openxmlformats.org/package/2006/relationships"/>
</file>

<file path=ppt/diagrams/colors1.xml><?xml version="1.0" encoding="utf-8"?>
<dgm:colorsDef xmlns:dgm="http://schemas.openxmlformats.org/drawingml/2006/diagram"/>
</file>

<file path=ppt/diagrams/data1.xml><?xml version="1.0" encoding="utf-8"?>
<dgm:dataModel xmlns:dgm="http://schemas.openxmlformats.org/drawingml/2006/diagram" xmlns:a="http://schemas.openxmlformats.org/drawingml/2006/main" xmlns:dsp="http://schemas.microsoft.com/office/drawing/2008/diagram">
  <dgm:ptLst>
    <dgm:pt modelId="0" type="node">
      <dgm:prSet presAssocID="root-assoc"/>
      <dgm:t>
        <a:p>
          <a:r>
            <a:t>Root</a:t>
          </a:r>
        </a:p>
      </dgm:t>
    </dgm:pt>
    <dgm:pt modelId="1" type="node">
      <dgm:t>
        <a:p>
          <a:r>
            <a:t>Child A</a:t>
          </a:r>
        </a:p>
      </dgm:t>
    </dgm:pt>
    <dgm:pt modelId="2" type="node">
      <dgm:t>
        <a:p>
          <a:r>
            <a:t>Child B</a:t>
          </a:r>
        </a:p>
      </dgm:t>
    </dgm:pt>
  </dgm:ptLst>
  <dgm:cxnLst>
    <dgm:cxn modelId="c1" type="parOf" srcId="0" destId="1" srcOrd="0" destOrd="0"/>
    <dgm:cxn modelId="c2" type="parOf" srcId="0" destId="2" srcOrd="0" destOrd="1"/>
  </dgm:cxnLst>
  <dgm:extLst>
    <a:ext uri="{4A6487B3-C4C0-4C67-BD6F-9E1B8C542F47}">
      <dsp:dataModelExt relId="rIdDrawing"/>
    </a:ext>
  </dgm:extLst>
</dgm:dataModel>
</file>

<file path=ppt/diagrams/data2.xml><?xml version="1.0" encoding="utf-8"?>
<dgm:dataModel xmlns:dgm="http://schemas.openxmlformats.org/drawingml/2006/diagram" xmlns:a="http://schemas.openxmlformats.org/drawingml/2006/main" xmlns:dsp="http://schemas.microsoft.com/office/drawing/2008/diagram">
  <dgm:ptLst>
    <dgm:pt modelId="10" type="node">
      <dgm:t>
        <a:p>
          <a:r>
            <a:t>Plan</a:t>
          </a:r>
        </a:p>
      </dgm:t>
    </dgm:pt>
    <dgm:pt modelId="11" type="node">
      <dgm:t>
        <a:p>
          <a:r>
            <a:t>Build</a:t>
          </a:r>
        </a:p>
      </dgm:t>
    </dgm:pt>
    <dgm:pt modelId="12" type="node">
      <dgm:t>
        <a:p>
          <a:r>
            <a:t>Launch</a:t>
          </a:r>
        </a:p>
      </dgm:t>
    </dgm:pt>
  </dgm:ptLst>
  <dgm:cxnLst>
    <dgm:cxn modelId="cc1" type="parOf" srcId="10" destId="11" srcOrd="0" destOrd="0"/>
    <dgm:cxn modelId="cc2" type="parOf" srcId="10" destId="12" srcOrd="0" destOrd="1"/>
  </dgm:cxnLst>
  <dgm:extLst>
    <a:ext uri="{4A6487B3-C4C0-4C67-BD6F-9E1B8C542F47}">
      <dsp:dataModelExt relId="rIdDrawing"/>
    </a:ext>
  </dgm:extLst>
</dgm:dataModel>
</file>

<file path=ppt/diagrams/drawing1.xml><?xml version="1.0" encoding="utf-8"?>
<dsp:drawing xmlns:dsp="http://schemas.microsoft.com/office/drawing/2008/diagram" xmlns:p="http://schemas.openxmlformats.org/presentationml/2006/main" xmlns:a="http://schemas.openxmlformats.org/drawingml/2006/main">
  <dsp:spTree>
    <dsp:sp>
      <p:nvSpPr>
        <p:cNvPr id="10" name="Root Shape"/>
        <p:cNvSpPr/>
        <p:nvPr>
          <p:extLst>
            <a:ext uri="{smartart-node}">
              <dsp:spPr modelId="0" presAssocID="root-assoc"/>
            </a:ext>
          </p:extLst>
        </p:nvPr>
      </p:nvSpPr>
      <p:spPr>
        <a:xfrm>
          <a:off x="0" y="0"/>
          <a:ext cx="1000000" cy="500000"/>
        </a:xfrm>
        <a:prstGeom prst="rect">
          <a:avLst/>
        </a:prstGeom>
      </p:spPr>
      <p:txBody>
        <a:bodyPr/>
        <a:lstStyle/>
        <a:p>
          <a:r>
            <a:t>Root</a:t>
          </a:r>
        </a:p>
      </p:txBody>
    </dsp:sp>
  </dsp:spTree>
</dsp:drawing>
</file>

<file path=ppt/diagrams/drawing2.xml><?xml version="1.0" encoding="utf-8"?>
<dsp:drawing xmlns:dsp="http://schemas.microsoft.com/office/drawing/2008/diagram" xmlns:p="http://schemas.openxmlformats.org/presentationml/2006/main" xmlns:a="http://schemas.openxmlformats.org/drawingml/2006/main">
  <dsp:spTree>
    <dsp:sp>
      <p:nvSpPr>
        <p:cNvPr id="20" name="Plan Shape"/>
        <p:cNvSpPr/>
        <p:nvPr>
          <p:extLst>
            <a:ext uri="{smartart-node}">
              <dsp:spPr modelId="10"/>
            </a:ext>
          </p:extLst>
        </p:nvPr>
      </p:nvSpPr>
      <p:spPr>
        <a:xfrm>
          <a:off x="0" y="0"/>
          <a:ext cx="1000000" cy="500000"/>
        </a:xfrm>
        <a:prstGeom prst="ellipse">
          <a:avLst/>
        </a:prstGeom>
      </p:spPr>
      <p:txBody>
        <a:bodyPr/>
        <a:lstStyle/>
        <a:p>
          <a:r>
            <a:t>Plan</a:t>
          </a:r>
        </a:p>
      </p:txBody>
    </dsp:sp>
  </dsp:spTree>
</dsp:drawing>
</file>

<file path=ppt/diagrams/layout1.xml><?xml version="1.0" encoding="utf-8"?>
<dgm:layoutDef xmlns:dgm="http://schemas.openxmlformats.org/drawingml/2006/diagram" uniqueId="urn:microsoft.com/office/officeart/2005/8/layout/hierarchy1" title="Hierarchy"/>
</file>

<file path=ppt/diagrams/layout2.xml><?xml version="1.0" encoding="utf-8"?>
<dgm:layoutDef xmlns:dgm="http://schemas.openxmlformats.org/drawingml/2006/diagram" uniqueId="urn:microsoft.com/office/officeart/2005/8/layout/cycle1" title="Cycle"/>
</file>

<file path=ppt/diagrams/quickStyle1.xml><?xml version="1.0" encoding="utf-8"?>
<dgm:styleDef xmlns:dgm="http://schemas.openxmlformats.org/drawingml/2006/diagram"/>
</file>

<file path=ppt/slideLayouts/_rels/slideLayout1.xml.rels><?xml version="1.0" encoding="UTF-8"?><Relationships xmlns="http://schemas.openxmlformats.org/package/2006/relationships"><Relationship Id="rIdMaster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>
  <p:cSld>
    <p:spTree/>
  </p:cSld>
</p:sldLayout>
</file>

<file path=ppt/slideMasters/_rels/slideMaster1.xml.rels><?xml version="1.0" encoding="UTF-8"?><Relationships xmlns="http://schemas.openxmlformats.org/package/2006/relationships"><Relationship Id="rIdTheme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>
  <p:cSld>
    <p:spTree/>
  </p:cSld>
  <p:txStyles/>
</p:sldMaster>
</file>

<file path=ppt/slides/_rels/slide1.xml.rels><?xml version="1.0" encoding="UTF-8"?>
  <Relationships xmlns="http://schemas.openxmlformats.org/package/2006/relationships">
    <Relationship Id="rIdLayout" Type="http://schemas.openxmlformats.org/officeDocument/2006/relationships/slideLayout" Target="../slideLayouts/slideLayout1.xml"/>
    <Relationship Id="rIdChart1" Type="http://schemas.openxmlformats.org/officeDocument/2006/relationships/chart" Target="../charts/chart1.xml"/>
  </Relationships>
</file>

<file path=ppt/slides/_rels/slide2.xml.rels><?xml version="1.0" encoding="UTF-8"?>
  <Relationships xmlns="http://schemas.openxmlformats.org/package/2006/relationships">
    <Relationship Id="rIdLayout" Type="http://schemas.openxmlformats.org/officeDocument/2006/relationships/slideLayout" Target="../slideLayouts/slideLayout1.xml"/>
    <Relationship Id="rIdDm" Type="http://schemas.openxmlformats.org/officeDocument/2006/relationships/diagramData" Target="../diagrams/data1.xml"/>
    <Relationship Id="rIdLo" Type="http://schemas.openxmlformats.org/officeDocument/2006/relationships/diagramLayout" Target="../diagrams/layout1.xml"/>
    <Relationship Id="rIdQs" Type="http://schemas.openxmlformats.org/officeDocument/2006/relationships/diagramQuickStyle" Target="../diagrams/quickStyle1.xml"/>
    <Relationship Id="rIdCs" Type="http://schemas.openxmlformats.org/officeDocument/2006/relationships/diagramColors" Target="../diagrams/colors1.xml"/>
    <Relationship Id="rIdDrawing" Type="http://schemas.microsoft.com/office/2007/relationships/diagramDrawing" Target="../diagrams/drawing1.xml"/>
  </Relationships>
</file>

<file path=ppt/slides/_rels/slide3.xml.rels><?xml version="1.0" encoding="UTF-8"?>
  <Relationships xmlns="http://schemas.openxmlformats.org/package/2006/relationships">
    <Relationship Id="rIdLayout" Type="http://schemas.openxmlformats.org/officeDocument/2006/relationships/slideLayout" Target="../slideLayouts/slideLayout1.xml"/>
    <Relationship Id="rIdChart2" Type="http://schemas.openxmlformats.org/officeDocument/2006/relationships/chart" Target="../charts/chart2.xml"/>
  </Relationships>
</file>

<file path=ppt/slides/_rels/slide4.xml.rels><?xml version="1.0" encoding="UTF-8"?>
  <Relationships xmlns="http://schemas.openxmlformats.org/package/2006/relationships">
    <Relationship Id="rIdLayout" Type="http://schemas.openxmlformats.org/officeDocument/2006/relationships/slideLayout" Target="../slideLayouts/slideLayout1.xml"/>
    <Relationship Id="rIdChart3" Type="http://schemas.openxmlformats.org/officeDocument/2006/relationships/chart" Target="../charts/chart3.xml"/>
  </Relationships>
</file>

<file path=ppt/slides/_rels/slide5.xml.rels><?xml version="1.0" encoding="UTF-8"?>
  <Relationships xmlns="http://schemas.openxmlformats.org/package/2006/relationships">
    <Relationship Id="rIdLayout" Type="http://schemas.openxmlformats.org/officeDocument/2006/relationships/slideLayout" Target="../slideLayouts/slideLayout1.xml"/>
    <Relationship Id="rIdChart4" Type="http://schemas.openxmlformats.org/officeDocument/2006/relationships/chart" Target="../charts/chart4.xml"/>
  </Relationships>
</file>

<file path=ppt/slides/_rels/slide6.xml.rels><?xml version="1.0" encoding="UTF-8"?>
  <Relationships xmlns="http://schemas.openxmlformats.org/package/2006/relationships">
    <Relationship Id="rIdLayout" Type="http://schemas.openxmlformats.org/officeDocument/2006/relationships/slideLayout" Target="../slideLayouts/slideLayout1.xml"/>
    <Relationship Id="rIdChart5" Type="http://schemas.openxmlformats.org/officeDocument/2006/relationships/chart" Target="../charts/chart5.xml"/>
  </Relationships>
</file>

<file path=ppt/slides/_rels/slide7.xml.rels><?xml version="1.0" encoding="UTF-8"?>
  <Relationships xmlns="http://schemas.openxmlformats.org/package/2006/relationships">
    <Relationship Id="rIdLayout" Type="http://schemas.openxmlformats.org/officeDocument/2006/relationships/slideLayout" Target="../slideLayouts/slideLayout1.xml"/>
    <Relationship Id="rIdDm2" Type="http://schemas.openxmlformats.org/officeDocument/2006/relationships/diagramData" Target="../diagrams/data2.xml"/>
    <Relationship Id="rIdLo2" Type="http://schemas.openxmlformats.org/officeDocument/2006/relationships/diagramLayout" Target="../diagrams/layout2.xml"/>
    <Relationship Id="rIdQs2" Type="http://schemas.openxmlformats.org/officeDocument/2006/relationships/diagramQuickStyle" Target="../diagrams/quickStyle1.xml"/>
    <Relationship Id="rIdCs2" Type="http://schemas.openxmlformats.org/officeDocument/2006/relationships/diagramColors" Target="../diagrams/colors1.xml"/>
    <Relationship Id="rIdDrawing" Type="http://schemas.microsoft.com/office/2007/relationships/diagramDrawing" Target="../diagrams/drawing2.xml"/>
  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graphicFrame>
        <p:nvGraphicFramePr>
          <p:cNvPr id="9" name="Chart 1"/>
          <p:cNvGraphicFramePr/>
          <p:nvPr/>
        </p:nvGraphicFramePr>
        <p:xfrm>
          <a:off x="0" y="0"/>
          <a:ext cx="3657600" cy="2286000"/>
        </p:xfrm>
        <a:graphic>
          <a:graphicData uri="http://schemas.openxmlformats.org/drawingml/2006/chart">
            <c:chart r:id="rIdChart1"/>
          </a:graphicData>
        </a:graphic>
      </p:graphicFrame>
    </p:spTree>
  </p:cSld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 xmlns:dgm="http://schemas.openxmlformats.org/drawingml/2006/diagram">
  <p:cSld>
    <p:spTree>
      <p:graphicFrame>
        <p:nvGraphicFramePr>
          <p:cNvPr id="7" name="SmartArt 1"/>
          <p:cNvGraphicFramePr/>
          <p:nvPr/>
        </p:nvGraphicFramePr>
        <p:xfrm>
          <a:off x="0" y="0"/>
          <a:ext cx="3657600" cy="2743200"/>
        </p:xfrm>
        <a:graphic>
          <a:graphicData uri="http://schemas.openxmlformats.org/drawingml/2006/diagram">
            <dgm:relIds r:dm="rIdDm" r:lo="rIdLo" r:qs="rIdQs" r:cs="rIdCs"/>
          </a:graphicData>
        </a:graphic>
      </p:graphicFrame>
    </p:spTree>
  </p:cSld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graphicFrame>
        <p:nvGraphicFramePr>
          <p:cNvPr id="12" name="Pie 1"/>
          <p:cNvGraphicFramePr/>
          <p:nvPr/>
        </p:nvGraphicFramePr>
        <p:xfrm>
          <a:off x="0" y="0"/>
          <a:ext cx="3657600" cy="2286000"/>
        </p:xfrm>
        <a:graphic>
          <a:graphicData uri="http://schemas.openxmlformats.org/drawingml/2006/chart">
            <c:chart r:id="rIdChart2"/>
          </a:graphicData>
        </a:graphic>
      </p:graphicFrame>
    </p:spTree>
  </p:cSld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graphicFrame>
        <p:nvGraphicFramePr>
          <p:cNvPr id="13" name="Scatter 1"/>
          <p:cNvGraphicFramePr/>
          <p:nvPr/>
        </p:nvGraphicFramePr>
        <p:xfrm>
          <a:off x="0" y="0"/>
          <a:ext cx="3657600" cy="2286000"/>
        </p:xfrm>
        <a:graphic>
          <a:graphicData uri="http://schemas.openxmlformats.org/drawingml/2006/chart">
            <c:chart r:id="rIdChart3"/>
          </a:graphicData>
        </a:graphic>
      </p:graphicFrame>
    </p:spTree>
  </p:cSld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graphicFrame>
        <p:nvGraphicFramePr>
          <p:cNvPr id="14" name="Line 1"/>
          <p:cNvGraphicFramePr/>
          <p:nvPr/>
        </p:nvGraphicFramePr>
        <p:xfrm>
          <a:off x="0" y="0"/>
          <a:ext cx="3657600" cy="2286000"/>
        </p:xfrm>
        <a:graphic>
          <a:graphicData uri="http://schemas.openxmlformats.org/drawingml/2006/chart">
            <c:chart r:id="rIdChart4"/>
          </a:graphicData>
        </a:graphic>
      </p:graphicFrame>
    </p:spTree>
  </p:cSld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graphicFrame>
        <p:nvGraphicFramePr>
          <p:cNvPr id="15" name="Area 1"/>
          <p:cNvGraphicFramePr/>
          <p:nvPr/>
        </p:nvGraphicFramePr>
        <p:xfrm>
          <a:off x="0" y="0"/>
          <a:ext cx="3657600" cy="2286000"/>
        </p:xfrm>
        <a:graphic>
          <a:graphicData uri="http://schemas.openxmlformats.org/drawingml/2006/chart">
            <c:chart r:id="rIdChart5"/>
          </a:graphicData>
        </a:graphic>
      </p:graphicFrame>
    </p:spTree>
  </p:cSld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 xmlns:dgm="http://schemas.openxmlformats.org/drawingml/2006/diagram">
  <p:cSld>
    <p:spTree>
      <p:graphicFrame>
        <p:nvGraphicFramePr>
          <p:cNvPr id="16" name="Cycle SmartArt"/>
          <p:cNvGraphicFramePr/>
          <p:nvPr/>
        </p:nvGraphicFramePr>
        <p:xfrm>
          <a:off x="0" y="0"/>
          <a:ext cx="3657600" cy="2743200"/>
        </p:xfrm>
        <a:graphic>
          <a:graphicData uri="http://schemas.openxmlformats.org/drawingml/2006/diagram">
            <dgm:relIds r:dm="rIdDm2" r:lo="rIdLo2" r:qs="rIdQs2" r:cs="rIdCs2"/>
          </a:graphicData>
        </a:graphic>
      </p:graphicFrame>
    </p:spTree>
  </p:cSld>
</p:sld>
</file>

<file path=ppt/theme/theme1.xml><?xml version="1.0" encoding="utf-8"?>
<a:theme xmlns:a="http://schemas.openxmlformats.org/drawingml/2006/main">
  <a:themeElements>
    <a:clrScheme name="Office">
      <a:accent1>
        <a:srgbClr val="FF0000"/>
      </a:accent1>
      <a:accent2>
        <a:srgbClr val="00FF00"/>
      </a:accent2>
      <a:accent3>
        <a:srgbClr val="0000FF"/>
      </a:accent3>
      <a:accent4>
        <a:srgbClr val="FFFF00"/>
      </a:accent4>
      <a:accent5>
        <a:srgbClr val="00FFFF"/>
      </a:accent5>
      <a:accent6>
        <a:srgbClr val="FF00FF"/>
      </a:accent6>
    </a:clrScheme>
  </a:themeElements>
</a:theme>
</file>